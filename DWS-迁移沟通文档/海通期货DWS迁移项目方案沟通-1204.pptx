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20"/>
  </p:handoutMasterIdLst>
  <p:sldIdLst>
    <p:sldId id="1459" r:id="rId3"/>
    <p:sldId id="14999522" r:id="rId4"/>
    <p:sldId id="14268318" r:id="rId6"/>
    <p:sldId id="14999783" r:id="rId7"/>
    <p:sldId id="14999784" r:id="rId8"/>
    <p:sldId id="14999787" r:id="rId9"/>
    <p:sldId id="14999786" r:id="rId10"/>
    <p:sldId id="14999788" r:id="rId11"/>
    <p:sldId id="14999684" r:id="rId12"/>
    <p:sldId id="14999790" r:id="rId13"/>
    <p:sldId id="14999791" r:id="rId14"/>
    <p:sldId id="14999716" r:id="rId15"/>
    <p:sldId id="14999717" r:id="rId16"/>
    <p:sldId id="14999780" r:id="rId17"/>
    <p:sldId id="14999779" r:id="rId18"/>
    <p:sldId id="14999723" r:id="rId19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6" userDrawn="1">
          <p15:clr>
            <a:srgbClr val="A4A3A4"/>
          </p15:clr>
        </p15:guide>
        <p15:guide id="2" pos="380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regory Chase" initials="" lastIdx="5" clrIdx="0"/>
  <p:cmAuthor id="7" name="avril" initials="a" lastIdx="2" clrIdx="6"/>
  <p:cmAuthor id="1" name="Wayne Liu" initials="WL" lastIdx="22" clrIdx="0"/>
  <p:cmAuthor id="2" name="Rong,Wensheng" initials="R" lastIdx="2" clrIdx="1"/>
  <p:cmAuthor id="9" name="Momo" initials="M" lastIdx="1" clrIdx="8"/>
  <p:cmAuthor id="3" name="Liuzhipeng (Liu)" initials="L(" lastIdx="10" clrIdx="2"/>
  <p:cmAuthor id="4" name="Huanghaiyan (A)" initials="H(" lastIdx="3" clrIdx="3"/>
  <p:cmAuthor id="5" name="zhangjian (DW)" initials="z(" lastIdx="5" clrIdx="4"/>
  <p:cmAuthor id="75" name="作者" initials="A" lastIdx="0" clrIdx="24"/>
  <p:cmAuthor id="6" name="Yu Ivan" initials="YI" lastIdx="3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BFF"/>
    <a:srgbClr val="552EEF"/>
    <a:srgbClr val="FFF9D0"/>
    <a:srgbClr val="F18703"/>
    <a:srgbClr val="FFA100"/>
    <a:srgbClr val="F35B06"/>
    <a:srgbClr val="F7B802"/>
    <a:srgbClr val="8C8FEF"/>
    <a:srgbClr val="CCCCFF"/>
    <a:srgbClr val="F4A0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230" autoAdjust="0"/>
    <p:restoredTop sz="94693" autoAdjust="0"/>
  </p:normalViewPr>
  <p:slideViewPr>
    <p:cSldViewPr snapToGrid="0" showGuides="1">
      <p:cViewPr varScale="1">
        <p:scale>
          <a:sx n="106" d="100"/>
          <a:sy n="106" d="100"/>
        </p:scale>
        <p:origin x="378" y="108"/>
      </p:cViewPr>
      <p:guideLst>
        <p:guide orient="horz" pos="2256"/>
        <p:guide pos="380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2323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gs" Target="tags/tag42.xml"/><Relationship Id="rId24" Type="http://schemas.openxmlformats.org/officeDocument/2006/relationships/commentAuthors" Target="comment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6502ED-141D-4BC5-AC2A-202E8C88A0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F6F81D-15E3-40D9-90E8-1F827608B36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33FFC-5170-4C6C-B4E0-CEECC88C13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6F6882-82EA-4902-9A05-06598C0E332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F6882-82EA-4902-9A05-06598C0E33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下面由我来介绍掌数在数仓迁移和运维方面的服务能力，及相关的迁移案例分享。最后是关于本次项目的迁移方案的初步交流。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F6882-82EA-4902-9A05-06598C0E33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以下是迁移相关的案例集锦，包括海富通基金、中银保信、上期所、中信建投、国金证券、渤海证券等。场景包括</a:t>
            </a:r>
            <a:r>
              <a:rPr lang="en-US" altLang="zh-CN" dirty="0"/>
              <a:t>GP</a:t>
            </a:r>
            <a:r>
              <a:rPr lang="zh-CN" altLang="en-US" dirty="0"/>
              <a:t>迁</a:t>
            </a:r>
            <a:r>
              <a:rPr lang="en-US" altLang="zh-CN" dirty="0"/>
              <a:t>DWS</a:t>
            </a:r>
            <a:r>
              <a:rPr lang="zh-CN" altLang="en-US" dirty="0"/>
              <a:t>、</a:t>
            </a:r>
            <a:r>
              <a:rPr lang="en-US" altLang="zh-CN" dirty="0"/>
              <a:t>Oracle</a:t>
            </a:r>
            <a:r>
              <a:rPr lang="zh-CN" altLang="en-US" dirty="0"/>
              <a:t>迁</a:t>
            </a:r>
            <a:r>
              <a:rPr lang="en-US" altLang="zh-CN" dirty="0"/>
              <a:t>GP</a:t>
            </a:r>
            <a:r>
              <a:rPr lang="zh-CN" altLang="en-US" dirty="0"/>
              <a:t>、</a:t>
            </a:r>
            <a:r>
              <a:rPr lang="en-US" altLang="zh-CN" dirty="0"/>
              <a:t>Oracle</a:t>
            </a:r>
            <a:r>
              <a:rPr lang="zh-CN" altLang="en-US" dirty="0"/>
              <a:t>迁</a:t>
            </a:r>
            <a:r>
              <a:rPr lang="en-US" altLang="zh-CN" dirty="0" err="1"/>
              <a:t>GaussDB</a:t>
            </a:r>
            <a:r>
              <a:rPr lang="zh-CN" altLang="en-US" dirty="0"/>
              <a:t>、</a:t>
            </a:r>
            <a:r>
              <a:rPr lang="en-US" altLang="zh-CN" dirty="0"/>
              <a:t>GP</a:t>
            </a:r>
            <a:r>
              <a:rPr lang="zh-CN" altLang="en-US" dirty="0"/>
              <a:t>迁</a:t>
            </a:r>
            <a:r>
              <a:rPr lang="en-US" altLang="zh-CN" dirty="0"/>
              <a:t>GP</a:t>
            </a:r>
            <a:r>
              <a:rPr lang="zh-CN" altLang="en-US" dirty="0"/>
              <a:t>（升级、扩容、灾备）、</a:t>
            </a:r>
            <a:r>
              <a:rPr lang="en-US" altLang="zh-CN" dirty="0" err="1"/>
              <a:t>SQLServer</a:t>
            </a:r>
            <a:r>
              <a:rPr lang="zh-CN" altLang="en-US" dirty="0"/>
              <a:t>迁</a:t>
            </a:r>
            <a:r>
              <a:rPr lang="en-US" altLang="zh-CN" dirty="0"/>
              <a:t>GP</a:t>
            </a:r>
            <a:r>
              <a:rPr lang="zh-CN" altLang="en-US" dirty="0"/>
              <a:t>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F6882-82EA-4902-9A05-06598C0E33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以上就是本次分享的迁移案例的全部内容。</a:t>
            </a:r>
            <a:endParaRPr lang="en-US" altLang="zh-CN" dirty="0"/>
          </a:p>
          <a:p>
            <a:r>
              <a:rPr lang="zh-CN" altLang="en-US" dirty="0"/>
              <a:t>下面是针对本次项目的迁移方案做一个初步的交流。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F6882-82EA-4902-9A05-06598C0E33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首先是系统迁移架构。</a:t>
            </a:r>
            <a:endParaRPr lang="en-US" altLang="zh-CN" dirty="0"/>
          </a:p>
          <a:p>
            <a:r>
              <a:rPr lang="zh-CN" altLang="en-US" dirty="0"/>
              <a:t>为了实现系统迁移目标，我们建议最大限度的保留和复用旧系统的</a:t>
            </a:r>
            <a:r>
              <a:rPr lang="en-US" altLang="zh-CN" dirty="0"/>
              <a:t>ETL</a:t>
            </a:r>
            <a:r>
              <a:rPr lang="zh-CN" altLang="en-US" dirty="0"/>
              <a:t>服务层、数据展现层、数据仓库数据模型，将数仓从旧集群平台快速迁移到</a:t>
            </a:r>
            <a:r>
              <a:rPr lang="en-US" altLang="zh-CN" dirty="0"/>
              <a:t>DWS</a:t>
            </a:r>
            <a:r>
              <a:rPr lang="zh-CN" altLang="en-US" dirty="0"/>
              <a:t>平台。因此，从总体上看只需切换数据服务层的数据仓库平台。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E48436-0FB3-437D-A7CB-173ED19F20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E48436-0FB3-437D-A7CB-173ED19F20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181818"/>
                </a:solidFill>
                <a:effectLst/>
                <a:latin typeface="help-font"/>
              </a:rPr>
              <a:t>以</a:t>
            </a:r>
            <a:r>
              <a:rPr lang="en-US" altLang="zh-CN" b="0" i="0" dirty="0">
                <a:solidFill>
                  <a:srgbClr val="181818"/>
                </a:solidFill>
                <a:effectLst/>
                <a:latin typeface="help-font"/>
              </a:rPr>
              <a:t>1</a:t>
            </a:r>
            <a:r>
              <a:rPr lang="zh-CN" altLang="en-US" b="0" i="0" dirty="0">
                <a:solidFill>
                  <a:srgbClr val="181818"/>
                </a:solidFill>
                <a:effectLst/>
                <a:latin typeface="help-font"/>
              </a:rPr>
              <a:t>年为单位计，推荐时间分配比例</a:t>
            </a:r>
            <a:r>
              <a:rPr lang="en-US" altLang="zh-CN" b="0" i="0" dirty="0">
                <a:solidFill>
                  <a:srgbClr val="181818"/>
                </a:solidFill>
                <a:effectLst/>
                <a:latin typeface="help-font"/>
              </a:rPr>
              <a:t>1:2:3:3:2:1</a:t>
            </a:r>
            <a:r>
              <a:rPr lang="zh-CN" altLang="en-US" b="0" i="0" dirty="0">
                <a:solidFill>
                  <a:srgbClr val="181818"/>
                </a:solidFill>
                <a:effectLst/>
                <a:latin typeface="help-font"/>
              </a:rPr>
              <a:t>。</a:t>
            </a:r>
            <a:endParaRPr lang="zh-CN" altLang="en-US" b="0" i="0" dirty="0">
              <a:solidFill>
                <a:srgbClr val="181818"/>
              </a:solidFill>
              <a:effectLst/>
              <a:latin typeface="help-font"/>
            </a:endParaRPr>
          </a:p>
          <a:p>
            <a:pPr algn="l"/>
            <a:r>
              <a:rPr lang="zh-CN" altLang="en-US" b="0" i="0" dirty="0">
                <a:solidFill>
                  <a:srgbClr val="181818"/>
                </a:solidFill>
                <a:effectLst/>
                <a:latin typeface="help-font"/>
              </a:rPr>
              <a:t>更为详细的实施计划依据里程碑计划来导出，实施过程中做适当调整。</a:t>
            </a:r>
            <a:endParaRPr lang="zh-CN" altLang="en-US" b="0" i="0" dirty="0">
              <a:solidFill>
                <a:srgbClr val="181818"/>
              </a:solidFill>
              <a:effectLst/>
              <a:latin typeface="help-font"/>
            </a:endParaRPr>
          </a:p>
          <a:p>
            <a:r>
              <a:rPr lang="zh-CN" altLang="en-US" b="0" i="0" dirty="0">
                <a:solidFill>
                  <a:srgbClr val="181818"/>
                </a:solidFill>
                <a:effectLst/>
                <a:latin typeface="help-font"/>
              </a:rPr>
              <a:t>前面方案设计主要讲原则、策略、方法、实现路径，实施方案基本会按照以上的方案设计内容去执行，会更聚焦执行细节，更注重变化和灵活性，更强调项目管理和协调。迁移实施主流程为调研 </a:t>
            </a:r>
            <a:r>
              <a:rPr lang="en-US" altLang="zh-CN" b="0" i="0" dirty="0">
                <a:solidFill>
                  <a:srgbClr val="181818"/>
                </a:solidFill>
                <a:effectLst/>
                <a:latin typeface="help-font"/>
              </a:rPr>
              <a:t>-&gt; </a:t>
            </a:r>
            <a:r>
              <a:rPr lang="zh-CN" altLang="en-US" b="0" i="0" dirty="0">
                <a:solidFill>
                  <a:srgbClr val="181818"/>
                </a:solidFill>
                <a:effectLst/>
                <a:latin typeface="help-font"/>
              </a:rPr>
              <a:t>设计 </a:t>
            </a:r>
            <a:r>
              <a:rPr lang="en-US" altLang="zh-CN" b="0" i="0" dirty="0">
                <a:solidFill>
                  <a:srgbClr val="181818"/>
                </a:solidFill>
                <a:effectLst/>
                <a:latin typeface="help-font"/>
              </a:rPr>
              <a:t>-&gt; </a:t>
            </a:r>
            <a:r>
              <a:rPr lang="zh-CN" altLang="en-US" b="0" i="0" dirty="0">
                <a:solidFill>
                  <a:srgbClr val="181818"/>
                </a:solidFill>
                <a:effectLst/>
                <a:latin typeface="help-font"/>
              </a:rPr>
              <a:t>典型场景验证 </a:t>
            </a:r>
            <a:r>
              <a:rPr lang="en-US" altLang="zh-CN" b="0" i="0" dirty="0">
                <a:solidFill>
                  <a:srgbClr val="181818"/>
                </a:solidFill>
                <a:effectLst/>
                <a:latin typeface="help-font"/>
              </a:rPr>
              <a:t>-&gt; </a:t>
            </a:r>
            <a:r>
              <a:rPr lang="zh-CN" altLang="en-US" b="0" i="0" dirty="0">
                <a:solidFill>
                  <a:srgbClr val="181818"/>
                </a:solidFill>
                <a:effectLst/>
                <a:latin typeface="help-font"/>
              </a:rPr>
              <a:t>测试环境迁移 </a:t>
            </a:r>
            <a:r>
              <a:rPr lang="en-US" altLang="zh-CN" b="0" i="0" dirty="0">
                <a:solidFill>
                  <a:srgbClr val="181818"/>
                </a:solidFill>
                <a:effectLst/>
                <a:latin typeface="help-font"/>
              </a:rPr>
              <a:t>-&gt; </a:t>
            </a:r>
            <a:r>
              <a:rPr lang="zh-CN" altLang="en-US" b="0" i="0" dirty="0">
                <a:solidFill>
                  <a:srgbClr val="181818"/>
                </a:solidFill>
                <a:effectLst/>
                <a:latin typeface="help-font"/>
              </a:rPr>
              <a:t>生产环境迁移 </a:t>
            </a:r>
            <a:r>
              <a:rPr lang="en-US" altLang="zh-CN" b="0" i="0" dirty="0">
                <a:solidFill>
                  <a:srgbClr val="181818"/>
                </a:solidFill>
                <a:effectLst/>
                <a:latin typeface="help-font"/>
              </a:rPr>
              <a:t>-&gt; </a:t>
            </a:r>
            <a:r>
              <a:rPr lang="zh-CN" altLang="en-US" b="0" i="0" dirty="0">
                <a:solidFill>
                  <a:srgbClr val="181818"/>
                </a:solidFill>
                <a:effectLst/>
                <a:latin typeface="help-font"/>
              </a:rPr>
              <a:t>系统并行 </a:t>
            </a:r>
            <a:r>
              <a:rPr lang="en-US" altLang="zh-CN" b="0" i="0" dirty="0">
                <a:solidFill>
                  <a:srgbClr val="181818"/>
                </a:solidFill>
                <a:effectLst/>
                <a:latin typeface="help-font"/>
              </a:rPr>
              <a:t>-&gt; </a:t>
            </a:r>
            <a:r>
              <a:rPr lang="zh-CN" altLang="en-US" b="0" i="0" dirty="0">
                <a:solidFill>
                  <a:srgbClr val="181818"/>
                </a:solidFill>
                <a:effectLst/>
                <a:latin typeface="help-font"/>
              </a:rPr>
              <a:t>项目验收。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E48436-0FB3-437D-A7CB-173ED19F20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以上就是本次交流的所有内容。看各位老师有什么问题，都可以提出来交流探讨。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F6882-82EA-4902-9A05-06598C0E33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9" name="椭圆 37"/>
          <p:cNvSpPr/>
          <p:nvPr userDrawn="1"/>
        </p:nvSpPr>
        <p:spPr>
          <a:xfrm rot="17471892" flipH="1">
            <a:off x="1773450" y="-3614650"/>
            <a:ext cx="11097826" cy="9711285"/>
          </a:xfrm>
          <a:custGeom>
            <a:avLst/>
            <a:gdLst>
              <a:gd name="connsiteX0" fmla="*/ 0 w 7283001"/>
              <a:gd name="connsiteY0" fmla="*/ 3647440 h 7294880"/>
              <a:gd name="connsiteX1" fmla="*/ 3641501 w 7283001"/>
              <a:gd name="connsiteY1" fmla="*/ 0 h 7294880"/>
              <a:gd name="connsiteX2" fmla="*/ 7283002 w 7283001"/>
              <a:gd name="connsiteY2" fmla="*/ 3647440 h 7294880"/>
              <a:gd name="connsiteX3" fmla="*/ 3641501 w 7283001"/>
              <a:gd name="connsiteY3" fmla="*/ 7294880 h 7294880"/>
              <a:gd name="connsiteX4" fmla="*/ 0 w 7283001"/>
              <a:gd name="connsiteY4" fmla="*/ 3647440 h 7294880"/>
              <a:gd name="connsiteX0-1" fmla="*/ 0 w 7283002"/>
              <a:gd name="connsiteY0-2" fmla="*/ 3647440 h 7294880"/>
              <a:gd name="connsiteX1-3" fmla="*/ 3641501 w 7283002"/>
              <a:gd name="connsiteY1-4" fmla="*/ 0 h 7294880"/>
              <a:gd name="connsiteX2-5" fmla="*/ 7283002 w 7283002"/>
              <a:gd name="connsiteY2-6" fmla="*/ 3647440 h 7294880"/>
              <a:gd name="connsiteX3-7" fmla="*/ 3641501 w 7283002"/>
              <a:gd name="connsiteY3-8" fmla="*/ 7294880 h 7294880"/>
              <a:gd name="connsiteX4-9" fmla="*/ 0 w 7283002"/>
              <a:gd name="connsiteY4-10" fmla="*/ 3647440 h 7294880"/>
              <a:gd name="connsiteX0-11" fmla="*/ 0 w 7283002"/>
              <a:gd name="connsiteY0-12" fmla="*/ 3961777 h 7609217"/>
              <a:gd name="connsiteX1-13" fmla="*/ 3641501 w 7283002"/>
              <a:gd name="connsiteY1-14" fmla="*/ 314337 h 7609217"/>
              <a:gd name="connsiteX2-15" fmla="*/ 7283002 w 7283002"/>
              <a:gd name="connsiteY2-16" fmla="*/ 3961777 h 7609217"/>
              <a:gd name="connsiteX3-17" fmla="*/ 3641501 w 7283002"/>
              <a:gd name="connsiteY3-18" fmla="*/ 7609217 h 7609217"/>
              <a:gd name="connsiteX4-19" fmla="*/ 0 w 7283002"/>
              <a:gd name="connsiteY4-20" fmla="*/ 3961777 h 7609217"/>
              <a:gd name="connsiteX0-21" fmla="*/ 0 w 7283002"/>
              <a:gd name="connsiteY0-22" fmla="*/ 3727312 h 7374752"/>
              <a:gd name="connsiteX1-23" fmla="*/ 3641501 w 7283002"/>
              <a:gd name="connsiteY1-24" fmla="*/ 79872 h 7374752"/>
              <a:gd name="connsiteX2-25" fmla="*/ 7283002 w 7283002"/>
              <a:gd name="connsiteY2-26" fmla="*/ 3727312 h 7374752"/>
              <a:gd name="connsiteX3-27" fmla="*/ 3641501 w 7283002"/>
              <a:gd name="connsiteY3-28" fmla="*/ 7374752 h 7374752"/>
              <a:gd name="connsiteX4-29" fmla="*/ 0 w 7283002"/>
              <a:gd name="connsiteY4-30" fmla="*/ 3727312 h 7374752"/>
              <a:gd name="connsiteX0-31" fmla="*/ 107156 w 7390158"/>
              <a:gd name="connsiteY0-32" fmla="*/ 3715815 h 7363255"/>
              <a:gd name="connsiteX1-33" fmla="*/ 3748657 w 7390158"/>
              <a:gd name="connsiteY1-34" fmla="*/ 68375 h 7363255"/>
              <a:gd name="connsiteX2-35" fmla="*/ 7390158 w 7390158"/>
              <a:gd name="connsiteY2-36" fmla="*/ 3715815 h 7363255"/>
              <a:gd name="connsiteX3-37" fmla="*/ 3748657 w 7390158"/>
              <a:gd name="connsiteY3-38" fmla="*/ 7363255 h 7363255"/>
              <a:gd name="connsiteX4-39" fmla="*/ 107156 w 7390158"/>
              <a:gd name="connsiteY4-40" fmla="*/ 3715815 h 7363255"/>
              <a:gd name="connsiteX0-41" fmla="*/ 1343341 w 8626343"/>
              <a:gd name="connsiteY0-42" fmla="*/ 3776855 h 7424295"/>
              <a:gd name="connsiteX1-43" fmla="*/ 4984842 w 8626343"/>
              <a:gd name="connsiteY1-44" fmla="*/ 129415 h 7424295"/>
              <a:gd name="connsiteX2-45" fmla="*/ 8626343 w 8626343"/>
              <a:gd name="connsiteY2-46" fmla="*/ 3776855 h 7424295"/>
              <a:gd name="connsiteX3-47" fmla="*/ 4984842 w 8626343"/>
              <a:gd name="connsiteY3-48" fmla="*/ 7424295 h 7424295"/>
              <a:gd name="connsiteX4-49" fmla="*/ 1343341 w 8626343"/>
              <a:gd name="connsiteY4-50" fmla="*/ 3776855 h 7424295"/>
              <a:gd name="connsiteX0-51" fmla="*/ 1343341 w 8626343"/>
              <a:gd name="connsiteY0-52" fmla="*/ 3776855 h 7548584"/>
              <a:gd name="connsiteX1-53" fmla="*/ 4984842 w 8626343"/>
              <a:gd name="connsiteY1-54" fmla="*/ 129415 h 7548584"/>
              <a:gd name="connsiteX2-55" fmla="*/ 8626343 w 8626343"/>
              <a:gd name="connsiteY2-56" fmla="*/ 3776855 h 7548584"/>
              <a:gd name="connsiteX3-57" fmla="*/ 4984842 w 8626343"/>
              <a:gd name="connsiteY3-58" fmla="*/ 7424295 h 7548584"/>
              <a:gd name="connsiteX4-59" fmla="*/ 1343341 w 8626343"/>
              <a:gd name="connsiteY4-60" fmla="*/ 3776855 h 75485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626343" h="7548584">
                <a:moveTo>
                  <a:pt x="1343341" y="3776855"/>
                </a:moveTo>
                <a:cubicBezTo>
                  <a:pt x="-2324419" y="1118322"/>
                  <a:pt x="2404737" y="-480185"/>
                  <a:pt x="4984842" y="129415"/>
                </a:cubicBezTo>
                <a:cubicBezTo>
                  <a:pt x="7564947" y="739015"/>
                  <a:pt x="8626343" y="1762430"/>
                  <a:pt x="8626343" y="3776855"/>
                </a:cubicBezTo>
                <a:cubicBezTo>
                  <a:pt x="8626343" y="5791280"/>
                  <a:pt x="5675187" y="8115175"/>
                  <a:pt x="4984842" y="7424295"/>
                </a:cubicBezTo>
                <a:cubicBezTo>
                  <a:pt x="4294497" y="6733415"/>
                  <a:pt x="5011101" y="6435388"/>
                  <a:pt x="1343341" y="3776855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20000"/>
                </a:schemeClr>
              </a:gs>
              <a:gs pos="0">
                <a:schemeClr val="accent5">
                  <a:alpha val="70000"/>
                </a:schemeClr>
              </a:gs>
              <a:gs pos="70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/>
          </a:p>
        </p:txBody>
      </p:sp>
      <p:sp>
        <p:nvSpPr>
          <p:cNvPr id="49" name="椭圆 37"/>
          <p:cNvSpPr/>
          <p:nvPr userDrawn="1"/>
        </p:nvSpPr>
        <p:spPr>
          <a:xfrm>
            <a:off x="-3532296" y="-653799"/>
            <a:ext cx="11097826" cy="9711285"/>
          </a:xfrm>
          <a:custGeom>
            <a:avLst/>
            <a:gdLst>
              <a:gd name="connsiteX0" fmla="*/ 0 w 7283001"/>
              <a:gd name="connsiteY0" fmla="*/ 3647440 h 7294880"/>
              <a:gd name="connsiteX1" fmla="*/ 3641501 w 7283001"/>
              <a:gd name="connsiteY1" fmla="*/ 0 h 7294880"/>
              <a:gd name="connsiteX2" fmla="*/ 7283002 w 7283001"/>
              <a:gd name="connsiteY2" fmla="*/ 3647440 h 7294880"/>
              <a:gd name="connsiteX3" fmla="*/ 3641501 w 7283001"/>
              <a:gd name="connsiteY3" fmla="*/ 7294880 h 7294880"/>
              <a:gd name="connsiteX4" fmla="*/ 0 w 7283001"/>
              <a:gd name="connsiteY4" fmla="*/ 3647440 h 7294880"/>
              <a:gd name="connsiteX0-1" fmla="*/ 0 w 7283002"/>
              <a:gd name="connsiteY0-2" fmla="*/ 3647440 h 7294880"/>
              <a:gd name="connsiteX1-3" fmla="*/ 3641501 w 7283002"/>
              <a:gd name="connsiteY1-4" fmla="*/ 0 h 7294880"/>
              <a:gd name="connsiteX2-5" fmla="*/ 7283002 w 7283002"/>
              <a:gd name="connsiteY2-6" fmla="*/ 3647440 h 7294880"/>
              <a:gd name="connsiteX3-7" fmla="*/ 3641501 w 7283002"/>
              <a:gd name="connsiteY3-8" fmla="*/ 7294880 h 7294880"/>
              <a:gd name="connsiteX4-9" fmla="*/ 0 w 7283002"/>
              <a:gd name="connsiteY4-10" fmla="*/ 3647440 h 7294880"/>
              <a:gd name="connsiteX0-11" fmla="*/ 0 w 7283002"/>
              <a:gd name="connsiteY0-12" fmla="*/ 3961777 h 7609217"/>
              <a:gd name="connsiteX1-13" fmla="*/ 3641501 w 7283002"/>
              <a:gd name="connsiteY1-14" fmla="*/ 314337 h 7609217"/>
              <a:gd name="connsiteX2-15" fmla="*/ 7283002 w 7283002"/>
              <a:gd name="connsiteY2-16" fmla="*/ 3961777 h 7609217"/>
              <a:gd name="connsiteX3-17" fmla="*/ 3641501 w 7283002"/>
              <a:gd name="connsiteY3-18" fmla="*/ 7609217 h 7609217"/>
              <a:gd name="connsiteX4-19" fmla="*/ 0 w 7283002"/>
              <a:gd name="connsiteY4-20" fmla="*/ 3961777 h 7609217"/>
              <a:gd name="connsiteX0-21" fmla="*/ 0 w 7283002"/>
              <a:gd name="connsiteY0-22" fmla="*/ 3727312 h 7374752"/>
              <a:gd name="connsiteX1-23" fmla="*/ 3641501 w 7283002"/>
              <a:gd name="connsiteY1-24" fmla="*/ 79872 h 7374752"/>
              <a:gd name="connsiteX2-25" fmla="*/ 7283002 w 7283002"/>
              <a:gd name="connsiteY2-26" fmla="*/ 3727312 h 7374752"/>
              <a:gd name="connsiteX3-27" fmla="*/ 3641501 w 7283002"/>
              <a:gd name="connsiteY3-28" fmla="*/ 7374752 h 7374752"/>
              <a:gd name="connsiteX4-29" fmla="*/ 0 w 7283002"/>
              <a:gd name="connsiteY4-30" fmla="*/ 3727312 h 7374752"/>
              <a:gd name="connsiteX0-31" fmla="*/ 107156 w 7390158"/>
              <a:gd name="connsiteY0-32" fmla="*/ 3715815 h 7363255"/>
              <a:gd name="connsiteX1-33" fmla="*/ 3748657 w 7390158"/>
              <a:gd name="connsiteY1-34" fmla="*/ 68375 h 7363255"/>
              <a:gd name="connsiteX2-35" fmla="*/ 7390158 w 7390158"/>
              <a:gd name="connsiteY2-36" fmla="*/ 3715815 h 7363255"/>
              <a:gd name="connsiteX3-37" fmla="*/ 3748657 w 7390158"/>
              <a:gd name="connsiteY3-38" fmla="*/ 7363255 h 7363255"/>
              <a:gd name="connsiteX4-39" fmla="*/ 107156 w 7390158"/>
              <a:gd name="connsiteY4-40" fmla="*/ 3715815 h 7363255"/>
              <a:gd name="connsiteX0-41" fmla="*/ 1343341 w 8626343"/>
              <a:gd name="connsiteY0-42" fmla="*/ 3776855 h 7424295"/>
              <a:gd name="connsiteX1-43" fmla="*/ 4984842 w 8626343"/>
              <a:gd name="connsiteY1-44" fmla="*/ 129415 h 7424295"/>
              <a:gd name="connsiteX2-45" fmla="*/ 8626343 w 8626343"/>
              <a:gd name="connsiteY2-46" fmla="*/ 3776855 h 7424295"/>
              <a:gd name="connsiteX3-47" fmla="*/ 4984842 w 8626343"/>
              <a:gd name="connsiteY3-48" fmla="*/ 7424295 h 7424295"/>
              <a:gd name="connsiteX4-49" fmla="*/ 1343341 w 8626343"/>
              <a:gd name="connsiteY4-50" fmla="*/ 3776855 h 7424295"/>
              <a:gd name="connsiteX0-51" fmla="*/ 1343341 w 8626343"/>
              <a:gd name="connsiteY0-52" fmla="*/ 3776855 h 7548584"/>
              <a:gd name="connsiteX1-53" fmla="*/ 4984842 w 8626343"/>
              <a:gd name="connsiteY1-54" fmla="*/ 129415 h 7548584"/>
              <a:gd name="connsiteX2-55" fmla="*/ 8626343 w 8626343"/>
              <a:gd name="connsiteY2-56" fmla="*/ 3776855 h 7548584"/>
              <a:gd name="connsiteX3-57" fmla="*/ 4984842 w 8626343"/>
              <a:gd name="connsiteY3-58" fmla="*/ 7424295 h 7548584"/>
              <a:gd name="connsiteX4-59" fmla="*/ 1343341 w 8626343"/>
              <a:gd name="connsiteY4-60" fmla="*/ 3776855 h 75485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626343" h="7548584">
                <a:moveTo>
                  <a:pt x="1343341" y="3776855"/>
                </a:moveTo>
                <a:cubicBezTo>
                  <a:pt x="-2324419" y="1118322"/>
                  <a:pt x="2404737" y="-480185"/>
                  <a:pt x="4984842" y="129415"/>
                </a:cubicBezTo>
                <a:cubicBezTo>
                  <a:pt x="7564947" y="739015"/>
                  <a:pt x="8626343" y="1762430"/>
                  <a:pt x="8626343" y="3776855"/>
                </a:cubicBezTo>
                <a:cubicBezTo>
                  <a:pt x="8626343" y="5791280"/>
                  <a:pt x="5675187" y="8115175"/>
                  <a:pt x="4984842" y="7424295"/>
                </a:cubicBezTo>
                <a:cubicBezTo>
                  <a:pt x="4294497" y="6733415"/>
                  <a:pt x="5011101" y="6435388"/>
                  <a:pt x="1343341" y="3776855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20000"/>
                </a:schemeClr>
              </a:gs>
              <a:gs pos="0">
                <a:schemeClr val="accent5">
                  <a:alpha val="70000"/>
                </a:schemeClr>
              </a:gs>
              <a:gs pos="70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/>
          </a:p>
        </p:txBody>
      </p:sp>
      <p:sp>
        <p:nvSpPr>
          <p:cNvPr id="35" name="椭圆 34"/>
          <p:cNvSpPr/>
          <p:nvPr userDrawn="1"/>
        </p:nvSpPr>
        <p:spPr>
          <a:xfrm rot="19463381">
            <a:off x="7591780" y="-985980"/>
            <a:ext cx="6340256" cy="5519595"/>
          </a:xfrm>
          <a:custGeom>
            <a:avLst/>
            <a:gdLst>
              <a:gd name="connsiteX0" fmla="*/ 0 w 8503920"/>
              <a:gd name="connsiteY0" fmla="*/ 3048000 h 6096000"/>
              <a:gd name="connsiteX1" fmla="*/ 4251960 w 8503920"/>
              <a:gd name="connsiteY1" fmla="*/ 0 h 6096000"/>
              <a:gd name="connsiteX2" fmla="*/ 8503920 w 8503920"/>
              <a:gd name="connsiteY2" fmla="*/ 3048000 h 6096000"/>
              <a:gd name="connsiteX3" fmla="*/ 4251960 w 8503920"/>
              <a:gd name="connsiteY3" fmla="*/ 6096000 h 6096000"/>
              <a:gd name="connsiteX4" fmla="*/ 0 w 8503920"/>
              <a:gd name="connsiteY4" fmla="*/ 3048000 h 6096000"/>
              <a:gd name="connsiteX0-1" fmla="*/ 0 w 8505037"/>
              <a:gd name="connsiteY0-2" fmla="*/ 2997252 h 6096078"/>
              <a:gd name="connsiteX1-3" fmla="*/ 4253077 w 8505037"/>
              <a:gd name="connsiteY1-4" fmla="*/ 40 h 6096078"/>
              <a:gd name="connsiteX2-5" fmla="*/ 8505037 w 8505037"/>
              <a:gd name="connsiteY2-6" fmla="*/ 3048040 h 6096078"/>
              <a:gd name="connsiteX3-7" fmla="*/ 4253077 w 8505037"/>
              <a:gd name="connsiteY3-8" fmla="*/ 6096040 h 6096078"/>
              <a:gd name="connsiteX4-9" fmla="*/ 0 w 8505037"/>
              <a:gd name="connsiteY4-10" fmla="*/ 2997252 h 6096078"/>
              <a:gd name="connsiteX0-11" fmla="*/ 105873 w 8610910"/>
              <a:gd name="connsiteY0-12" fmla="*/ 2997247 h 6096073"/>
              <a:gd name="connsiteX1-13" fmla="*/ 4358950 w 8610910"/>
              <a:gd name="connsiteY1-14" fmla="*/ 35 h 6096073"/>
              <a:gd name="connsiteX2-15" fmla="*/ 8610910 w 8610910"/>
              <a:gd name="connsiteY2-16" fmla="*/ 3048035 h 6096073"/>
              <a:gd name="connsiteX3-17" fmla="*/ 4358950 w 8610910"/>
              <a:gd name="connsiteY3-18" fmla="*/ 6096035 h 6096073"/>
              <a:gd name="connsiteX4-19" fmla="*/ 105873 w 8610910"/>
              <a:gd name="connsiteY4-20" fmla="*/ 2997247 h 6096073"/>
              <a:gd name="connsiteX0-21" fmla="*/ 1055 w 8506092"/>
              <a:gd name="connsiteY0-22" fmla="*/ 2997237 h 5085656"/>
              <a:gd name="connsiteX1-23" fmla="*/ 4254132 w 8506092"/>
              <a:gd name="connsiteY1-24" fmla="*/ 25 h 5085656"/>
              <a:gd name="connsiteX2-25" fmla="*/ 8506092 w 8506092"/>
              <a:gd name="connsiteY2-26" fmla="*/ 3048025 h 5085656"/>
              <a:gd name="connsiteX3-27" fmla="*/ 4640444 w 8506092"/>
              <a:gd name="connsiteY3-28" fmla="*/ 5085513 h 5085656"/>
              <a:gd name="connsiteX4-29" fmla="*/ 1055 w 8506092"/>
              <a:gd name="connsiteY4-30" fmla="*/ 2997237 h 5085656"/>
              <a:gd name="connsiteX0-31" fmla="*/ 1055 w 8506092"/>
              <a:gd name="connsiteY0-32" fmla="*/ 2997237 h 5519588"/>
              <a:gd name="connsiteX1-33" fmla="*/ 4254132 w 8506092"/>
              <a:gd name="connsiteY1-34" fmla="*/ 25 h 5519588"/>
              <a:gd name="connsiteX2-35" fmla="*/ 8506092 w 8506092"/>
              <a:gd name="connsiteY2-36" fmla="*/ 3048025 h 5519588"/>
              <a:gd name="connsiteX3-37" fmla="*/ 4640444 w 8506092"/>
              <a:gd name="connsiteY3-38" fmla="*/ 5085513 h 5519588"/>
              <a:gd name="connsiteX4-39" fmla="*/ 1055 w 8506092"/>
              <a:gd name="connsiteY4-40" fmla="*/ 2997237 h 5519588"/>
              <a:gd name="connsiteX0-41" fmla="*/ 72966 w 8578003"/>
              <a:gd name="connsiteY0-42" fmla="*/ 2997244 h 5519595"/>
              <a:gd name="connsiteX1-43" fmla="*/ 4326043 w 8578003"/>
              <a:gd name="connsiteY1-44" fmla="*/ 32 h 5519595"/>
              <a:gd name="connsiteX2-45" fmla="*/ 8578003 w 8578003"/>
              <a:gd name="connsiteY2-46" fmla="*/ 3048032 h 5519595"/>
              <a:gd name="connsiteX3-47" fmla="*/ 4712355 w 8578003"/>
              <a:gd name="connsiteY3-48" fmla="*/ 5085520 h 5519595"/>
              <a:gd name="connsiteX4-49" fmla="*/ 72966 w 8578003"/>
              <a:gd name="connsiteY4-50" fmla="*/ 2997244 h 55195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578003" h="5519595">
                <a:moveTo>
                  <a:pt x="72966" y="2997244"/>
                </a:moveTo>
                <a:cubicBezTo>
                  <a:pt x="-543503" y="1629289"/>
                  <a:pt x="2908537" y="-8433"/>
                  <a:pt x="4326043" y="32"/>
                </a:cubicBezTo>
                <a:cubicBezTo>
                  <a:pt x="5743549" y="8497"/>
                  <a:pt x="8578003" y="1364668"/>
                  <a:pt x="8578003" y="3048032"/>
                </a:cubicBezTo>
                <a:cubicBezTo>
                  <a:pt x="8578003" y="4731396"/>
                  <a:pt x="4998032" y="6307879"/>
                  <a:pt x="4712355" y="5085520"/>
                </a:cubicBezTo>
                <a:cubicBezTo>
                  <a:pt x="4426678" y="3863161"/>
                  <a:pt x="689435" y="4365199"/>
                  <a:pt x="72966" y="2997244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80000"/>
                </a:schemeClr>
              </a:gs>
              <a:gs pos="100000">
                <a:schemeClr val="accent5">
                  <a:alpha val="80000"/>
                </a:schemeClr>
              </a:gs>
              <a:gs pos="70000">
                <a:schemeClr val="accent3">
                  <a:alpha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4"/>
          <p:cNvSpPr/>
          <p:nvPr userDrawn="1"/>
        </p:nvSpPr>
        <p:spPr>
          <a:xfrm rot="19463381">
            <a:off x="-3530869" y="3103593"/>
            <a:ext cx="6340256" cy="5519595"/>
          </a:xfrm>
          <a:custGeom>
            <a:avLst/>
            <a:gdLst>
              <a:gd name="connsiteX0" fmla="*/ 0 w 8503920"/>
              <a:gd name="connsiteY0" fmla="*/ 3048000 h 6096000"/>
              <a:gd name="connsiteX1" fmla="*/ 4251960 w 8503920"/>
              <a:gd name="connsiteY1" fmla="*/ 0 h 6096000"/>
              <a:gd name="connsiteX2" fmla="*/ 8503920 w 8503920"/>
              <a:gd name="connsiteY2" fmla="*/ 3048000 h 6096000"/>
              <a:gd name="connsiteX3" fmla="*/ 4251960 w 8503920"/>
              <a:gd name="connsiteY3" fmla="*/ 6096000 h 6096000"/>
              <a:gd name="connsiteX4" fmla="*/ 0 w 8503920"/>
              <a:gd name="connsiteY4" fmla="*/ 3048000 h 6096000"/>
              <a:gd name="connsiteX0-1" fmla="*/ 0 w 8505037"/>
              <a:gd name="connsiteY0-2" fmla="*/ 2997252 h 6096078"/>
              <a:gd name="connsiteX1-3" fmla="*/ 4253077 w 8505037"/>
              <a:gd name="connsiteY1-4" fmla="*/ 40 h 6096078"/>
              <a:gd name="connsiteX2-5" fmla="*/ 8505037 w 8505037"/>
              <a:gd name="connsiteY2-6" fmla="*/ 3048040 h 6096078"/>
              <a:gd name="connsiteX3-7" fmla="*/ 4253077 w 8505037"/>
              <a:gd name="connsiteY3-8" fmla="*/ 6096040 h 6096078"/>
              <a:gd name="connsiteX4-9" fmla="*/ 0 w 8505037"/>
              <a:gd name="connsiteY4-10" fmla="*/ 2997252 h 6096078"/>
              <a:gd name="connsiteX0-11" fmla="*/ 105873 w 8610910"/>
              <a:gd name="connsiteY0-12" fmla="*/ 2997247 h 6096073"/>
              <a:gd name="connsiteX1-13" fmla="*/ 4358950 w 8610910"/>
              <a:gd name="connsiteY1-14" fmla="*/ 35 h 6096073"/>
              <a:gd name="connsiteX2-15" fmla="*/ 8610910 w 8610910"/>
              <a:gd name="connsiteY2-16" fmla="*/ 3048035 h 6096073"/>
              <a:gd name="connsiteX3-17" fmla="*/ 4358950 w 8610910"/>
              <a:gd name="connsiteY3-18" fmla="*/ 6096035 h 6096073"/>
              <a:gd name="connsiteX4-19" fmla="*/ 105873 w 8610910"/>
              <a:gd name="connsiteY4-20" fmla="*/ 2997247 h 6096073"/>
              <a:gd name="connsiteX0-21" fmla="*/ 1055 w 8506092"/>
              <a:gd name="connsiteY0-22" fmla="*/ 2997237 h 5085656"/>
              <a:gd name="connsiteX1-23" fmla="*/ 4254132 w 8506092"/>
              <a:gd name="connsiteY1-24" fmla="*/ 25 h 5085656"/>
              <a:gd name="connsiteX2-25" fmla="*/ 8506092 w 8506092"/>
              <a:gd name="connsiteY2-26" fmla="*/ 3048025 h 5085656"/>
              <a:gd name="connsiteX3-27" fmla="*/ 4640444 w 8506092"/>
              <a:gd name="connsiteY3-28" fmla="*/ 5085513 h 5085656"/>
              <a:gd name="connsiteX4-29" fmla="*/ 1055 w 8506092"/>
              <a:gd name="connsiteY4-30" fmla="*/ 2997237 h 5085656"/>
              <a:gd name="connsiteX0-31" fmla="*/ 1055 w 8506092"/>
              <a:gd name="connsiteY0-32" fmla="*/ 2997237 h 5519588"/>
              <a:gd name="connsiteX1-33" fmla="*/ 4254132 w 8506092"/>
              <a:gd name="connsiteY1-34" fmla="*/ 25 h 5519588"/>
              <a:gd name="connsiteX2-35" fmla="*/ 8506092 w 8506092"/>
              <a:gd name="connsiteY2-36" fmla="*/ 3048025 h 5519588"/>
              <a:gd name="connsiteX3-37" fmla="*/ 4640444 w 8506092"/>
              <a:gd name="connsiteY3-38" fmla="*/ 5085513 h 5519588"/>
              <a:gd name="connsiteX4-39" fmla="*/ 1055 w 8506092"/>
              <a:gd name="connsiteY4-40" fmla="*/ 2997237 h 5519588"/>
              <a:gd name="connsiteX0-41" fmla="*/ 72966 w 8578003"/>
              <a:gd name="connsiteY0-42" fmla="*/ 2997244 h 5519595"/>
              <a:gd name="connsiteX1-43" fmla="*/ 4326043 w 8578003"/>
              <a:gd name="connsiteY1-44" fmla="*/ 32 h 5519595"/>
              <a:gd name="connsiteX2-45" fmla="*/ 8578003 w 8578003"/>
              <a:gd name="connsiteY2-46" fmla="*/ 3048032 h 5519595"/>
              <a:gd name="connsiteX3-47" fmla="*/ 4712355 w 8578003"/>
              <a:gd name="connsiteY3-48" fmla="*/ 5085520 h 5519595"/>
              <a:gd name="connsiteX4-49" fmla="*/ 72966 w 8578003"/>
              <a:gd name="connsiteY4-50" fmla="*/ 2997244 h 55195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578003" h="5519595">
                <a:moveTo>
                  <a:pt x="72966" y="2997244"/>
                </a:moveTo>
                <a:cubicBezTo>
                  <a:pt x="-543503" y="1629289"/>
                  <a:pt x="2908537" y="-8433"/>
                  <a:pt x="4326043" y="32"/>
                </a:cubicBezTo>
                <a:cubicBezTo>
                  <a:pt x="5743549" y="8497"/>
                  <a:pt x="8578003" y="1364668"/>
                  <a:pt x="8578003" y="3048032"/>
                </a:cubicBezTo>
                <a:cubicBezTo>
                  <a:pt x="8578003" y="4731396"/>
                  <a:pt x="4998032" y="6307879"/>
                  <a:pt x="4712355" y="5085520"/>
                </a:cubicBezTo>
                <a:cubicBezTo>
                  <a:pt x="4426678" y="3863161"/>
                  <a:pt x="689435" y="4365199"/>
                  <a:pt x="72966" y="2997244"/>
                </a:cubicBezTo>
                <a:close/>
              </a:path>
            </a:pathLst>
          </a:custGeom>
          <a:gradFill flip="none" rotWithShape="1">
            <a:gsLst>
              <a:gs pos="68000">
                <a:schemeClr val="accent1"/>
              </a:gs>
              <a:gs pos="0">
                <a:schemeClr val="accent5"/>
              </a:gs>
              <a:gs pos="33000">
                <a:schemeClr val="accent3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/>
          <p:cNvSpPr/>
          <p:nvPr userDrawn="1"/>
        </p:nvSpPr>
        <p:spPr>
          <a:xfrm>
            <a:off x="6196426" y="427552"/>
            <a:ext cx="8626343" cy="7548584"/>
          </a:xfrm>
          <a:custGeom>
            <a:avLst/>
            <a:gdLst>
              <a:gd name="connsiteX0" fmla="*/ 0 w 7283001"/>
              <a:gd name="connsiteY0" fmla="*/ 3647440 h 7294880"/>
              <a:gd name="connsiteX1" fmla="*/ 3641501 w 7283001"/>
              <a:gd name="connsiteY1" fmla="*/ 0 h 7294880"/>
              <a:gd name="connsiteX2" fmla="*/ 7283002 w 7283001"/>
              <a:gd name="connsiteY2" fmla="*/ 3647440 h 7294880"/>
              <a:gd name="connsiteX3" fmla="*/ 3641501 w 7283001"/>
              <a:gd name="connsiteY3" fmla="*/ 7294880 h 7294880"/>
              <a:gd name="connsiteX4" fmla="*/ 0 w 7283001"/>
              <a:gd name="connsiteY4" fmla="*/ 3647440 h 7294880"/>
              <a:gd name="connsiteX0-1" fmla="*/ 0 w 7283002"/>
              <a:gd name="connsiteY0-2" fmla="*/ 3647440 h 7294880"/>
              <a:gd name="connsiteX1-3" fmla="*/ 3641501 w 7283002"/>
              <a:gd name="connsiteY1-4" fmla="*/ 0 h 7294880"/>
              <a:gd name="connsiteX2-5" fmla="*/ 7283002 w 7283002"/>
              <a:gd name="connsiteY2-6" fmla="*/ 3647440 h 7294880"/>
              <a:gd name="connsiteX3-7" fmla="*/ 3641501 w 7283002"/>
              <a:gd name="connsiteY3-8" fmla="*/ 7294880 h 7294880"/>
              <a:gd name="connsiteX4-9" fmla="*/ 0 w 7283002"/>
              <a:gd name="connsiteY4-10" fmla="*/ 3647440 h 7294880"/>
              <a:gd name="connsiteX0-11" fmla="*/ 0 w 7283002"/>
              <a:gd name="connsiteY0-12" fmla="*/ 3961777 h 7609217"/>
              <a:gd name="connsiteX1-13" fmla="*/ 3641501 w 7283002"/>
              <a:gd name="connsiteY1-14" fmla="*/ 314337 h 7609217"/>
              <a:gd name="connsiteX2-15" fmla="*/ 7283002 w 7283002"/>
              <a:gd name="connsiteY2-16" fmla="*/ 3961777 h 7609217"/>
              <a:gd name="connsiteX3-17" fmla="*/ 3641501 w 7283002"/>
              <a:gd name="connsiteY3-18" fmla="*/ 7609217 h 7609217"/>
              <a:gd name="connsiteX4-19" fmla="*/ 0 w 7283002"/>
              <a:gd name="connsiteY4-20" fmla="*/ 3961777 h 7609217"/>
              <a:gd name="connsiteX0-21" fmla="*/ 0 w 7283002"/>
              <a:gd name="connsiteY0-22" fmla="*/ 3727312 h 7374752"/>
              <a:gd name="connsiteX1-23" fmla="*/ 3641501 w 7283002"/>
              <a:gd name="connsiteY1-24" fmla="*/ 79872 h 7374752"/>
              <a:gd name="connsiteX2-25" fmla="*/ 7283002 w 7283002"/>
              <a:gd name="connsiteY2-26" fmla="*/ 3727312 h 7374752"/>
              <a:gd name="connsiteX3-27" fmla="*/ 3641501 w 7283002"/>
              <a:gd name="connsiteY3-28" fmla="*/ 7374752 h 7374752"/>
              <a:gd name="connsiteX4-29" fmla="*/ 0 w 7283002"/>
              <a:gd name="connsiteY4-30" fmla="*/ 3727312 h 7374752"/>
              <a:gd name="connsiteX0-31" fmla="*/ 107156 w 7390158"/>
              <a:gd name="connsiteY0-32" fmla="*/ 3715815 h 7363255"/>
              <a:gd name="connsiteX1-33" fmla="*/ 3748657 w 7390158"/>
              <a:gd name="connsiteY1-34" fmla="*/ 68375 h 7363255"/>
              <a:gd name="connsiteX2-35" fmla="*/ 7390158 w 7390158"/>
              <a:gd name="connsiteY2-36" fmla="*/ 3715815 h 7363255"/>
              <a:gd name="connsiteX3-37" fmla="*/ 3748657 w 7390158"/>
              <a:gd name="connsiteY3-38" fmla="*/ 7363255 h 7363255"/>
              <a:gd name="connsiteX4-39" fmla="*/ 107156 w 7390158"/>
              <a:gd name="connsiteY4-40" fmla="*/ 3715815 h 7363255"/>
              <a:gd name="connsiteX0-41" fmla="*/ 1343341 w 8626343"/>
              <a:gd name="connsiteY0-42" fmla="*/ 3776855 h 7424295"/>
              <a:gd name="connsiteX1-43" fmla="*/ 4984842 w 8626343"/>
              <a:gd name="connsiteY1-44" fmla="*/ 129415 h 7424295"/>
              <a:gd name="connsiteX2-45" fmla="*/ 8626343 w 8626343"/>
              <a:gd name="connsiteY2-46" fmla="*/ 3776855 h 7424295"/>
              <a:gd name="connsiteX3-47" fmla="*/ 4984842 w 8626343"/>
              <a:gd name="connsiteY3-48" fmla="*/ 7424295 h 7424295"/>
              <a:gd name="connsiteX4-49" fmla="*/ 1343341 w 8626343"/>
              <a:gd name="connsiteY4-50" fmla="*/ 3776855 h 7424295"/>
              <a:gd name="connsiteX0-51" fmla="*/ 1343341 w 8626343"/>
              <a:gd name="connsiteY0-52" fmla="*/ 3776855 h 7548584"/>
              <a:gd name="connsiteX1-53" fmla="*/ 4984842 w 8626343"/>
              <a:gd name="connsiteY1-54" fmla="*/ 129415 h 7548584"/>
              <a:gd name="connsiteX2-55" fmla="*/ 8626343 w 8626343"/>
              <a:gd name="connsiteY2-56" fmla="*/ 3776855 h 7548584"/>
              <a:gd name="connsiteX3-57" fmla="*/ 4984842 w 8626343"/>
              <a:gd name="connsiteY3-58" fmla="*/ 7424295 h 7548584"/>
              <a:gd name="connsiteX4-59" fmla="*/ 1343341 w 8626343"/>
              <a:gd name="connsiteY4-60" fmla="*/ 3776855 h 75485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626343" h="7548584">
                <a:moveTo>
                  <a:pt x="1343341" y="3776855"/>
                </a:moveTo>
                <a:cubicBezTo>
                  <a:pt x="-2324419" y="1118322"/>
                  <a:pt x="2404737" y="-480185"/>
                  <a:pt x="4984842" y="129415"/>
                </a:cubicBezTo>
                <a:cubicBezTo>
                  <a:pt x="7564947" y="739015"/>
                  <a:pt x="8626343" y="1762430"/>
                  <a:pt x="8626343" y="3776855"/>
                </a:cubicBezTo>
                <a:cubicBezTo>
                  <a:pt x="8626343" y="5791280"/>
                  <a:pt x="5675187" y="8115175"/>
                  <a:pt x="4984842" y="7424295"/>
                </a:cubicBezTo>
                <a:cubicBezTo>
                  <a:pt x="4294497" y="6733415"/>
                  <a:pt x="5011101" y="6435388"/>
                  <a:pt x="1343341" y="3776855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60000"/>
                </a:schemeClr>
              </a:gs>
              <a:gs pos="100000">
                <a:schemeClr val="accent5">
                  <a:alpha val="60000"/>
                </a:schemeClr>
              </a:gs>
              <a:gs pos="70000">
                <a:schemeClr val="accent3">
                  <a:alpha val="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/>
          </a:p>
        </p:txBody>
      </p:sp>
      <p:sp>
        <p:nvSpPr>
          <p:cNvPr id="51" name="椭圆 37"/>
          <p:cNvSpPr/>
          <p:nvPr userDrawn="1"/>
        </p:nvSpPr>
        <p:spPr>
          <a:xfrm rot="12210284">
            <a:off x="-3088807" y="-3001262"/>
            <a:ext cx="7817225" cy="6857626"/>
          </a:xfrm>
          <a:custGeom>
            <a:avLst/>
            <a:gdLst>
              <a:gd name="connsiteX0" fmla="*/ 0 w 7283001"/>
              <a:gd name="connsiteY0" fmla="*/ 3647440 h 7294880"/>
              <a:gd name="connsiteX1" fmla="*/ 3641501 w 7283001"/>
              <a:gd name="connsiteY1" fmla="*/ 0 h 7294880"/>
              <a:gd name="connsiteX2" fmla="*/ 7283002 w 7283001"/>
              <a:gd name="connsiteY2" fmla="*/ 3647440 h 7294880"/>
              <a:gd name="connsiteX3" fmla="*/ 3641501 w 7283001"/>
              <a:gd name="connsiteY3" fmla="*/ 7294880 h 7294880"/>
              <a:gd name="connsiteX4" fmla="*/ 0 w 7283001"/>
              <a:gd name="connsiteY4" fmla="*/ 3647440 h 7294880"/>
              <a:gd name="connsiteX0-1" fmla="*/ 0 w 7283002"/>
              <a:gd name="connsiteY0-2" fmla="*/ 3647440 h 7294880"/>
              <a:gd name="connsiteX1-3" fmla="*/ 3641501 w 7283002"/>
              <a:gd name="connsiteY1-4" fmla="*/ 0 h 7294880"/>
              <a:gd name="connsiteX2-5" fmla="*/ 7283002 w 7283002"/>
              <a:gd name="connsiteY2-6" fmla="*/ 3647440 h 7294880"/>
              <a:gd name="connsiteX3-7" fmla="*/ 3641501 w 7283002"/>
              <a:gd name="connsiteY3-8" fmla="*/ 7294880 h 7294880"/>
              <a:gd name="connsiteX4-9" fmla="*/ 0 w 7283002"/>
              <a:gd name="connsiteY4-10" fmla="*/ 3647440 h 7294880"/>
              <a:gd name="connsiteX0-11" fmla="*/ 0 w 7283002"/>
              <a:gd name="connsiteY0-12" fmla="*/ 3961777 h 7609217"/>
              <a:gd name="connsiteX1-13" fmla="*/ 3641501 w 7283002"/>
              <a:gd name="connsiteY1-14" fmla="*/ 314337 h 7609217"/>
              <a:gd name="connsiteX2-15" fmla="*/ 7283002 w 7283002"/>
              <a:gd name="connsiteY2-16" fmla="*/ 3961777 h 7609217"/>
              <a:gd name="connsiteX3-17" fmla="*/ 3641501 w 7283002"/>
              <a:gd name="connsiteY3-18" fmla="*/ 7609217 h 7609217"/>
              <a:gd name="connsiteX4-19" fmla="*/ 0 w 7283002"/>
              <a:gd name="connsiteY4-20" fmla="*/ 3961777 h 7609217"/>
              <a:gd name="connsiteX0-21" fmla="*/ 0 w 7283002"/>
              <a:gd name="connsiteY0-22" fmla="*/ 3727312 h 7374752"/>
              <a:gd name="connsiteX1-23" fmla="*/ 3641501 w 7283002"/>
              <a:gd name="connsiteY1-24" fmla="*/ 79872 h 7374752"/>
              <a:gd name="connsiteX2-25" fmla="*/ 7283002 w 7283002"/>
              <a:gd name="connsiteY2-26" fmla="*/ 3727312 h 7374752"/>
              <a:gd name="connsiteX3-27" fmla="*/ 3641501 w 7283002"/>
              <a:gd name="connsiteY3-28" fmla="*/ 7374752 h 7374752"/>
              <a:gd name="connsiteX4-29" fmla="*/ 0 w 7283002"/>
              <a:gd name="connsiteY4-30" fmla="*/ 3727312 h 7374752"/>
              <a:gd name="connsiteX0-31" fmla="*/ 107156 w 7390158"/>
              <a:gd name="connsiteY0-32" fmla="*/ 3715815 h 7363255"/>
              <a:gd name="connsiteX1-33" fmla="*/ 3748657 w 7390158"/>
              <a:gd name="connsiteY1-34" fmla="*/ 68375 h 7363255"/>
              <a:gd name="connsiteX2-35" fmla="*/ 7390158 w 7390158"/>
              <a:gd name="connsiteY2-36" fmla="*/ 3715815 h 7363255"/>
              <a:gd name="connsiteX3-37" fmla="*/ 3748657 w 7390158"/>
              <a:gd name="connsiteY3-38" fmla="*/ 7363255 h 7363255"/>
              <a:gd name="connsiteX4-39" fmla="*/ 107156 w 7390158"/>
              <a:gd name="connsiteY4-40" fmla="*/ 3715815 h 7363255"/>
              <a:gd name="connsiteX0-41" fmla="*/ 1343341 w 8626343"/>
              <a:gd name="connsiteY0-42" fmla="*/ 3776855 h 7424295"/>
              <a:gd name="connsiteX1-43" fmla="*/ 4984842 w 8626343"/>
              <a:gd name="connsiteY1-44" fmla="*/ 129415 h 7424295"/>
              <a:gd name="connsiteX2-45" fmla="*/ 8626343 w 8626343"/>
              <a:gd name="connsiteY2-46" fmla="*/ 3776855 h 7424295"/>
              <a:gd name="connsiteX3-47" fmla="*/ 4984842 w 8626343"/>
              <a:gd name="connsiteY3-48" fmla="*/ 7424295 h 7424295"/>
              <a:gd name="connsiteX4-49" fmla="*/ 1343341 w 8626343"/>
              <a:gd name="connsiteY4-50" fmla="*/ 3776855 h 7424295"/>
              <a:gd name="connsiteX0-51" fmla="*/ 1343341 w 8626343"/>
              <a:gd name="connsiteY0-52" fmla="*/ 3776855 h 7548584"/>
              <a:gd name="connsiteX1-53" fmla="*/ 4984842 w 8626343"/>
              <a:gd name="connsiteY1-54" fmla="*/ 129415 h 7548584"/>
              <a:gd name="connsiteX2-55" fmla="*/ 8626343 w 8626343"/>
              <a:gd name="connsiteY2-56" fmla="*/ 3776855 h 7548584"/>
              <a:gd name="connsiteX3-57" fmla="*/ 4984842 w 8626343"/>
              <a:gd name="connsiteY3-58" fmla="*/ 7424295 h 7548584"/>
              <a:gd name="connsiteX4-59" fmla="*/ 1343341 w 8626343"/>
              <a:gd name="connsiteY4-60" fmla="*/ 3776855 h 7548584"/>
              <a:gd name="connsiteX0-61" fmla="*/ 1276306 w 8559308"/>
              <a:gd name="connsiteY0-62" fmla="*/ 3736886 h 7508615"/>
              <a:gd name="connsiteX1-63" fmla="*/ 4917807 w 8559308"/>
              <a:gd name="connsiteY1-64" fmla="*/ 89446 h 7508615"/>
              <a:gd name="connsiteX2-65" fmla="*/ 8559308 w 8559308"/>
              <a:gd name="connsiteY2-66" fmla="*/ 3736886 h 7508615"/>
              <a:gd name="connsiteX3-67" fmla="*/ 4917807 w 8559308"/>
              <a:gd name="connsiteY3-68" fmla="*/ 7384326 h 7508615"/>
              <a:gd name="connsiteX4-69" fmla="*/ 1276306 w 8559308"/>
              <a:gd name="connsiteY4-70" fmla="*/ 3736886 h 75086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559308" h="7508615">
                <a:moveTo>
                  <a:pt x="1276306" y="3736886"/>
                </a:moveTo>
                <a:cubicBezTo>
                  <a:pt x="-2234531" y="2127967"/>
                  <a:pt x="2337702" y="-520154"/>
                  <a:pt x="4917807" y="89446"/>
                </a:cubicBezTo>
                <a:cubicBezTo>
                  <a:pt x="7497912" y="699046"/>
                  <a:pt x="8559308" y="1722461"/>
                  <a:pt x="8559308" y="3736886"/>
                </a:cubicBezTo>
                <a:cubicBezTo>
                  <a:pt x="8559308" y="5751311"/>
                  <a:pt x="5608152" y="8075206"/>
                  <a:pt x="4917807" y="7384326"/>
                </a:cubicBezTo>
                <a:cubicBezTo>
                  <a:pt x="4227462" y="6693446"/>
                  <a:pt x="4787143" y="5345805"/>
                  <a:pt x="1276306" y="3736886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20000"/>
                </a:schemeClr>
              </a:gs>
              <a:gs pos="0">
                <a:schemeClr val="accent5">
                  <a:alpha val="70000"/>
                </a:schemeClr>
              </a:gs>
              <a:gs pos="70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/>
          </a:p>
        </p:txBody>
      </p:sp>
      <p:sp>
        <p:nvSpPr>
          <p:cNvPr id="88" name="椭圆 87"/>
          <p:cNvSpPr/>
          <p:nvPr userDrawn="1"/>
        </p:nvSpPr>
        <p:spPr>
          <a:xfrm>
            <a:off x="-916566" y="1690120"/>
            <a:ext cx="2943980" cy="2943980"/>
          </a:xfrm>
          <a:prstGeom prst="ellipse">
            <a:avLst/>
          </a:prstGeom>
          <a:gradFill flip="none" rotWithShape="1">
            <a:gsLst>
              <a:gs pos="35000">
                <a:schemeClr val="accent1">
                  <a:alpha val="20000"/>
                </a:schemeClr>
              </a:gs>
              <a:gs pos="0">
                <a:schemeClr val="bg2"/>
              </a:gs>
              <a:gs pos="70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9" name="椭圆 88"/>
          <p:cNvSpPr/>
          <p:nvPr userDrawn="1"/>
        </p:nvSpPr>
        <p:spPr>
          <a:xfrm>
            <a:off x="9239529" y="3191817"/>
            <a:ext cx="2834731" cy="2834731"/>
          </a:xfrm>
          <a:prstGeom prst="ellipse">
            <a:avLst/>
          </a:prstGeom>
          <a:gradFill flip="none" rotWithShape="1">
            <a:gsLst>
              <a:gs pos="35000">
                <a:schemeClr val="accent1">
                  <a:alpha val="20000"/>
                </a:schemeClr>
              </a:gs>
              <a:gs pos="0">
                <a:schemeClr val="bg2"/>
              </a:gs>
              <a:gs pos="70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83" name="组合 82"/>
          <p:cNvGrpSpPr/>
          <p:nvPr userDrawn="1"/>
        </p:nvGrpSpPr>
        <p:grpSpPr>
          <a:xfrm>
            <a:off x="3799253" y="4219320"/>
            <a:ext cx="4593494" cy="509512"/>
            <a:chOff x="6196426" y="4074695"/>
            <a:chExt cx="4593494" cy="509512"/>
          </a:xfrm>
        </p:grpSpPr>
        <p:sp>
          <p:nvSpPr>
            <p:cNvPr id="84" name="矩形: 圆角 83"/>
            <p:cNvSpPr/>
            <p:nvPr userDrawn="1"/>
          </p:nvSpPr>
          <p:spPr>
            <a:xfrm>
              <a:off x="6196426" y="4074695"/>
              <a:ext cx="4593494" cy="50951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5" name="图片 8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37682" y="4167878"/>
              <a:ext cx="3710981" cy="321597"/>
            </a:xfrm>
            <a:prstGeom prst="rect">
              <a:avLst/>
            </a:prstGeom>
          </p:spPr>
        </p:pic>
      </p:grpSp>
      <p:sp>
        <p:nvSpPr>
          <p:cNvPr id="61" name="椭圆 60"/>
          <p:cNvSpPr/>
          <p:nvPr userDrawn="1"/>
        </p:nvSpPr>
        <p:spPr>
          <a:xfrm>
            <a:off x="9066815" y="4804848"/>
            <a:ext cx="1625600" cy="1625600"/>
          </a:xfrm>
          <a:prstGeom prst="ellipse">
            <a:avLst/>
          </a:prstGeom>
          <a:gradFill flip="none" rotWithShape="1">
            <a:gsLst>
              <a:gs pos="35000">
                <a:schemeClr val="accent1">
                  <a:alpha val="60000"/>
                </a:schemeClr>
              </a:gs>
              <a:gs pos="83000">
                <a:schemeClr val="bg1"/>
              </a:gs>
              <a:gs pos="100000">
                <a:schemeClr val="accent5">
                  <a:alpha val="60000"/>
                </a:schemeClr>
              </a:gs>
              <a:gs pos="70000">
                <a:schemeClr val="accent3">
                  <a:alpha val="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62" name="组合 61"/>
          <p:cNvGrpSpPr/>
          <p:nvPr userDrawn="1"/>
        </p:nvGrpSpPr>
        <p:grpSpPr>
          <a:xfrm>
            <a:off x="1186016" y="2228668"/>
            <a:ext cx="9819967" cy="1569660"/>
            <a:chOff x="1091873" y="2360846"/>
            <a:chExt cx="9819967" cy="1569660"/>
          </a:xfrm>
        </p:grpSpPr>
        <p:grpSp>
          <p:nvGrpSpPr>
            <p:cNvPr id="63" name="组合 62"/>
            <p:cNvGrpSpPr/>
            <p:nvPr userDrawn="1"/>
          </p:nvGrpSpPr>
          <p:grpSpPr>
            <a:xfrm>
              <a:off x="1091873" y="2511249"/>
              <a:ext cx="3152486" cy="1320578"/>
              <a:chOff x="1235051" y="2551889"/>
              <a:chExt cx="3152486" cy="1320578"/>
            </a:xfrm>
          </p:grpSpPr>
          <p:sp>
            <p:nvSpPr>
              <p:cNvPr id="80" name="文本框 79"/>
              <p:cNvSpPr txBox="1"/>
              <p:nvPr userDrawn="1"/>
            </p:nvSpPr>
            <p:spPr>
              <a:xfrm>
                <a:off x="1235051" y="2856804"/>
                <a:ext cx="2874847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6000" dirty="0">
                    <a:solidFill>
                      <a:schemeClr val="bg1"/>
                    </a:solidFill>
                    <a:latin typeface="字魂58号-创中黑" panose="00000500000000000000" pitchFamily="2" charset="-122"/>
                    <a:ea typeface="字魂58号-创中黑" panose="00000500000000000000" pitchFamily="2" charset="-122"/>
                  </a:rPr>
                  <a:t>HELLO_</a:t>
                </a:r>
                <a:endParaRPr lang="zh-CN" altLang="en-US" sz="6000" dirty="0">
                  <a:solidFill>
                    <a:schemeClr val="bg1"/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</a:endParaRPr>
              </a:p>
            </p:txBody>
          </p:sp>
          <p:sp>
            <p:nvSpPr>
              <p:cNvPr id="82" name="文本框 81"/>
              <p:cNvSpPr txBox="1"/>
              <p:nvPr userDrawn="1"/>
            </p:nvSpPr>
            <p:spPr>
              <a:xfrm>
                <a:off x="1235051" y="2551889"/>
                <a:ext cx="315248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2000" dirty="0">
                    <a:solidFill>
                      <a:schemeClr val="bg1"/>
                    </a:solidFill>
                    <a:latin typeface="字魂58号-创中黑" panose="00000500000000000000" pitchFamily="2" charset="-122"/>
                    <a:ea typeface="字魂58号-创中黑" panose="00000500000000000000" pitchFamily="2" charset="-122"/>
                  </a:rPr>
                  <a:t>呈现数据</a:t>
                </a:r>
                <a:r>
                  <a:rPr lang="zh-CN" altLang="en-US" sz="2000" b="1" dirty="0">
                    <a:solidFill>
                      <a:schemeClr val="accent2"/>
                    </a:solidFill>
                    <a:latin typeface="字魂58号-创中黑" panose="00000500000000000000" pitchFamily="2" charset="-122"/>
                    <a:ea typeface="字魂58号-创中黑" panose="00000500000000000000" pitchFamily="2" charset="-122"/>
                  </a:rPr>
                  <a:t>智能</a:t>
                </a:r>
                <a:r>
                  <a:rPr lang="zh-CN" altLang="en-US" sz="2000" kern="1200" dirty="0">
                    <a:solidFill>
                      <a:schemeClr val="bg1"/>
                    </a:solidFill>
                    <a:latin typeface="字魂58号-创中黑" panose="00000500000000000000" pitchFamily="2" charset="-122"/>
                    <a:ea typeface="字魂58号-创中黑" panose="00000500000000000000" pitchFamily="2" charset="-122"/>
                    <a:cs typeface="+mn-cs"/>
                  </a:rPr>
                  <a:t>简约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字魂58号-创中黑" panose="00000500000000000000" pitchFamily="2" charset="-122"/>
                    <a:ea typeface="字魂58号-创中黑" panose="00000500000000000000" pitchFamily="2" charset="-122"/>
                  </a:rPr>
                  <a:t>之美</a:t>
                </a:r>
                <a:endParaRPr lang="zh-CN" altLang="en-US" sz="2000" dirty="0">
                  <a:solidFill>
                    <a:schemeClr val="bg1"/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</a:endParaRPr>
              </a:p>
            </p:txBody>
          </p:sp>
        </p:grpSp>
        <p:sp>
          <p:nvSpPr>
            <p:cNvPr id="66" name="文本框 65"/>
            <p:cNvSpPr txBox="1"/>
            <p:nvPr userDrawn="1"/>
          </p:nvSpPr>
          <p:spPr>
            <a:xfrm>
              <a:off x="3817299" y="2360846"/>
              <a:ext cx="7094541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flat" dir="t"/>
              </a:scene3d>
              <a:sp3d prstMaterial="matte">
                <a:bevelT w="0" h="0"/>
                <a:bevelB w="0" h="0"/>
              </a:sp3d>
            </a:bodyPr>
            <a:lstStyle/>
            <a:p>
              <a:r>
                <a:rPr lang="en-US" altLang="zh-CN" sz="9600" dirty="0">
                  <a:gradFill flip="none" rotWithShape="1">
                    <a:gsLst>
                      <a:gs pos="84000">
                        <a:schemeClr val="accent2"/>
                      </a:gs>
                      <a:gs pos="46000">
                        <a:schemeClr val="bg1"/>
                      </a:gs>
                      <a:gs pos="93000">
                        <a:schemeClr val="bg2"/>
                      </a:gs>
                      <a:gs pos="99000">
                        <a:schemeClr val="bg1"/>
                      </a:gs>
                      <a:gs pos="28000">
                        <a:schemeClr val="accent5"/>
                      </a:gs>
                      <a:gs pos="19000">
                        <a:schemeClr val="bg2"/>
                      </a:gs>
                      <a:gs pos="75000">
                        <a:schemeClr val="bg2"/>
                      </a:gs>
                      <a:gs pos="0">
                        <a:schemeClr val="bg1"/>
                      </a:gs>
                    </a:gsLst>
                    <a:path path="circle">
                      <a:fillToRect t="100000" r="100000"/>
                    </a:path>
                    <a:tileRect l="-100000" b="-100000"/>
                  </a:gradFill>
                  <a:effectLst>
                    <a:outerShdw blurRad="50800" dist="38100" dir="2700000" sx="101000" sy="101000" algn="tl" rotWithShape="0">
                      <a:schemeClr val="accent1">
                        <a:alpha val="60000"/>
                      </a:schemeClr>
                    </a:outerShdw>
                  </a:effectLst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Dataknown</a:t>
              </a:r>
              <a:endParaRPr lang="zh-CN" altLang="en-US" sz="9600" dirty="0">
                <a:gradFill flip="none" rotWithShape="1">
                  <a:gsLst>
                    <a:gs pos="84000">
                      <a:schemeClr val="accent2"/>
                    </a:gs>
                    <a:gs pos="46000">
                      <a:schemeClr val="bg1"/>
                    </a:gs>
                    <a:gs pos="93000">
                      <a:schemeClr val="bg2"/>
                    </a:gs>
                    <a:gs pos="99000">
                      <a:schemeClr val="bg1"/>
                    </a:gs>
                    <a:gs pos="28000">
                      <a:schemeClr val="accent5"/>
                    </a:gs>
                    <a:gs pos="19000">
                      <a:schemeClr val="bg2"/>
                    </a:gs>
                    <a:gs pos="75000">
                      <a:schemeClr val="bg2"/>
                    </a:gs>
                    <a:gs pos="0">
                      <a:schemeClr val="bg1"/>
                    </a:gs>
                  </a:gsLst>
                  <a:path path="circle">
                    <a:fillToRect t="100000" r="100000"/>
                  </a:path>
                  <a:tileRect l="-100000" b="-100000"/>
                </a:gradFill>
                <a:effectLst>
                  <a:outerShdw blurRad="50800" dist="38100" dir="2700000" sx="101000" sy="101000" algn="tl" rotWithShape="0">
                    <a:schemeClr val="accent1">
                      <a:alpha val="60000"/>
                    </a:scheme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9" name="椭圆 37"/>
          <p:cNvSpPr/>
          <p:nvPr userDrawn="1"/>
        </p:nvSpPr>
        <p:spPr>
          <a:xfrm rot="17471892" flipH="1">
            <a:off x="1773450" y="-3614650"/>
            <a:ext cx="11097826" cy="9711285"/>
          </a:xfrm>
          <a:custGeom>
            <a:avLst/>
            <a:gdLst>
              <a:gd name="connsiteX0" fmla="*/ 0 w 7283001"/>
              <a:gd name="connsiteY0" fmla="*/ 3647440 h 7294880"/>
              <a:gd name="connsiteX1" fmla="*/ 3641501 w 7283001"/>
              <a:gd name="connsiteY1" fmla="*/ 0 h 7294880"/>
              <a:gd name="connsiteX2" fmla="*/ 7283002 w 7283001"/>
              <a:gd name="connsiteY2" fmla="*/ 3647440 h 7294880"/>
              <a:gd name="connsiteX3" fmla="*/ 3641501 w 7283001"/>
              <a:gd name="connsiteY3" fmla="*/ 7294880 h 7294880"/>
              <a:gd name="connsiteX4" fmla="*/ 0 w 7283001"/>
              <a:gd name="connsiteY4" fmla="*/ 3647440 h 7294880"/>
              <a:gd name="connsiteX0-1" fmla="*/ 0 w 7283002"/>
              <a:gd name="connsiteY0-2" fmla="*/ 3647440 h 7294880"/>
              <a:gd name="connsiteX1-3" fmla="*/ 3641501 w 7283002"/>
              <a:gd name="connsiteY1-4" fmla="*/ 0 h 7294880"/>
              <a:gd name="connsiteX2-5" fmla="*/ 7283002 w 7283002"/>
              <a:gd name="connsiteY2-6" fmla="*/ 3647440 h 7294880"/>
              <a:gd name="connsiteX3-7" fmla="*/ 3641501 w 7283002"/>
              <a:gd name="connsiteY3-8" fmla="*/ 7294880 h 7294880"/>
              <a:gd name="connsiteX4-9" fmla="*/ 0 w 7283002"/>
              <a:gd name="connsiteY4-10" fmla="*/ 3647440 h 7294880"/>
              <a:gd name="connsiteX0-11" fmla="*/ 0 w 7283002"/>
              <a:gd name="connsiteY0-12" fmla="*/ 3961777 h 7609217"/>
              <a:gd name="connsiteX1-13" fmla="*/ 3641501 w 7283002"/>
              <a:gd name="connsiteY1-14" fmla="*/ 314337 h 7609217"/>
              <a:gd name="connsiteX2-15" fmla="*/ 7283002 w 7283002"/>
              <a:gd name="connsiteY2-16" fmla="*/ 3961777 h 7609217"/>
              <a:gd name="connsiteX3-17" fmla="*/ 3641501 w 7283002"/>
              <a:gd name="connsiteY3-18" fmla="*/ 7609217 h 7609217"/>
              <a:gd name="connsiteX4-19" fmla="*/ 0 w 7283002"/>
              <a:gd name="connsiteY4-20" fmla="*/ 3961777 h 7609217"/>
              <a:gd name="connsiteX0-21" fmla="*/ 0 w 7283002"/>
              <a:gd name="connsiteY0-22" fmla="*/ 3727312 h 7374752"/>
              <a:gd name="connsiteX1-23" fmla="*/ 3641501 w 7283002"/>
              <a:gd name="connsiteY1-24" fmla="*/ 79872 h 7374752"/>
              <a:gd name="connsiteX2-25" fmla="*/ 7283002 w 7283002"/>
              <a:gd name="connsiteY2-26" fmla="*/ 3727312 h 7374752"/>
              <a:gd name="connsiteX3-27" fmla="*/ 3641501 w 7283002"/>
              <a:gd name="connsiteY3-28" fmla="*/ 7374752 h 7374752"/>
              <a:gd name="connsiteX4-29" fmla="*/ 0 w 7283002"/>
              <a:gd name="connsiteY4-30" fmla="*/ 3727312 h 7374752"/>
              <a:gd name="connsiteX0-31" fmla="*/ 107156 w 7390158"/>
              <a:gd name="connsiteY0-32" fmla="*/ 3715815 h 7363255"/>
              <a:gd name="connsiteX1-33" fmla="*/ 3748657 w 7390158"/>
              <a:gd name="connsiteY1-34" fmla="*/ 68375 h 7363255"/>
              <a:gd name="connsiteX2-35" fmla="*/ 7390158 w 7390158"/>
              <a:gd name="connsiteY2-36" fmla="*/ 3715815 h 7363255"/>
              <a:gd name="connsiteX3-37" fmla="*/ 3748657 w 7390158"/>
              <a:gd name="connsiteY3-38" fmla="*/ 7363255 h 7363255"/>
              <a:gd name="connsiteX4-39" fmla="*/ 107156 w 7390158"/>
              <a:gd name="connsiteY4-40" fmla="*/ 3715815 h 7363255"/>
              <a:gd name="connsiteX0-41" fmla="*/ 1343341 w 8626343"/>
              <a:gd name="connsiteY0-42" fmla="*/ 3776855 h 7424295"/>
              <a:gd name="connsiteX1-43" fmla="*/ 4984842 w 8626343"/>
              <a:gd name="connsiteY1-44" fmla="*/ 129415 h 7424295"/>
              <a:gd name="connsiteX2-45" fmla="*/ 8626343 w 8626343"/>
              <a:gd name="connsiteY2-46" fmla="*/ 3776855 h 7424295"/>
              <a:gd name="connsiteX3-47" fmla="*/ 4984842 w 8626343"/>
              <a:gd name="connsiteY3-48" fmla="*/ 7424295 h 7424295"/>
              <a:gd name="connsiteX4-49" fmla="*/ 1343341 w 8626343"/>
              <a:gd name="connsiteY4-50" fmla="*/ 3776855 h 7424295"/>
              <a:gd name="connsiteX0-51" fmla="*/ 1343341 w 8626343"/>
              <a:gd name="connsiteY0-52" fmla="*/ 3776855 h 7548584"/>
              <a:gd name="connsiteX1-53" fmla="*/ 4984842 w 8626343"/>
              <a:gd name="connsiteY1-54" fmla="*/ 129415 h 7548584"/>
              <a:gd name="connsiteX2-55" fmla="*/ 8626343 w 8626343"/>
              <a:gd name="connsiteY2-56" fmla="*/ 3776855 h 7548584"/>
              <a:gd name="connsiteX3-57" fmla="*/ 4984842 w 8626343"/>
              <a:gd name="connsiteY3-58" fmla="*/ 7424295 h 7548584"/>
              <a:gd name="connsiteX4-59" fmla="*/ 1343341 w 8626343"/>
              <a:gd name="connsiteY4-60" fmla="*/ 3776855 h 75485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626343" h="7548584">
                <a:moveTo>
                  <a:pt x="1343341" y="3776855"/>
                </a:moveTo>
                <a:cubicBezTo>
                  <a:pt x="-2324419" y="1118322"/>
                  <a:pt x="2404737" y="-480185"/>
                  <a:pt x="4984842" y="129415"/>
                </a:cubicBezTo>
                <a:cubicBezTo>
                  <a:pt x="7564947" y="739015"/>
                  <a:pt x="8626343" y="1762430"/>
                  <a:pt x="8626343" y="3776855"/>
                </a:cubicBezTo>
                <a:cubicBezTo>
                  <a:pt x="8626343" y="5791280"/>
                  <a:pt x="5675187" y="8115175"/>
                  <a:pt x="4984842" y="7424295"/>
                </a:cubicBezTo>
                <a:cubicBezTo>
                  <a:pt x="4294497" y="6733415"/>
                  <a:pt x="5011101" y="6435388"/>
                  <a:pt x="1343341" y="3776855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20000"/>
                </a:schemeClr>
              </a:gs>
              <a:gs pos="0">
                <a:schemeClr val="accent5">
                  <a:alpha val="70000"/>
                </a:schemeClr>
              </a:gs>
              <a:gs pos="70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/>
          </a:p>
        </p:txBody>
      </p:sp>
      <p:sp>
        <p:nvSpPr>
          <p:cNvPr id="49" name="椭圆 37"/>
          <p:cNvSpPr/>
          <p:nvPr userDrawn="1"/>
        </p:nvSpPr>
        <p:spPr>
          <a:xfrm>
            <a:off x="-3532296" y="-653799"/>
            <a:ext cx="11097826" cy="9711285"/>
          </a:xfrm>
          <a:custGeom>
            <a:avLst/>
            <a:gdLst>
              <a:gd name="connsiteX0" fmla="*/ 0 w 7283001"/>
              <a:gd name="connsiteY0" fmla="*/ 3647440 h 7294880"/>
              <a:gd name="connsiteX1" fmla="*/ 3641501 w 7283001"/>
              <a:gd name="connsiteY1" fmla="*/ 0 h 7294880"/>
              <a:gd name="connsiteX2" fmla="*/ 7283002 w 7283001"/>
              <a:gd name="connsiteY2" fmla="*/ 3647440 h 7294880"/>
              <a:gd name="connsiteX3" fmla="*/ 3641501 w 7283001"/>
              <a:gd name="connsiteY3" fmla="*/ 7294880 h 7294880"/>
              <a:gd name="connsiteX4" fmla="*/ 0 w 7283001"/>
              <a:gd name="connsiteY4" fmla="*/ 3647440 h 7294880"/>
              <a:gd name="connsiteX0-1" fmla="*/ 0 w 7283002"/>
              <a:gd name="connsiteY0-2" fmla="*/ 3647440 h 7294880"/>
              <a:gd name="connsiteX1-3" fmla="*/ 3641501 w 7283002"/>
              <a:gd name="connsiteY1-4" fmla="*/ 0 h 7294880"/>
              <a:gd name="connsiteX2-5" fmla="*/ 7283002 w 7283002"/>
              <a:gd name="connsiteY2-6" fmla="*/ 3647440 h 7294880"/>
              <a:gd name="connsiteX3-7" fmla="*/ 3641501 w 7283002"/>
              <a:gd name="connsiteY3-8" fmla="*/ 7294880 h 7294880"/>
              <a:gd name="connsiteX4-9" fmla="*/ 0 w 7283002"/>
              <a:gd name="connsiteY4-10" fmla="*/ 3647440 h 7294880"/>
              <a:gd name="connsiteX0-11" fmla="*/ 0 w 7283002"/>
              <a:gd name="connsiteY0-12" fmla="*/ 3961777 h 7609217"/>
              <a:gd name="connsiteX1-13" fmla="*/ 3641501 w 7283002"/>
              <a:gd name="connsiteY1-14" fmla="*/ 314337 h 7609217"/>
              <a:gd name="connsiteX2-15" fmla="*/ 7283002 w 7283002"/>
              <a:gd name="connsiteY2-16" fmla="*/ 3961777 h 7609217"/>
              <a:gd name="connsiteX3-17" fmla="*/ 3641501 w 7283002"/>
              <a:gd name="connsiteY3-18" fmla="*/ 7609217 h 7609217"/>
              <a:gd name="connsiteX4-19" fmla="*/ 0 w 7283002"/>
              <a:gd name="connsiteY4-20" fmla="*/ 3961777 h 7609217"/>
              <a:gd name="connsiteX0-21" fmla="*/ 0 w 7283002"/>
              <a:gd name="connsiteY0-22" fmla="*/ 3727312 h 7374752"/>
              <a:gd name="connsiteX1-23" fmla="*/ 3641501 w 7283002"/>
              <a:gd name="connsiteY1-24" fmla="*/ 79872 h 7374752"/>
              <a:gd name="connsiteX2-25" fmla="*/ 7283002 w 7283002"/>
              <a:gd name="connsiteY2-26" fmla="*/ 3727312 h 7374752"/>
              <a:gd name="connsiteX3-27" fmla="*/ 3641501 w 7283002"/>
              <a:gd name="connsiteY3-28" fmla="*/ 7374752 h 7374752"/>
              <a:gd name="connsiteX4-29" fmla="*/ 0 w 7283002"/>
              <a:gd name="connsiteY4-30" fmla="*/ 3727312 h 7374752"/>
              <a:gd name="connsiteX0-31" fmla="*/ 107156 w 7390158"/>
              <a:gd name="connsiteY0-32" fmla="*/ 3715815 h 7363255"/>
              <a:gd name="connsiteX1-33" fmla="*/ 3748657 w 7390158"/>
              <a:gd name="connsiteY1-34" fmla="*/ 68375 h 7363255"/>
              <a:gd name="connsiteX2-35" fmla="*/ 7390158 w 7390158"/>
              <a:gd name="connsiteY2-36" fmla="*/ 3715815 h 7363255"/>
              <a:gd name="connsiteX3-37" fmla="*/ 3748657 w 7390158"/>
              <a:gd name="connsiteY3-38" fmla="*/ 7363255 h 7363255"/>
              <a:gd name="connsiteX4-39" fmla="*/ 107156 w 7390158"/>
              <a:gd name="connsiteY4-40" fmla="*/ 3715815 h 7363255"/>
              <a:gd name="connsiteX0-41" fmla="*/ 1343341 w 8626343"/>
              <a:gd name="connsiteY0-42" fmla="*/ 3776855 h 7424295"/>
              <a:gd name="connsiteX1-43" fmla="*/ 4984842 w 8626343"/>
              <a:gd name="connsiteY1-44" fmla="*/ 129415 h 7424295"/>
              <a:gd name="connsiteX2-45" fmla="*/ 8626343 w 8626343"/>
              <a:gd name="connsiteY2-46" fmla="*/ 3776855 h 7424295"/>
              <a:gd name="connsiteX3-47" fmla="*/ 4984842 w 8626343"/>
              <a:gd name="connsiteY3-48" fmla="*/ 7424295 h 7424295"/>
              <a:gd name="connsiteX4-49" fmla="*/ 1343341 w 8626343"/>
              <a:gd name="connsiteY4-50" fmla="*/ 3776855 h 7424295"/>
              <a:gd name="connsiteX0-51" fmla="*/ 1343341 w 8626343"/>
              <a:gd name="connsiteY0-52" fmla="*/ 3776855 h 7548584"/>
              <a:gd name="connsiteX1-53" fmla="*/ 4984842 w 8626343"/>
              <a:gd name="connsiteY1-54" fmla="*/ 129415 h 7548584"/>
              <a:gd name="connsiteX2-55" fmla="*/ 8626343 w 8626343"/>
              <a:gd name="connsiteY2-56" fmla="*/ 3776855 h 7548584"/>
              <a:gd name="connsiteX3-57" fmla="*/ 4984842 w 8626343"/>
              <a:gd name="connsiteY3-58" fmla="*/ 7424295 h 7548584"/>
              <a:gd name="connsiteX4-59" fmla="*/ 1343341 w 8626343"/>
              <a:gd name="connsiteY4-60" fmla="*/ 3776855 h 75485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626343" h="7548584">
                <a:moveTo>
                  <a:pt x="1343341" y="3776855"/>
                </a:moveTo>
                <a:cubicBezTo>
                  <a:pt x="-2324419" y="1118322"/>
                  <a:pt x="2404737" y="-480185"/>
                  <a:pt x="4984842" y="129415"/>
                </a:cubicBezTo>
                <a:cubicBezTo>
                  <a:pt x="7564947" y="739015"/>
                  <a:pt x="8626343" y="1762430"/>
                  <a:pt x="8626343" y="3776855"/>
                </a:cubicBezTo>
                <a:cubicBezTo>
                  <a:pt x="8626343" y="5791280"/>
                  <a:pt x="5675187" y="8115175"/>
                  <a:pt x="4984842" y="7424295"/>
                </a:cubicBezTo>
                <a:cubicBezTo>
                  <a:pt x="4294497" y="6733415"/>
                  <a:pt x="5011101" y="6435388"/>
                  <a:pt x="1343341" y="3776855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20000"/>
                </a:schemeClr>
              </a:gs>
              <a:gs pos="0">
                <a:schemeClr val="accent5">
                  <a:alpha val="70000"/>
                </a:schemeClr>
              </a:gs>
              <a:gs pos="70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/>
          </a:p>
        </p:txBody>
      </p:sp>
      <p:sp>
        <p:nvSpPr>
          <p:cNvPr id="35" name="椭圆 34"/>
          <p:cNvSpPr/>
          <p:nvPr userDrawn="1"/>
        </p:nvSpPr>
        <p:spPr>
          <a:xfrm rot="19463381">
            <a:off x="7591780" y="-985980"/>
            <a:ext cx="6340256" cy="5519595"/>
          </a:xfrm>
          <a:custGeom>
            <a:avLst/>
            <a:gdLst>
              <a:gd name="connsiteX0" fmla="*/ 0 w 8503920"/>
              <a:gd name="connsiteY0" fmla="*/ 3048000 h 6096000"/>
              <a:gd name="connsiteX1" fmla="*/ 4251960 w 8503920"/>
              <a:gd name="connsiteY1" fmla="*/ 0 h 6096000"/>
              <a:gd name="connsiteX2" fmla="*/ 8503920 w 8503920"/>
              <a:gd name="connsiteY2" fmla="*/ 3048000 h 6096000"/>
              <a:gd name="connsiteX3" fmla="*/ 4251960 w 8503920"/>
              <a:gd name="connsiteY3" fmla="*/ 6096000 h 6096000"/>
              <a:gd name="connsiteX4" fmla="*/ 0 w 8503920"/>
              <a:gd name="connsiteY4" fmla="*/ 3048000 h 6096000"/>
              <a:gd name="connsiteX0-1" fmla="*/ 0 w 8505037"/>
              <a:gd name="connsiteY0-2" fmla="*/ 2997252 h 6096078"/>
              <a:gd name="connsiteX1-3" fmla="*/ 4253077 w 8505037"/>
              <a:gd name="connsiteY1-4" fmla="*/ 40 h 6096078"/>
              <a:gd name="connsiteX2-5" fmla="*/ 8505037 w 8505037"/>
              <a:gd name="connsiteY2-6" fmla="*/ 3048040 h 6096078"/>
              <a:gd name="connsiteX3-7" fmla="*/ 4253077 w 8505037"/>
              <a:gd name="connsiteY3-8" fmla="*/ 6096040 h 6096078"/>
              <a:gd name="connsiteX4-9" fmla="*/ 0 w 8505037"/>
              <a:gd name="connsiteY4-10" fmla="*/ 2997252 h 6096078"/>
              <a:gd name="connsiteX0-11" fmla="*/ 105873 w 8610910"/>
              <a:gd name="connsiteY0-12" fmla="*/ 2997247 h 6096073"/>
              <a:gd name="connsiteX1-13" fmla="*/ 4358950 w 8610910"/>
              <a:gd name="connsiteY1-14" fmla="*/ 35 h 6096073"/>
              <a:gd name="connsiteX2-15" fmla="*/ 8610910 w 8610910"/>
              <a:gd name="connsiteY2-16" fmla="*/ 3048035 h 6096073"/>
              <a:gd name="connsiteX3-17" fmla="*/ 4358950 w 8610910"/>
              <a:gd name="connsiteY3-18" fmla="*/ 6096035 h 6096073"/>
              <a:gd name="connsiteX4-19" fmla="*/ 105873 w 8610910"/>
              <a:gd name="connsiteY4-20" fmla="*/ 2997247 h 6096073"/>
              <a:gd name="connsiteX0-21" fmla="*/ 1055 w 8506092"/>
              <a:gd name="connsiteY0-22" fmla="*/ 2997237 h 5085656"/>
              <a:gd name="connsiteX1-23" fmla="*/ 4254132 w 8506092"/>
              <a:gd name="connsiteY1-24" fmla="*/ 25 h 5085656"/>
              <a:gd name="connsiteX2-25" fmla="*/ 8506092 w 8506092"/>
              <a:gd name="connsiteY2-26" fmla="*/ 3048025 h 5085656"/>
              <a:gd name="connsiteX3-27" fmla="*/ 4640444 w 8506092"/>
              <a:gd name="connsiteY3-28" fmla="*/ 5085513 h 5085656"/>
              <a:gd name="connsiteX4-29" fmla="*/ 1055 w 8506092"/>
              <a:gd name="connsiteY4-30" fmla="*/ 2997237 h 5085656"/>
              <a:gd name="connsiteX0-31" fmla="*/ 1055 w 8506092"/>
              <a:gd name="connsiteY0-32" fmla="*/ 2997237 h 5519588"/>
              <a:gd name="connsiteX1-33" fmla="*/ 4254132 w 8506092"/>
              <a:gd name="connsiteY1-34" fmla="*/ 25 h 5519588"/>
              <a:gd name="connsiteX2-35" fmla="*/ 8506092 w 8506092"/>
              <a:gd name="connsiteY2-36" fmla="*/ 3048025 h 5519588"/>
              <a:gd name="connsiteX3-37" fmla="*/ 4640444 w 8506092"/>
              <a:gd name="connsiteY3-38" fmla="*/ 5085513 h 5519588"/>
              <a:gd name="connsiteX4-39" fmla="*/ 1055 w 8506092"/>
              <a:gd name="connsiteY4-40" fmla="*/ 2997237 h 5519588"/>
              <a:gd name="connsiteX0-41" fmla="*/ 72966 w 8578003"/>
              <a:gd name="connsiteY0-42" fmla="*/ 2997244 h 5519595"/>
              <a:gd name="connsiteX1-43" fmla="*/ 4326043 w 8578003"/>
              <a:gd name="connsiteY1-44" fmla="*/ 32 h 5519595"/>
              <a:gd name="connsiteX2-45" fmla="*/ 8578003 w 8578003"/>
              <a:gd name="connsiteY2-46" fmla="*/ 3048032 h 5519595"/>
              <a:gd name="connsiteX3-47" fmla="*/ 4712355 w 8578003"/>
              <a:gd name="connsiteY3-48" fmla="*/ 5085520 h 5519595"/>
              <a:gd name="connsiteX4-49" fmla="*/ 72966 w 8578003"/>
              <a:gd name="connsiteY4-50" fmla="*/ 2997244 h 55195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578003" h="5519595">
                <a:moveTo>
                  <a:pt x="72966" y="2997244"/>
                </a:moveTo>
                <a:cubicBezTo>
                  <a:pt x="-543503" y="1629289"/>
                  <a:pt x="2908537" y="-8433"/>
                  <a:pt x="4326043" y="32"/>
                </a:cubicBezTo>
                <a:cubicBezTo>
                  <a:pt x="5743549" y="8497"/>
                  <a:pt x="8578003" y="1364668"/>
                  <a:pt x="8578003" y="3048032"/>
                </a:cubicBezTo>
                <a:cubicBezTo>
                  <a:pt x="8578003" y="4731396"/>
                  <a:pt x="4998032" y="6307879"/>
                  <a:pt x="4712355" y="5085520"/>
                </a:cubicBezTo>
                <a:cubicBezTo>
                  <a:pt x="4426678" y="3863161"/>
                  <a:pt x="689435" y="4365199"/>
                  <a:pt x="72966" y="2997244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80000"/>
                </a:schemeClr>
              </a:gs>
              <a:gs pos="100000">
                <a:schemeClr val="accent5">
                  <a:alpha val="80000"/>
                </a:schemeClr>
              </a:gs>
              <a:gs pos="70000">
                <a:schemeClr val="accent3">
                  <a:alpha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4"/>
          <p:cNvSpPr/>
          <p:nvPr userDrawn="1"/>
        </p:nvSpPr>
        <p:spPr>
          <a:xfrm rot="19463381">
            <a:off x="-3530869" y="3103593"/>
            <a:ext cx="6340256" cy="5519595"/>
          </a:xfrm>
          <a:custGeom>
            <a:avLst/>
            <a:gdLst>
              <a:gd name="connsiteX0" fmla="*/ 0 w 8503920"/>
              <a:gd name="connsiteY0" fmla="*/ 3048000 h 6096000"/>
              <a:gd name="connsiteX1" fmla="*/ 4251960 w 8503920"/>
              <a:gd name="connsiteY1" fmla="*/ 0 h 6096000"/>
              <a:gd name="connsiteX2" fmla="*/ 8503920 w 8503920"/>
              <a:gd name="connsiteY2" fmla="*/ 3048000 h 6096000"/>
              <a:gd name="connsiteX3" fmla="*/ 4251960 w 8503920"/>
              <a:gd name="connsiteY3" fmla="*/ 6096000 h 6096000"/>
              <a:gd name="connsiteX4" fmla="*/ 0 w 8503920"/>
              <a:gd name="connsiteY4" fmla="*/ 3048000 h 6096000"/>
              <a:gd name="connsiteX0-1" fmla="*/ 0 w 8505037"/>
              <a:gd name="connsiteY0-2" fmla="*/ 2997252 h 6096078"/>
              <a:gd name="connsiteX1-3" fmla="*/ 4253077 w 8505037"/>
              <a:gd name="connsiteY1-4" fmla="*/ 40 h 6096078"/>
              <a:gd name="connsiteX2-5" fmla="*/ 8505037 w 8505037"/>
              <a:gd name="connsiteY2-6" fmla="*/ 3048040 h 6096078"/>
              <a:gd name="connsiteX3-7" fmla="*/ 4253077 w 8505037"/>
              <a:gd name="connsiteY3-8" fmla="*/ 6096040 h 6096078"/>
              <a:gd name="connsiteX4-9" fmla="*/ 0 w 8505037"/>
              <a:gd name="connsiteY4-10" fmla="*/ 2997252 h 6096078"/>
              <a:gd name="connsiteX0-11" fmla="*/ 105873 w 8610910"/>
              <a:gd name="connsiteY0-12" fmla="*/ 2997247 h 6096073"/>
              <a:gd name="connsiteX1-13" fmla="*/ 4358950 w 8610910"/>
              <a:gd name="connsiteY1-14" fmla="*/ 35 h 6096073"/>
              <a:gd name="connsiteX2-15" fmla="*/ 8610910 w 8610910"/>
              <a:gd name="connsiteY2-16" fmla="*/ 3048035 h 6096073"/>
              <a:gd name="connsiteX3-17" fmla="*/ 4358950 w 8610910"/>
              <a:gd name="connsiteY3-18" fmla="*/ 6096035 h 6096073"/>
              <a:gd name="connsiteX4-19" fmla="*/ 105873 w 8610910"/>
              <a:gd name="connsiteY4-20" fmla="*/ 2997247 h 6096073"/>
              <a:gd name="connsiteX0-21" fmla="*/ 1055 w 8506092"/>
              <a:gd name="connsiteY0-22" fmla="*/ 2997237 h 5085656"/>
              <a:gd name="connsiteX1-23" fmla="*/ 4254132 w 8506092"/>
              <a:gd name="connsiteY1-24" fmla="*/ 25 h 5085656"/>
              <a:gd name="connsiteX2-25" fmla="*/ 8506092 w 8506092"/>
              <a:gd name="connsiteY2-26" fmla="*/ 3048025 h 5085656"/>
              <a:gd name="connsiteX3-27" fmla="*/ 4640444 w 8506092"/>
              <a:gd name="connsiteY3-28" fmla="*/ 5085513 h 5085656"/>
              <a:gd name="connsiteX4-29" fmla="*/ 1055 w 8506092"/>
              <a:gd name="connsiteY4-30" fmla="*/ 2997237 h 5085656"/>
              <a:gd name="connsiteX0-31" fmla="*/ 1055 w 8506092"/>
              <a:gd name="connsiteY0-32" fmla="*/ 2997237 h 5519588"/>
              <a:gd name="connsiteX1-33" fmla="*/ 4254132 w 8506092"/>
              <a:gd name="connsiteY1-34" fmla="*/ 25 h 5519588"/>
              <a:gd name="connsiteX2-35" fmla="*/ 8506092 w 8506092"/>
              <a:gd name="connsiteY2-36" fmla="*/ 3048025 h 5519588"/>
              <a:gd name="connsiteX3-37" fmla="*/ 4640444 w 8506092"/>
              <a:gd name="connsiteY3-38" fmla="*/ 5085513 h 5519588"/>
              <a:gd name="connsiteX4-39" fmla="*/ 1055 w 8506092"/>
              <a:gd name="connsiteY4-40" fmla="*/ 2997237 h 5519588"/>
              <a:gd name="connsiteX0-41" fmla="*/ 72966 w 8578003"/>
              <a:gd name="connsiteY0-42" fmla="*/ 2997244 h 5519595"/>
              <a:gd name="connsiteX1-43" fmla="*/ 4326043 w 8578003"/>
              <a:gd name="connsiteY1-44" fmla="*/ 32 h 5519595"/>
              <a:gd name="connsiteX2-45" fmla="*/ 8578003 w 8578003"/>
              <a:gd name="connsiteY2-46" fmla="*/ 3048032 h 5519595"/>
              <a:gd name="connsiteX3-47" fmla="*/ 4712355 w 8578003"/>
              <a:gd name="connsiteY3-48" fmla="*/ 5085520 h 5519595"/>
              <a:gd name="connsiteX4-49" fmla="*/ 72966 w 8578003"/>
              <a:gd name="connsiteY4-50" fmla="*/ 2997244 h 55195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578003" h="5519595">
                <a:moveTo>
                  <a:pt x="72966" y="2997244"/>
                </a:moveTo>
                <a:cubicBezTo>
                  <a:pt x="-543503" y="1629289"/>
                  <a:pt x="2908537" y="-8433"/>
                  <a:pt x="4326043" y="32"/>
                </a:cubicBezTo>
                <a:cubicBezTo>
                  <a:pt x="5743549" y="8497"/>
                  <a:pt x="8578003" y="1364668"/>
                  <a:pt x="8578003" y="3048032"/>
                </a:cubicBezTo>
                <a:cubicBezTo>
                  <a:pt x="8578003" y="4731396"/>
                  <a:pt x="4998032" y="6307879"/>
                  <a:pt x="4712355" y="5085520"/>
                </a:cubicBezTo>
                <a:cubicBezTo>
                  <a:pt x="4426678" y="3863161"/>
                  <a:pt x="689435" y="4365199"/>
                  <a:pt x="72966" y="2997244"/>
                </a:cubicBezTo>
                <a:close/>
              </a:path>
            </a:pathLst>
          </a:custGeom>
          <a:gradFill flip="none" rotWithShape="1">
            <a:gsLst>
              <a:gs pos="68000">
                <a:schemeClr val="accent1"/>
              </a:gs>
              <a:gs pos="0">
                <a:schemeClr val="accent5"/>
              </a:gs>
              <a:gs pos="33000">
                <a:schemeClr val="accent3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/>
          <p:cNvSpPr/>
          <p:nvPr userDrawn="1"/>
        </p:nvSpPr>
        <p:spPr>
          <a:xfrm>
            <a:off x="6196426" y="427552"/>
            <a:ext cx="8626343" cy="7548584"/>
          </a:xfrm>
          <a:custGeom>
            <a:avLst/>
            <a:gdLst>
              <a:gd name="connsiteX0" fmla="*/ 0 w 7283001"/>
              <a:gd name="connsiteY0" fmla="*/ 3647440 h 7294880"/>
              <a:gd name="connsiteX1" fmla="*/ 3641501 w 7283001"/>
              <a:gd name="connsiteY1" fmla="*/ 0 h 7294880"/>
              <a:gd name="connsiteX2" fmla="*/ 7283002 w 7283001"/>
              <a:gd name="connsiteY2" fmla="*/ 3647440 h 7294880"/>
              <a:gd name="connsiteX3" fmla="*/ 3641501 w 7283001"/>
              <a:gd name="connsiteY3" fmla="*/ 7294880 h 7294880"/>
              <a:gd name="connsiteX4" fmla="*/ 0 w 7283001"/>
              <a:gd name="connsiteY4" fmla="*/ 3647440 h 7294880"/>
              <a:gd name="connsiteX0-1" fmla="*/ 0 w 7283002"/>
              <a:gd name="connsiteY0-2" fmla="*/ 3647440 h 7294880"/>
              <a:gd name="connsiteX1-3" fmla="*/ 3641501 w 7283002"/>
              <a:gd name="connsiteY1-4" fmla="*/ 0 h 7294880"/>
              <a:gd name="connsiteX2-5" fmla="*/ 7283002 w 7283002"/>
              <a:gd name="connsiteY2-6" fmla="*/ 3647440 h 7294880"/>
              <a:gd name="connsiteX3-7" fmla="*/ 3641501 w 7283002"/>
              <a:gd name="connsiteY3-8" fmla="*/ 7294880 h 7294880"/>
              <a:gd name="connsiteX4-9" fmla="*/ 0 w 7283002"/>
              <a:gd name="connsiteY4-10" fmla="*/ 3647440 h 7294880"/>
              <a:gd name="connsiteX0-11" fmla="*/ 0 w 7283002"/>
              <a:gd name="connsiteY0-12" fmla="*/ 3961777 h 7609217"/>
              <a:gd name="connsiteX1-13" fmla="*/ 3641501 w 7283002"/>
              <a:gd name="connsiteY1-14" fmla="*/ 314337 h 7609217"/>
              <a:gd name="connsiteX2-15" fmla="*/ 7283002 w 7283002"/>
              <a:gd name="connsiteY2-16" fmla="*/ 3961777 h 7609217"/>
              <a:gd name="connsiteX3-17" fmla="*/ 3641501 w 7283002"/>
              <a:gd name="connsiteY3-18" fmla="*/ 7609217 h 7609217"/>
              <a:gd name="connsiteX4-19" fmla="*/ 0 w 7283002"/>
              <a:gd name="connsiteY4-20" fmla="*/ 3961777 h 7609217"/>
              <a:gd name="connsiteX0-21" fmla="*/ 0 w 7283002"/>
              <a:gd name="connsiteY0-22" fmla="*/ 3727312 h 7374752"/>
              <a:gd name="connsiteX1-23" fmla="*/ 3641501 w 7283002"/>
              <a:gd name="connsiteY1-24" fmla="*/ 79872 h 7374752"/>
              <a:gd name="connsiteX2-25" fmla="*/ 7283002 w 7283002"/>
              <a:gd name="connsiteY2-26" fmla="*/ 3727312 h 7374752"/>
              <a:gd name="connsiteX3-27" fmla="*/ 3641501 w 7283002"/>
              <a:gd name="connsiteY3-28" fmla="*/ 7374752 h 7374752"/>
              <a:gd name="connsiteX4-29" fmla="*/ 0 w 7283002"/>
              <a:gd name="connsiteY4-30" fmla="*/ 3727312 h 7374752"/>
              <a:gd name="connsiteX0-31" fmla="*/ 107156 w 7390158"/>
              <a:gd name="connsiteY0-32" fmla="*/ 3715815 h 7363255"/>
              <a:gd name="connsiteX1-33" fmla="*/ 3748657 w 7390158"/>
              <a:gd name="connsiteY1-34" fmla="*/ 68375 h 7363255"/>
              <a:gd name="connsiteX2-35" fmla="*/ 7390158 w 7390158"/>
              <a:gd name="connsiteY2-36" fmla="*/ 3715815 h 7363255"/>
              <a:gd name="connsiteX3-37" fmla="*/ 3748657 w 7390158"/>
              <a:gd name="connsiteY3-38" fmla="*/ 7363255 h 7363255"/>
              <a:gd name="connsiteX4-39" fmla="*/ 107156 w 7390158"/>
              <a:gd name="connsiteY4-40" fmla="*/ 3715815 h 7363255"/>
              <a:gd name="connsiteX0-41" fmla="*/ 1343341 w 8626343"/>
              <a:gd name="connsiteY0-42" fmla="*/ 3776855 h 7424295"/>
              <a:gd name="connsiteX1-43" fmla="*/ 4984842 w 8626343"/>
              <a:gd name="connsiteY1-44" fmla="*/ 129415 h 7424295"/>
              <a:gd name="connsiteX2-45" fmla="*/ 8626343 w 8626343"/>
              <a:gd name="connsiteY2-46" fmla="*/ 3776855 h 7424295"/>
              <a:gd name="connsiteX3-47" fmla="*/ 4984842 w 8626343"/>
              <a:gd name="connsiteY3-48" fmla="*/ 7424295 h 7424295"/>
              <a:gd name="connsiteX4-49" fmla="*/ 1343341 w 8626343"/>
              <a:gd name="connsiteY4-50" fmla="*/ 3776855 h 7424295"/>
              <a:gd name="connsiteX0-51" fmla="*/ 1343341 w 8626343"/>
              <a:gd name="connsiteY0-52" fmla="*/ 3776855 h 7548584"/>
              <a:gd name="connsiteX1-53" fmla="*/ 4984842 w 8626343"/>
              <a:gd name="connsiteY1-54" fmla="*/ 129415 h 7548584"/>
              <a:gd name="connsiteX2-55" fmla="*/ 8626343 w 8626343"/>
              <a:gd name="connsiteY2-56" fmla="*/ 3776855 h 7548584"/>
              <a:gd name="connsiteX3-57" fmla="*/ 4984842 w 8626343"/>
              <a:gd name="connsiteY3-58" fmla="*/ 7424295 h 7548584"/>
              <a:gd name="connsiteX4-59" fmla="*/ 1343341 w 8626343"/>
              <a:gd name="connsiteY4-60" fmla="*/ 3776855 h 75485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626343" h="7548584">
                <a:moveTo>
                  <a:pt x="1343341" y="3776855"/>
                </a:moveTo>
                <a:cubicBezTo>
                  <a:pt x="-2324419" y="1118322"/>
                  <a:pt x="2404737" y="-480185"/>
                  <a:pt x="4984842" y="129415"/>
                </a:cubicBezTo>
                <a:cubicBezTo>
                  <a:pt x="7564947" y="739015"/>
                  <a:pt x="8626343" y="1762430"/>
                  <a:pt x="8626343" y="3776855"/>
                </a:cubicBezTo>
                <a:cubicBezTo>
                  <a:pt x="8626343" y="5791280"/>
                  <a:pt x="5675187" y="8115175"/>
                  <a:pt x="4984842" y="7424295"/>
                </a:cubicBezTo>
                <a:cubicBezTo>
                  <a:pt x="4294497" y="6733415"/>
                  <a:pt x="5011101" y="6435388"/>
                  <a:pt x="1343341" y="3776855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60000"/>
                </a:schemeClr>
              </a:gs>
              <a:gs pos="100000">
                <a:schemeClr val="accent5">
                  <a:alpha val="60000"/>
                </a:schemeClr>
              </a:gs>
              <a:gs pos="70000">
                <a:schemeClr val="accent3">
                  <a:alpha val="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/>
          </a:p>
        </p:txBody>
      </p:sp>
      <p:sp>
        <p:nvSpPr>
          <p:cNvPr id="51" name="椭圆 37"/>
          <p:cNvSpPr/>
          <p:nvPr userDrawn="1"/>
        </p:nvSpPr>
        <p:spPr>
          <a:xfrm rot="12210284">
            <a:off x="-3088807" y="-3001262"/>
            <a:ext cx="7817225" cy="6857626"/>
          </a:xfrm>
          <a:custGeom>
            <a:avLst/>
            <a:gdLst>
              <a:gd name="connsiteX0" fmla="*/ 0 w 7283001"/>
              <a:gd name="connsiteY0" fmla="*/ 3647440 h 7294880"/>
              <a:gd name="connsiteX1" fmla="*/ 3641501 w 7283001"/>
              <a:gd name="connsiteY1" fmla="*/ 0 h 7294880"/>
              <a:gd name="connsiteX2" fmla="*/ 7283002 w 7283001"/>
              <a:gd name="connsiteY2" fmla="*/ 3647440 h 7294880"/>
              <a:gd name="connsiteX3" fmla="*/ 3641501 w 7283001"/>
              <a:gd name="connsiteY3" fmla="*/ 7294880 h 7294880"/>
              <a:gd name="connsiteX4" fmla="*/ 0 w 7283001"/>
              <a:gd name="connsiteY4" fmla="*/ 3647440 h 7294880"/>
              <a:gd name="connsiteX0-1" fmla="*/ 0 w 7283002"/>
              <a:gd name="connsiteY0-2" fmla="*/ 3647440 h 7294880"/>
              <a:gd name="connsiteX1-3" fmla="*/ 3641501 w 7283002"/>
              <a:gd name="connsiteY1-4" fmla="*/ 0 h 7294880"/>
              <a:gd name="connsiteX2-5" fmla="*/ 7283002 w 7283002"/>
              <a:gd name="connsiteY2-6" fmla="*/ 3647440 h 7294880"/>
              <a:gd name="connsiteX3-7" fmla="*/ 3641501 w 7283002"/>
              <a:gd name="connsiteY3-8" fmla="*/ 7294880 h 7294880"/>
              <a:gd name="connsiteX4-9" fmla="*/ 0 w 7283002"/>
              <a:gd name="connsiteY4-10" fmla="*/ 3647440 h 7294880"/>
              <a:gd name="connsiteX0-11" fmla="*/ 0 w 7283002"/>
              <a:gd name="connsiteY0-12" fmla="*/ 3961777 h 7609217"/>
              <a:gd name="connsiteX1-13" fmla="*/ 3641501 w 7283002"/>
              <a:gd name="connsiteY1-14" fmla="*/ 314337 h 7609217"/>
              <a:gd name="connsiteX2-15" fmla="*/ 7283002 w 7283002"/>
              <a:gd name="connsiteY2-16" fmla="*/ 3961777 h 7609217"/>
              <a:gd name="connsiteX3-17" fmla="*/ 3641501 w 7283002"/>
              <a:gd name="connsiteY3-18" fmla="*/ 7609217 h 7609217"/>
              <a:gd name="connsiteX4-19" fmla="*/ 0 w 7283002"/>
              <a:gd name="connsiteY4-20" fmla="*/ 3961777 h 7609217"/>
              <a:gd name="connsiteX0-21" fmla="*/ 0 w 7283002"/>
              <a:gd name="connsiteY0-22" fmla="*/ 3727312 h 7374752"/>
              <a:gd name="connsiteX1-23" fmla="*/ 3641501 w 7283002"/>
              <a:gd name="connsiteY1-24" fmla="*/ 79872 h 7374752"/>
              <a:gd name="connsiteX2-25" fmla="*/ 7283002 w 7283002"/>
              <a:gd name="connsiteY2-26" fmla="*/ 3727312 h 7374752"/>
              <a:gd name="connsiteX3-27" fmla="*/ 3641501 w 7283002"/>
              <a:gd name="connsiteY3-28" fmla="*/ 7374752 h 7374752"/>
              <a:gd name="connsiteX4-29" fmla="*/ 0 w 7283002"/>
              <a:gd name="connsiteY4-30" fmla="*/ 3727312 h 7374752"/>
              <a:gd name="connsiteX0-31" fmla="*/ 107156 w 7390158"/>
              <a:gd name="connsiteY0-32" fmla="*/ 3715815 h 7363255"/>
              <a:gd name="connsiteX1-33" fmla="*/ 3748657 w 7390158"/>
              <a:gd name="connsiteY1-34" fmla="*/ 68375 h 7363255"/>
              <a:gd name="connsiteX2-35" fmla="*/ 7390158 w 7390158"/>
              <a:gd name="connsiteY2-36" fmla="*/ 3715815 h 7363255"/>
              <a:gd name="connsiteX3-37" fmla="*/ 3748657 w 7390158"/>
              <a:gd name="connsiteY3-38" fmla="*/ 7363255 h 7363255"/>
              <a:gd name="connsiteX4-39" fmla="*/ 107156 w 7390158"/>
              <a:gd name="connsiteY4-40" fmla="*/ 3715815 h 7363255"/>
              <a:gd name="connsiteX0-41" fmla="*/ 1343341 w 8626343"/>
              <a:gd name="connsiteY0-42" fmla="*/ 3776855 h 7424295"/>
              <a:gd name="connsiteX1-43" fmla="*/ 4984842 w 8626343"/>
              <a:gd name="connsiteY1-44" fmla="*/ 129415 h 7424295"/>
              <a:gd name="connsiteX2-45" fmla="*/ 8626343 w 8626343"/>
              <a:gd name="connsiteY2-46" fmla="*/ 3776855 h 7424295"/>
              <a:gd name="connsiteX3-47" fmla="*/ 4984842 w 8626343"/>
              <a:gd name="connsiteY3-48" fmla="*/ 7424295 h 7424295"/>
              <a:gd name="connsiteX4-49" fmla="*/ 1343341 w 8626343"/>
              <a:gd name="connsiteY4-50" fmla="*/ 3776855 h 7424295"/>
              <a:gd name="connsiteX0-51" fmla="*/ 1343341 w 8626343"/>
              <a:gd name="connsiteY0-52" fmla="*/ 3776855 h 7548584"/>
              <a:gd name="connsiteX1-53" fmla="*/ 4984842 w 8626343"/>
              <a:gd name="connsiteY1-54" fmla="*/ 129415 h 7548584"/>
              <a:gd name="connsiteX2-55" fmla="*/ 8626343 w 8626343"/>
              <a:gd name="connsiteY2-56" fmla="*/ 3776855 h 7548584"/>
              <a:gd name="connsiteX3-57" fmla="*/ 4984842 w 8626343"/>
              <a:gd name="connsiteY3-58" fmla="*/ 7424295 h 7548584"/>
              <a:gd name="connsiteX4-59" fmla="*/ 1343341 w 8626343"/>
              <a:gd name="connsiteY4-60" fmla="*/ 3776855 h 7548584"/>
              <a:gd name="connsiteX0-61" fmla="*/ 1276306 w 8559308"/>
              <a:gd name="connsiteY0-62" fmla="*/ 3736886 h 7508615"/>
              <a:gd name="connsiteX1-63" fmla="*/ 4917807 w 8559308"/>
              <a:gd name="connsiteY1-64" fmla="*/ 89446 h 7508615"/>
              <a:gd name="connsiteX2-65" fmla="*/ 8559308 w 8559308"/>
              <a:gd name="connsiteY2-66" fmla="*/ 3736886 h 7508615"/>
              <a:gd name="connsiteX3-67" fmla="*/ 4917807 w 8559308"/>
              <a:gd name="connsiteY3-68" fmla="*/ 7384326 h 7508615"/>
              <a:gd name="connsiteX4-69" fmla="*/ 1276306 w 8559308"/>
              <a:gd name="connsiteY4-70" fmla="*/ 3736886 h 75086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559308" h="7508615">
                <a:moveTo>
                  <a:pt x="1276306" y="3736886"/>
                </a:moveTo>
                <a:cubicBezTo>
                  <a:pt x="-2234531" y="2127967"/>
                  <a:pt x="2337702" y="-520154"/>
                  <a:pt x="4917807" y="89446"/>
                </a:cubicBezTo>
                <a:cubicBezTo>
                  <a:pt x="7497912" y="699046"/>
                  <a:pt x="8559308" y="1722461"/>
                  <a:pt x="8559308" y="3736886"/>
                </a:cubicBezTo>
                <a:cubicBezTo>
                  <a:pt x="8559308" y="5751311"/>
                  <a:pt x="5608152" y="8075206"/>
                  <a:pt x="4917807" y="7384326"/>
                </a:cubicBezTo>
                <a:cubicBezTo>
                  <a:pt x="4227462" y="6693446"/>
                  <a:pt x="4787143" y="5345805"/>
                  <a:pt x="1276306" y="3736886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20000"/>
                </a:schemeClr>
              </a:gs>
              <a:gs pos="0">
                <a:schemeClr val="accent5">
                  <a:alpha val="70000"/>
                </a:schemeClr>
              </a:gs>
              <a:gs pos="70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9" name="椭圆 37"/>
          <p:cNvSpPr/>
          <p:nvPr userDrawn="1"/>
        </p:nvSpPr>
        <p:spPr>
          <a:xfrm rot="17471892" flipH="1">
            <a:off x="1773450" y="-3614650"/>
            <a:ext cx="11097826" cy="9711285"/>
          </a:xfrm>
          <a:custGeom>
            <a:avLst/>
            <a:gdLst>
              <a:gd name="connsiteX0" fmla="*/ 0 w 7283001"/>
              <a:gd name="connsiteY0" fmla="*/ 3647440 h 7294880"/>
              <a:gd name="connsiteX1" fmla="*/ 3641501 w 7283001"/>
              <a:gd name="connsiteY1" fmla="*/ 0 h 7294880"/>
              <a:gd name="connsiteX2" fmla="*/ 7283002 w 7283001"/>
              <a:gd name="connsiteY2" fmla="*/ 3647440 h 7294880"/>
              <a:gd name="connsiteX3" fmla="*/ 3641501 w 7283001"/>
              <a:gd name="connsiteY3" fmla="*/ 7294880 h 7294880"/>
              <a:gd name="connsiteX4" fmla="*/ 0 w 7283001"/>
              <a:gd name="connsiteY4" fmla="*/ 3647440 h 7294880"/>
              <a:gd name="connsiteX0-1" fmla="*/ 0 w 7283002"/>
              <a:gd name="connsiteY0-2" fmla="*/ 3647440 h 7294880"/>
              <a:gd name="connsiteX1-3" fmla="*/ 3641501 w 7283002"/>
              <a:gd name="connsiteY1-4" fmla="*/ 0 h 7294880"/>
              <a:gd name="connsiteX2-5" fmla="*/ 7283002 w 7283002"/>
              <a:gd name="connsiteY2-6" fmla="*/ 3647440 h 7294880"/>
              <a:gd name="connsiteX3-7" fmla="*/ 3641501 w 7283002"/>
              <a:gd name="connsiteY3-8" fmla="*/ 7294880 h 7294880"/>
              <a:gd name="connsiteX4-9" fmla="*/ 0 w 7283002"/>
              <a:gd name="connsiteY4-10" fmla="*/ 3647440 h 7294880"/>
              <a:gd name="connsiteX0-11" fmla="*/ 0 w 7283002"/>
              <a:gd name="connsiteY0-12" fmla="*/ 3961777 h 7609217"/>
              <a:gd name="connsiteX1-13" fmla="*/ 3641501 w 7283002"/>
              <a:gd name="connsiteY1-14" fmla="*/ 314337 h 7609217"/>
              <a:gd name="connsiteX2-15" fmla="*/ 7283002 w 7283002"/>
              <a:gd name="connsiteY2-16" fmla="*/ 3961777 h 7609217"/>
              <a:gd name="connsiteX3-17" fmla="*/ 3641501 w 7283002"/>
              <a:gd name="connsiteY3-18" fmla="*/ 7609217 h 7609217"/>
              <a:gd name="connsiteX4-19" fmla="*/ 0 w 7283002"/>
              <a:gd name="connsiteY4-20" fmla="*/ 3961777 h 7609217"/>
              <a:gd name="connsiteX0-21" fmla="*/ 0 w 7283002"/>
              <a:gd name="connsiteY0-22" fmla="*/ 3727312 h 7374752"/>
              <a:gd name="connsiteX1-23" fmla="*/ 3641501 w 7283002"/>
              <a:gd name="connsiteY1-24" fmla="*/ 79872 h 7374752"/>
              <a:gd name="connsiteX2-25" fmla="*/ 7283002 w 7283002"/>
              <a:gd name="connsiteY2-26" fmla="*/ 3727312 h 7374752"/>
              <a:gd name="connsiteX3-27" fmla="*/ 3641501 w 7283002"/>
              <a:gd name="connsiteY3-28" fmla="*/ 7374752 h 7374752"/>
              <a:gd name="connsiteX4-29" fmla="*/ 0 w 7283002"/>
              <a:gd name="connsiteY4-30" fmla="*/ 3727312 h 7374752"/>
              <a:gd name="connsiteX0-31" fmla="*/ 107156 w 7390158"/>
              <a:gd name="connsiteY0-32" fmla="*/ 3715815 h 7363255"/>
              <a:gd name="connsiteX1-33" fmla="*/ 3748657 w 7390158"/>
              <a:gd name="connsiteY1-34" fmla="*/ 68375 h 7363255"/>
              <a:gd name="connsiteX2-35" fmla="*/ 7390158 w 7390158"/>
              <a:gd name="connsiteY2-36" fmla="*/ 3715815 h 7363255"/>
              <a:gd name="connsiteX3-37" fmla="*/ 3748657 w 7390158"/>
              <a:gd name="connsiteY3-38" fmla="*/ 7363255 h 7363255"/>
              <a:gd name="connsiteX4-39" fmla="*/ 107156 w 7390158"/>
              <a:gd name="connsiteY4-40" fmla="*/ 3715815 h 7363255"/>
              <a:gd name="connsiteX0-41" fmla="*/ 1343341 w 8626343"/>
              <a:gd name="connsiteY0-42" fmla="*/ 3776855 h 7424295"/>
              <a:gd name="connsiteX1-43" fmla="*/ 4984842 w 8626343"/>
              <a:gd name="connsiteY1-44" fmla="*/ 129415 h 7424295"/>
              <a:gd name="connsiteX2-45" fmla="*/ 8626343 w 8626343"/>
              <a:gd name="connsiteY2-46" fmla="*/ 3776855 h 7424295"/>
              <a:gd name="connsiteX3-47" fmla="*/ 4984842 w 8626343"/>
              <a:gd name="connsiteY3-48" fmla="*/ 7424295 h 7424295"/>
              <a:gd name="connsiteX4-49" fmla="*/ 1343341 w 8626343"/>
              <a:gd name="connsiteY4-50" fmla="*/ 3776855 h 7424295"/>
              <a:gd name="connsiteX0-51" fmla="*/ 1343341 w 8626343"/>
              <a:gd name="connsiteY0-52" fmla="*/ 3776855 h 7548584"/>
              <a:gd name="connsiteX1-53" fmla="*/ 4984842 w 8626343"/>
              <a:gd name="connsiteY1-54" fmla="*/ 129415 h 7548584"/>
              <a:gd name="connsiteX2-55" fmla="*/ 8626343 w 8626343"/>
              <a:gd name="connsiteY2-56" fmla="*/ 3776855 h 7548584"/>
              <a:gd name="connsiteX3-57" fmla="*/ 4984842 w 8626343"/>
              <a:gd name="connsiteY3-58" fmla="*/ 7424295 h 7548584"/>
              <a:gd name="connsiteX4-59" fmla="*/ 1343341 w 8626343"/>
              <a:gd name="connsiteY4-60" fmla="*/ 3776855 h 75485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626343" h="7548584">
                <a:moveTo>
                  <a:pt x="1343341" y="3776855"/>
                </a:moveTo>
                <a:cubicBezTo>
                  <a:pt x="-2324419" y="1118322"/>
                  <a:pt x="2404737" y="-480185"/>
                  <a:pt x="4984842" y="129415"/>
                </a:cubicBezTo>
                <a:cubicBezTo>
                  <a:pt x="7564947" y="739015"/>
                  <a:pt x="8626343" y="1762430"/>
                  <a:pt x="8626343" y="3776855"/>
                </a:cubicBezTo>
                <a:cubicBezTo>
                  <a:pt x="8626343" y="5791280"/>
                  <a:pt x="5675187" y="8115175"/>
                  <a:pt x="4984842" y="7424295"/>
                </a:cubicBezTo>
                <a:cubicBezTo>
                  <a:pt x="4294497" y="6733415"/>
                  <a:pt x="5011101" y="6435388"/>
                  <a:pt x="1343341" y="3776855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20000"/>
                </a:schemeClr>
              </a:gs>
              <a:gs pos="0">
                <a:schemeClr val="accent5">
                  <a:alpha val="70000"/>
                </a:schemeClr>
              </a:gs>
              <a:gs pos="70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/>
          </a:p>
        </p:txBody>
      </p:sp>
      <p:sp>
        <p:nvSpPr>
          <p:cNvPr id="49" name="椭圆 37"/>
          <p:cNvSpPr/>
          <p:nvPr userDrawn="1"/>
        </p:nvSpPr>
        <p:spPr>
          <a:xfrm>
            <a:off x="-3532296" y="-653799"/>
            <a:ext cx="9486691" cy="9711285"/>
          </a:xfrm>
          <a:custGeom>
            <a:avLst/>
            <a:gdLst>
              <a:gd name="connsiteX0" fmla="*/ 0 w 7283001"/>
              <a:gd name="connsiteY0" fmla="*/ 3647440 h 7294880"/>
              <a:gd name="connsiteX1" fmla="*/ 3641501 w 7283001"/>
              <a:gd name="connsiteY1" fmla="*/ 0 h 7294880"/>
              <a:gd name="connsiteX2" fmla="*/ 7283002 w 7283001"/>
              <a:gd name="connsiteY2" fmla="*/ 3647440 h 7294880"/>
              <a:gd name="connsiteX3" fmla="*/ 3641501 w 7283001"/>
              <a:gd name="connsiteY3" fmla="*/ 7294880 h 7294880"/>
              <a:gd name="connsiteX4" fmla="*/ 0 w 7283001"/>
              <a:gd name="connsiteY4" fmla="*/ 3647440 h 7294880"/>
              <a:gd name="connsiteX0-1" fmla="*/ 0 w 7283002"/>
              <a:gd name="connsiteY0-2" fmla="*/ 3647440 h 7294880"/>
              <a:gd name="connsiteX1-3" fmla="*/ 3641501 w 7283002"/>
              <a:gd name="connsiteY1-4" fmla="*/ 0 h 7294880"/>
              <a:gd name="connsiteX2-5" fmla="*/ 7283002 w 7283002"/>
              <a:gd name="connsiteY2-6" fmla="*/ 3647440 h 7294880"/>
              <a:gd name="connsiteX3-7" fmla="*/ 3641501 w 7283002"/>
              <a:gd name="connsiteY3-8" fmla="*/ 7294880 h 7294880"/>
              <a:gd name="connsiteX4-9" fmla="*/ 0 w 7283002"/>
              <a:gd name="connsiteY4-10" fmla="*/ 3647440 h 7294880"/>
              <a:gd name="connsiteX0-11" fmla="*/ 0 w 7283002"/>
              <a:gd name="connsiteY0-12" fmla="*/ 3961777 h 7609217"/>
              <a:gd name="connsiteX1-13" fmla="*/ 3641501 w 7283002"/>
              <a:gd name="connsiteY1-14" fmla="*/ 314337 h 7609217"/>
              <a:gd name="connsiteX2-15" fmla="*/ 7283002 w 7283002"/>
              <a:gd name="connsiteY2-16" fmla="*/ 3961777 h 7609217"/>
              <a:gd name="connsiteX3-17" fmla="*/ 3641501 w 7283002"/>
              <a:gd name="connsiteY3-18" fmla="*/ 7609217 h 7609217"/>
              <a:gd name="connsiteX4-19" fmla="*/ 0 w 7283002"/>
              <a:gd name="connsiteY4-20" fmla="*/ 3961777 h 7609217"/>
              <a:gd name="connsiteX0-21" fmla="*/ 0 w 7283002"/>
              <a:gd name="connsiteY0-22" fmla="*/ 3727312 h 7374752"/>
              <a:gd name="connsiteX1-23" fmla="*/ 3641501 w 7283002"/>
              <a:gd name="connsiteY1-24" fmla="*/ 79872 h 7374752"/>
              <a:gd name="connsiteX2-25" fmla="*/ 7283002 w 7283002"/>
              <a:gd name="connsiteY2-26" fmla="*/ 3727312 h 7374752"/>
              <a:gd name="connsiteX3-27" fmla="*/ 3641501 w 7283002"/>
              <a:gd name="connsiteY3-28" fmla="*/ 7374752 h 7374752"/>
              <a:gd name="connsiteX4-29" fmla="*/ 0 w 7283002"/>
              <a:gd name="connsiteY4-30" fmla="*/ 3727312 h 7374752"/>
              <a:gd name="connsiteX0-31" fmla="*/ 107156 w 7390158"/>
              <a:gd name="connsiteY0-32" fmla="*/ 3715815 h 7363255"/>
              <a:gd name="connsiteX1-33" fmla="*/ 3748657 w 7390158"/>
              <a:gd name="connsiteY1-34" fmla="*/ 68375 h 7363255"/>
              <a:gd name="connsiteX2-35" fmla="*/ 7390158 w 7390158"/>
              <a:gd name="connsiteY2-36" fmla="*/ 3715815 h 7363255"/>
              <a:gd name="connsiteX3-37" fmla="*/ 3748657 w 7390158"/>
              <a:gd name="connsiteY3-38" fmla="*/ 7363255 h 7363255"/>
              <a:gd name="connsiteX4-39" fmla="*/ 107156 w 7390158"/>
              <a:gd name="connsiteY4-40" fmla="*/ 3715815 h 7363255"/>
              <a:gd name="connsiteX0-41" fmla="*/ 1343341 w 8626343"/>
              <a:gd name="connsiteY0-42" fmla="*/ 3776855 h 7424295"/>
              <a:gd name="connsiteX1-43" fmla="*/ 4984842 w 8626343"/>
              <a:gd name="connsiteY1-44" fmla="*/ 129415 h 7424295"/>
              <a:gd name="connsiteX2-45" fmla="*/ 8626343 w 8626343"/>
              <a:gd name="connsiteY2-46" fmla="*/ 3776855 h 7424295"/>
              <a:gd name="connsiteX3-47" fmla="*/ 4984842 w 8626343"/>
              <a:gd name="connsiteY3-48" fmla="*/ 7424295 h 7424295"/>
              <a:gd name="connsiteX4-49" fmla="*/ 1343341 w 8626343"/>
              <a:gd name="connsiteY4-50" fmla="*/ 3776855 h 7424295"/>
              <a:gd name="connsiteX0-51" fmla="*/ 1343341 w 8626343"/>
              <a:gd name="connsiteY0-52" fmla="*/ 3776855 h 7548584"/>
              <a:gd name="connsiteX1-53" fmla="*/ 4984842 w 8626343"/>
              <a:gd name="connsiteY1-54" fmla="*/ 129415 h 7548584"/>
              <a:gd name="connsiteX2-55" fmla="*/ 8626343 w 8626343"/>
              <a:gd name="connsiteY2-56" fmla="*/ 3776855 h 7548584"/>
              <a:gd name="connsiteX3-57" fmla="*/ 4984842 w 8626343"/>
              <a:gd name="connsiteY3-58" fmla="*/ 7424295 h 7548584"/>
              <a:gd name="connsiteX4-59" fmla="*/ 1343341 w 8626343"/>
              <a:gd name="connsiteY4-60" fmla="*/ 3776855 h 75485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626343" h="7548584">
                <a:moveTo>
                  <a:pt x="1343341" y="3776855"/>
                </a:moveTo>
                <a:cubicBezTo>
                  <a:pt x="-2324419" y="1118322"/>
                  <a:pt x="2404737" y="-480185"/>
                  <a:pt x="4984842" y="129415"/>
                </a:cubicBezTo>
                <a:cubicBezTo>
                  <a:pt x="7564947" y="739015"/>
                  <a:pt x="8626343" y="1762430"/>
                  <a:pt x="8626343" y="3776855"/>
                </a:cubicBezTo>
                <a:cubicBezTo>
                  <a:pt x="8626343" y="5791280"/>
                  <a:pt x="5675187" y="8115175"/>
                  <a:pt x="4984842" y="7424295"/>
                </a:cubicBezTo>
                <a:cubicBezTo>
                  <a:pt x="4294497" y="6733415"/>
                  <a:pt x="5011101" y="6435388"/>
                  <a:pt x="1343341" y="3776855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20000"/>
                </a:schemeClr>
              </a:gs>
              <a:gs pos="0">
                <a:schemeClr val="accent5">
                  <a:alpha val="70000"/>
                </a:schemeClr>
              </a:gs>
              <a:gs pos="70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/>
          </a:p>
        </p:txBody>
      </p:sp>
      <p:sp>
        <p:nvSpPr>
          <p:cNvPr id="35" name="椭圆 34"/>
          <p:cNvSpPr/>
          <p:nvPr userDrawn="1"/>
        </p:nvSpPr>
        <p:spPr>
          <a:xfrm rot="19463381">
            <a:off x="7591780" y="-985980"/>
            <a:ext cx="6340256" cy="5519595"/>
          </a:xfrm>
          <a:custGeom>
            <a:avLst/>
            <a:gdLst>
              <a:gd name="connsiteX0" fmla="*/ 0 w 8503920"/>
              <a:gd name="connsiteY0" fmla="*/ 3048000 h 6096000"/>
              <a:gd name="connsiteX1" fmla="*/ 4251960 w 8503920"/>
              <a:gd name="connsiteY1" fmla="*/ 0 h 6096000"/>
              <a:gd name="connsiteX2" fmla="*/ 8503920 w 8503920"/>
              <a:gd name="connsiteY2" fmla="*/ 3048000 h 6096000"/>
              <a:gd name="connsiteX3" fmla="*/ 4251960 w 8503920"/>
              <a:gd name="connsiteY3" fmla="*/ 6096000 h 6096000"/>
              <a:gd name="connsiteX4" fmla="*/ 0 w 8503920"/>
              <a:gd name="connsiteY4" fmla="*/ 3048000 h 6096000"/>
              <a:gd name="connsiteX0-1" fmla="*/ 0 w 8505037"/>
              <a:gd name="connsiteY0-2" fmla="*/ 2997252 h 6096078"/>
              <a:gd name="connsiteX1-3" fmla="*/ 4253077 w 8505037"/>
              <a:gd name="connsiteY1-4" fmla="*/ 40 h 6096078"/>
              <a:gd name="connsiteX2-5" fmla="*/ 8505037 w 8505037"/>
              <a:gd name="connsiteY2-6" fmla="*/ 3048040 h 6096078"/>
              <a:gd name="connsiteX3-7" fmla="*/ 4253077 w 8505037"/>
              <a:gd name="connsiteY3-8" fmla="*/ 6096040 h 6096078"/>
              <a:gd name="connsiteX4-9" fmla="*/ 0 w 8505037"/>
              <a:gd name="connsiteY4-10" fmla="*/ 2997252 h 6096078"/>
              <a:gd name="connsiteX0-11" fmla="*/ 105873 w 8610910"/>
              <a:gd name="connsiteY0-12" fmla="*/ 2997247 h 6096073"/>
              <a:gd name="connsiteX1-13" fmla="*/ 4358950 w 8610910"/>
              <a:gd name="connsiteY1-14" fmla="*/ 35 h 6096073"/>
              <a:gd name="connsiteX2-15" fmla="*/ 8610910 w 8610910"/>
              <a:gd name="connsiteY2-16" fmla="*/ 3048035 h 6096073"/>
              <a:gd name="connsiteX3-17" fmla="*/ 4358950 w 8610910"/>
              <a:gd name="connsiteY3-18" fmla="*/ 6096035 h 6096073"/>
              <a:gd name="connsiteX4-19" fmla="*/ 105873 w 8610910"/>
              <a:gd name="connsiteY4-20" fmla="*/ 2997247 h 6096073"/>
              <a:gd name="connsiteX0-21" fmla="*/ 1055 w 8506092"/>
              <a:gd name="connsiteY0-22" fmla="*/ 2997237 h 5085656"/>
              <a:gd name="connsiteX1-23" fmla="*/ 4254132 w 8506092"/>
              <a:gd name="connsiteY1-24" fmla="*/ 25 h 5085656"/>
              <a:gd name="connsiteX2-25" fmla="*/ 8506092 w 8506092"/>
              <a:gd name="connsiteY2-26" fmla="*/ 3048025 h 5085656"/>
              <a:gd name="connsiteX3-27" fmla="*/ 4640444 w 8506092"/>
              <a:gd name="connsiteY3-28" fmla="*/ 5085513 h 5085656"/>
              <a:gd name="connsiteX4-29" fmla="*/ 1055 w 8506092"/>
              <a:gd name="connsiteY4-30" fmla="*/ 2997237 h 5085656"/>
              <a:gd name="connsiteX0-31" fmla="*/ 1055 w 8506092"/>
              <a:gd name="connsiteY0-32" fmla="*/ 2997237 h 5519588"/>
              <a:gd name="connsiteX1-33" fmla="*/ 4254132 w 8506092"/>
              <a:gd name="connsiteY1-34" fmla="*/ 25 h 5519588"/>
              <a:gd name="connsiteX2-35" fmla="*/ 8506092 w 8506092"/>
              <a:gd name="connsiteY2-36" fmla="*/ 3048025 h 5519588"/>
              <a:gd name="connsiteX3-37" fmla="*/ 4640444 w 8506092"/>
              <a:gd name="connsiteY3-38" fmla="*/ 5085513 h 5519588"/>
              <a:gd name="connsiteX4-39" fmla="*/ 1055 w 8506092"/>
              <a:gd name="connsiteY4-40" fmla="*/ 2997237 h 5519588"/>
              <a:gd name="connsiteX0-41" fmla="*/ 72966 w 8578003"/>
              <a:gd name="connsiteY0-42" fmla="*/ 2997244 h 5519595"/>
              <a:gd name="connsiteX1-43" fmla="*/ 4326043 w 8578003"/>
              <a:gd name="connsiteY1-44" fmla="*/ 32 h 5519595"/>
              <a:gd name="connsiteX2-45" fmla="*/ 8578003 w 8578003"/>
              <a:gd name="connsiteY2-46" fmla="*/ 3048032 h 5519595"/>
              <a:gd name="connsiteX3-47" fmla="*/ 4712355 w 8578003"/>
              <a:gd name="connsiteY3-48" fmla="*/ 5085520 h 5519595"/>
              <a:gd name="connsiteX4-49" fmla="*/ 72966 w 8578003"/>
              <a:gd name="connsiteY4-50" fmla="*/ 2997244 h 55195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578003" h="5519595">
                <a:moveTo>
                  <a:pt x="72966" y="2997244"/>
                </a:moveTo>
                <a:cubicBezTo>
                  <a:pt x="-543503" y="1629289"/>
                  <a:pt x="2908537" y="-8433"/>
                  <a:pt x="4326043" y="32"/>
                </a:cubicBezTo>
                <a:cubicBezTo>
                  <a:pt x="5743549" y="8497"/>
                  <a:pt x="8578003" y="1364668"/>
                  <a:pt x="8578003" y="3048032"/>
                </a:cubicBezTo>
                <a:cubicBezTo>
                  <a:pt x="8578003" y="4731396"/>
                  <a:pt x="4998032" y="6307879"/>
                  <a:pt x="4712355" y="5085520"/>
                </a:cubicBezTo>
                <a:cubicBezTo>
                  <a:pt x="4426678" y="3863161"/>
                  <a:pt x="689435" y="4365199"/>
                  <a:pt x="72966" y="2997244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80000"/>
                </a:schemeClr>
              </a:gs>
              <a:gs pos="100000">
                <a:schemeClr val="accent5">
                  <a:alpha val="80000"/>
                </a:schemeClr>
              </a:gs>
              <a:gs pos="70000">
                <a:schemeClr val="accent3">
                  <a:alpha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4"/>
          <p:cNvSpPr/>
          <p:nvPr userDrawn="1"/>
        </p:nvSpPr>
        <p:spPr>
          <a:xfrm rot="19463381">
            <a:off x="-3530869" y="3103593"/>
            <a:ext cx="6340256" cy="5519595"/>
          </a:xfrm>
          <a:custGeom>
            <a:avLst/>
            <a:gdLst>
              <a:gd name="connsiteX0" fmla="*/ 0 w 8503920"/>
              <a:gd name="connsiteY0" fmla="*/ 3048000 h 6096000"/>
              <a:gd name="connsiteX1" fmla="*/ 4251960 w 8503920"/>
              <a:gd name="connsiteY1" fmla="*/ 0 h 6096000"/>
              <a:gd name="connsiteX2" fmla="*/ 8503920 w 8503920"/>
              <a:gd name="connsiteY2" fmla="*/ 3048000 h 6096000"/>
              <a:gd name="connsiteX3" fmla="*/ 4251960 w 8503920"/>
              <a:gd name="connsiteY3" fmla="*/ 6096000 h 6096000"/>
              <a:gd name="connsiteX4" fmla="*/ 0 w 8503920"/>
              <a:gd name="connsiteY4" fmla="*/ 3048000 h 6096000"/>
              <a:gd name="connsiteX0-1" fmla="*/ 0 w 8505037"/>
              <a:gd name="connsiteY0-2" fmla="*/ 2997252 h 6096078"/>
              <a:gd name="connsiteX1-3" fmla="*/ 4253077 w 8505037"/>
              <a:gd name="connsiteY1-4" fmla="*/ 40 h 6096078"/>
              <a:gd name="connsiteX2-5" fmla="*/ 8505037 w 8505037"/>
              <a:gd name="connsiteY2-6" fmla="*/ 3048040 h 6096078"/>
              <a:gd name="connsiteX3-7" fmla="*/ 4253077 w 8505037"/>
              <a:gd name="connsiteY3-8" fmla="*/ 6096040 h 6096078"/>
              <a:gd name="connsiteX4-9" fmla="*/ 0 w 8505037"/>
              <a:gd name="connsiteY4-10" fmla="*/ 2997252 h 6096078"/>
              <a:gd name="connsiteX0-11" fmla="*/ 105873 w 8610910"/>
              <a:gd name="connsiteY0-12" fmla="*/ 2997247 h 6096073"/>
              <a:gd name="connsiteX1-13" fmla="*/ 4358950 w 8610910"/>
              <a:gd name="connsiteY1-14" fmla="*/ 35 h 6096073"/>
              <a:gd name="connsiteX2-15" fmla="*/ 8610910 w 8610910"/>
              <a:gd name="connsiteY2-16" fmla="*/ 3048035 h 6096073"/>
              <a:gd name="connsiteX3-17" fmla="*/ 4358950 w 8610910"/>
              <a:gd name="connsiteY3-18" fmla="*/ 6096035 h 6096073"/>
              <a:gd name="connsiteX4-19" fmla="*/ 105873 w 8610910"/>
              <a:gd name="connsiteY4-20" fmla="*/ 2997247 h 6096073"/>
              <a:gd name="connsiteX0-21" fmla="*/ 1055 w 8506092"/>
              <a:gd name="connsiteY0-22" fmla="*/ 2997237 h 5085656"/>
              <a:gd name="connsiteX1-23" fmla="*/ 4254132 w 8506092"/>
              <a:gd name="connsiteY1-24" fmla="*/ 25 h 5085656"/>
              <a:gd name="connsiteX2-25" fmla="*/ 8506092 w 8506092"/>
              <a:gd name="connsiteY2-26" fmla="*/ 3048025 h 5085656"/>
              <a:gd name="connsiteX3-27" fmla="*/ 4640444 w 8506092"/>
              <a:gd name="connsiteY3-28" fmla="*/ 5085513 h 5085656"/>
              <a:gd name="connsiteX4-29" fmla="*/ 1055 w 8506092"/>
              <a:gd name="connsiteY4-30" fmla="*/ 2997237 h 5085656"/>
              <a:gd name="connsiteX0-31" fmla="*/ 1055 w 8506092"/>
              <a:gd name="connsiteY0-32" fmla="*/ 2997237 h 5519588"/>
              <a:gd name="connsiteX1-33" fmla="*/ 4254132 w 8506092"/>
              <a:gd name="connsiteY1-34" fmla="*/ 25 h 5519588"/>
              <a:gd name="connsiteX2-35" fmla="*/ 8506092 w 8506092"/>
              <a:gd name="connsiteY2-36" fmla="*/ 3048025 h 5519588"/>
              <a:gd name="connsiteX3-37" fmla="*/ 4640444 w 8506092"/>
              <a:gd name="connsiteY3-38" fmla="*/ 5085513 h 5519588"/>
              <a:gd name="connsiteX4-39" fmla="*/ 1055 w 8506092"/>
              <a:gd name="connsiteY4-40" fmla="*/ 2997237 h 5519588"/>
              <a:gd name="connsiteX0-41" fmla="*/ 72966 w 8578003"/>
              <a:gd name="connsiteY0-42" fmla="*/ 2997244 h 5519595"/>
              <a:gd name="connsiteX1-43" fmla="*/ 4326043 w 8578003"/>
              <a:gd name="connsiteY1-44" fmla="*/ 32 h 5519595"/>
              <a:gd name="connsiteX2-45" fmla="*/ 8578003 w 8578003"/>
              <a:gd name="connsiteY2-46" fmla="*/ 3048032 h 5519595"/>
              <a:gd name="connsiteX3-47" fmla="*/ 4712355 w 8578003"/>
              <a:gd name="connsiteY3-48" fmla="*/ 5085520 h 5519595"/>
              <a:gd name="connsiteX4-49" fmla="*/ 72966 w 8578003"/>
              <a:gd name="connsiteY4-50" fmla="*/ 2997244 h 55195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578003" h="5519595">
                <a:moveTo>
                  <a:pt x="72966" y="2997244"/>
                </a:moveTo>
                <a:cubicBezTo>
                  <a:pt x="-543503" y="1629289"/>
                  <a:pt x="2908537" y="-8433"/>
                  <a:pt x="4326043" y="32"/>
                </a:cubicBezTo>
                <a:cubicBezTo>
                  <a:pt x="5743549" y="8497"/>
                  <a:pt x="8578003" y="1364668"/>
                  <a:pt x="8578003" y="3048032"/>
                </a:cubicBezTo>
                <a:cubicBezTo>
                  <a:pt x="8578003" y="4731396"/>
                  <a:pt x="4998032" y="6307879"/>
                  <a:pt x="4712355" y="5085520"/>
                </a:cubicBezTo>
                <a:cubicBezTo>
                  <a:pt x="4426678" y="3863161"/>
                  <a:pt x="689435" y="4365199"/>
                  <a:pt x="72966" y="2997244"/>
                </a:cubicBezTo>
                <a:close/>
              </a:path>
            </a:pathLst>
          </a:custGeom>
          <a:gradFill flip="none" rotWithShape="1">
            <a:gsLst>
              <a:gs pos="68000">
                <a:schemeClr val="accent1"/>
              </a:gs>
              <a:gs pos="0">
                <a:schemeClr val="accent5"/>
              </a:gs>
              <a:gs pos="33000">
                <a:schemeClr val="accent3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/>
          <p:cNvSpPr/>
          <p:nvPr userDrawn="1"/>
        </p:nvSpPr>
        <p:spPr>
          <a:xfrm>
            <a:off x="6196426" y="427552"/>
            <a:ext cx="8626343" cy="7548584"/>
          </a:xfrm>
          <a:custGeom>
            <a:avLst/>
            <a:gdLst>
              <a:gd name="connsiteX0" fmla="*/ 0 w 7283001"/>
              <a:gd name="connsiteY0" fmla="*/ 3647440 h 7294880"/>
              <a:gd name="connsiteX1" fmla="*/ 3641501 w 7283001"/>
              <a:gd name="connsiteY1" fmla="*/ 0 h 7294880"/>
              <a:gd name="connsiteX2" fmla="*/ 7283002 w 7283001"/>
              <a:gd name="connsiteY2" fmla="*/ 3647440 h 7294880"/>
              <a:gd name="connsiteX3" fmla="*/ 3641501 w 7283001"/>
              <a:gd name="connsiteY3" fmla="*/ 7294880 h 7294880"/>
              <a:gd name="connsiteX4" fmla="*/ 0 w 7283001"/>
              <a:gd name="connsiteY4" fmla="*/ 3647440 h 7294880"/>
              <a:gd name="connsiteX0-1" fmla="*/ 0 w 7283002"/>
              <a:gd name="connsiteY0-2" fmla="*/ 3647440 h 7294880"/>
              <a:gd name="connsiteX1-3" fmla="*/ 3641501 w 7283002"/>
              <a:gd name="connsiteY1-4" fmla="*/ 0 h 7294880"/>
              <a:gd name="connsiteX2-5" fmla="*/ 7283002 w 7283002"/>
              <a:gd name="connsiteY2-6" fmla="*/ 3647440 h 7294880"/>
              <a:gd name="connsiteX3-7" fmla="*/ 3641501 w 7283002"/>
              <a:gd name="connsiteY3-8" fmla="*/ 7294880 h 7294880"/>
              <a:gd name="connsiteX4-9" fmla="*/ 0 w 7283002"/>
              <a:gd name="connsiteY4-10" fmla="*/ 3647440 h 7294880"/>
              <a:gd name="connsiteX0-11" fmla="*/ 0 w 7283002"/>
              <a:gd name="connsiteY0-12" fmla="*/ 3961777 h 7609217"/>
              <a:gd name="connsiteX1-13" fmla="*/ 3641501 w 7283002"/>
              <a:gd name="connsiteY1-14" fmla="*/ 314337 h 7609217"/>
              <a:gd name="connsiteX2-15" fmla="*/ 7283002 w 7283002"/>
              <a:gd name="connsiteY2-16" fmla="*/ 3961777 h 7609217"/>
              <a:gd name="connsiteX3-17" fmla="*/ 3641501 w 7283002"/>
              <a:gd name="connsiteY3-18" fmla="*/ 7609217 h 7609217"/>
              <a:gd name="connsiteX4-19" fmla="*/ 0 w 7283002"/>
              <a:gd name="connsiteY4-20" fmla="*/ 3961777 h 7609217"/>
              <a:gd name="connsiteX0-21" fmla="*/ 0 w 7283002"/>
              <a:gd name="connsiteY0-22" fmla="*/ 3727312 h 7374752"/>
              <a:gd name="connsiteX1-23" fmla="*/ 3641501 w 7283002"/>
              <a:gd name="connsiteY1-24" fmla="*/ 79872 h 7374752"/>
              <a:gd name="connsiteX2-25" fmla="*/ 7283002 w 7283002"/>
              <a:gd name="connsiteY2-26" fmla="*/ 3727312 h 7374752"/>
              <a:gd name="connsiteX3-27" fmla="*/ 3641501 w 7283002"/>
              <a:gd name="connsiteY3-28" fmla="*/ 7374752 h 7374752"/>
              <a:gd name="connsiteX4-29" fmla="*/ 0 w 7283002"/>
              <a:gd name="connsiteY4-30" fmla="*/ 3727312 h 7374752"/>
              <a:gd name="connsiteX0-31" fmla="*/ 107156 w 7390158"/>
              <a:gd name="connsiteY0-32" fmla="*/ 3715815 h 7363255"/>
              <a:gd name="connsiteX1-33" fmla="*/ 3748657 w 7390158"/>
              <a:gd name="connsiteY1-34" fmla="*/ 68375 h 7363255"/>
              <a:gd name="connsiteX2-35" fmla="*/ 7390158 w 7390158"/>
              <a:gd name="connsiteY2-36" fmla="*/ 3715815 h 7363255"/>
              <a:gd name="connsiteX3-37" fmla="*/ 3748657 w 7390158"/>
              <a:gd name="connsiteY3-38" fmla="*/ 7363255 h 7363255"/>
              <a:gd name="connsiteX4-39" fmla="*/ 107156 w 7390158"/>
              <a:gd name="connsiteY4-40" fmla="*/ 3715815 h 7363255"/>
              <a:gd name="connsiteX0-41" fmla="*/ 1343341 w 8626343"/>
              <a:gd name="connsiteY0-42" fmla="*/ 3776855 h 7424295"/>
              <a:gd name="connsiteX1-43" fmla="*/ 4984842 w 8626343"/>
              <a:gd name="connsiteY1-44" fmla="*/ 129415 h 7424295"/>
              <a:gd name="connsiteX2-45" fmla="*/ 8626343 w 8626343"/>
              <a:gd name="connsiteY2-46" fmla="*/ 3776855 h 7424295"/>
              <a:gd name="connsiteX3-47" fmla="*/ 4984842 w 8626343"/>
              <a:gd name="connsiteY3-48" fmla="*/ 7424295 h 7424295"/>
              <a:gd name="connsiteX4-49" fmla="*/ 1343341 w 8626343"/>
              <a:gd name="connsiteY4-50" fmla="*/ 3776855 h 7424295"/>
              <a:gd name="connsiteX0-51" fmla="*/ 1343341 w 8626343"/>
              <a:gd name="connsiteY0-52" fmla="*/ 3776855 h 7548584"/>
              <a:gd name="connsiteX1-53" fmla="*/ 4984842 w 8626343"/>
              <a:gd name="connsiteY1-54" fmla="*/ 129415 h 7548584"/>
              <a:gd name="connsiteX2-55" fmla="*/ 8626343 w 8626343"/>
              <a:gd name="connsiteY2-56" fmla="*/ 3776855 h 7548584"/>
              <a:gd name="connsiteX3-57" fmla="*/ 4984842 w 8626343"/>
              <a:gd name="connsiteY3-58" fmla="*/ 7424295 h 7548584"/>
              <a:gd name="connsiteX4-59" fmla="*/ 1343341 w 8626343"/>
              <a:gd name="connsiteY4-60" fmla="*/ 3776855 h 75485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626343" h="7548584">
                <a:moveTo>
                  <a:pt x="1343341" y="3776855"/>
                </a:moveTo>
                <a:cubicBezTo>
                  <a:pt x="-2324419" y="1118322"/>
                  <a:pt x="2404737" y="-480185"/>
                  <a:pt x="4984842" y="129415"/>
                </a:cubicBezTo>
                <a:cubicBezTo>
                  <a:pt x="7564947" y="739015"/>
                  <a:pt x="8626343" y="1762430"/>
                  <a:pt x="8626343" y="3776855"/>
                </a:cubicBezTo>
                <a:cubicBezTo>
                  <a:pt x="8626343" y="5791280"/>
                  <a:pt x="5675187" y="8115175"/>
                  <a:pt x="4984842" y="7424295"/>
                </a:cubicBezTo>
                <a:cubicBezTo>
                  <a:pt x="4294497" y="6733415"/>
                  <a:pt x="5011101" y="6435388"/>
                  <a:pt x="1343341" y="3776855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60000"/>
                </a:schemeClr>
              </a:gs>
              <a:gs pos="100000">
                <a:schemeClr val="accent5">
                  <a:alpha val="60000"/>
                </a:schemeClr>
              </a:gs>
              <a:gs pos="70000">
                <a:schemeClr val="accent3">
                  <a:alpha val="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/>
          </a:p>
        </p:txBody>
      </p:sp>
      <p:sp>
        <p:nvSpPr>
          <p:cNvPr id="51" name="椭圆 37"/>
          <p:cNvSpPr/>
          <p:nvPr userDrawn="1"/>
        </p:nvSpPr>
        <p:spPr>
          <a:xfrm rot="12210284">
            <a:off x="-3088807" y="-3001262"/>
            <a:ext cx="7817225" cy="6857626"/>
          </a:xfrm>
          <a:custGeom>
            <a:avLst/>
            <a:gdLst>
              <a:gd name="connsiteX0" fmla="*/ 0 w 7283001"/>
              <a:gd name="connsiteY0" fmla="*/ 3647440 h 7294880"/>
              <a:gd name="connsiteX1" fmla="*/ 3641501 w 7283001"/>
              <a:gd name="connsiteY1" fmla="*/ 0 h 7294880"/>
              <a:gd name="connsiteX2" fmla="*/ 7283002 w 7283001"/>
              <a:gd name="connsiteY2" fmla="*/ 3647440 h 7294880"/>
              <a:gd name="connsiteX3" fmla="*/ 3641501 w 7283001"/>
              <a:gd name="connsiteY3" fmla="*/ 7294880 h 7294880"/>
              <a:gd name="connsiteX4" fmla="*/ 0 w 7283001"/>
              <a:gd name="connsiteY4" fmla="*/ 3647440 h 7294880"/>
              <a:gd name="connsiteX0-1" fmla="*/ 0 w 7283002"/>
              <a:gd name="connsiteY0-2" fmla="*/ 3647440 h 7294880"/>
              <a:gd name="connsiteX1-3" fmla="*/ 3641501 w 7283002"/>
              <a:gd name="connsiteY1-4" fmla="*/ 0 h 7294880"/>
              <a:gd name="connsiteX2-5" fmla="*/ 7283002 w 7283002"/>
              <a:gd name="connsiteY2-6" fmla="*/ 3647440 h 7294880"/>
              <a:gd name="connsiteX3-7" fmla="*/ 3641501 w 7283002"/>
              <a:gd name="connsiteY3-8" fmla="*/ 7294880 h 7294880"/>
              <a:gd name="connsiteX4-9" fmla="*/ 0 w 7283002"/>
              <a:gd name="connsiteY4-10" fmla="*/ 3647440 h 7294880"/>
              <a:gd name="connsiteX0-11" fmla="*/ 0 w 7283002"/>
              <a:gd name="connsiteY0-12" fmla="*/ 3961777 h 7609217"/>
              <a:gd name="connsiteX1-13" fmla="*/ 3641501 w 7283002"/>
              <a:gd name="connsiteY1-14" fmla="*/ 314337 h 7609217"/>
              <a:gd name="connsiteX2-15" fmla="*/ 7283002 w 7283002"/>
              <a:gd name="connsiteY2-16" fmla="*/ 3961777 h 7609217"/>
              <a:gd name="connsiteX3-17" fmla="*/ 3641501 w 7283002"/>
              <a:gd name="connsiteY3-18" fmla="*/ 7609217 h 7609217"/>
              <a:gd name="connsiteX4-19" fmla="*/ 0 w 7283002"/>
              <a:gd name="connsiteY4-20" fmla="*/ 3961777 h 7609217"/>
              <a:gd name="connsiteX0-21" fmla="*/ 0 w 7283002"/>
              <a:gd name="connsiteY0-22" fmla="*/ 3727312 h 7374752"/>
              <a:gd name="connsiteX1-23" fmla="*/ 3641501 w 7283002"/>
              <a:gd name="connsiteY1-24" fmla="*/ 79872 h 7374752"/>
              <a:gd name="connsiteX2-25" fmla="*/ 7283002 w 7283002"/>
              <a:gd name="connsiteY2-26" fmla="*/ 3727312 h 7374752"/>
              <a:gd name="connsiteX3-27" fmla="*/ 3641501 w 7283002"/>
              <a:gd name="connsiteY3-28" fmla="*/ 7374752 h 7374752"/>
              <a:gd name="connsiteX4-29" fmla="*/ 0 w 7283002"/>
              <a:gd name="connsiteY4-30" fmla="*/ 3727312 h 7374752"/>
              <a:gd name="connsiteX0-31" fmla="*/ 107156 w 7390158"/>
              <a:gd name="connsiteY0-32" fmla="*/ 3715815 h 7363255"/>
              <a:gd name="connsiteX1-33" fmla="*/ 3748657 w 7390158"/>
              <a:gd name="connsiteY1-34" fmla="*/ 68375 h 7363255"/>
              <a:gd name="connsiteX2-35" fmla="*/ 7390158 w 7390158"/>
              <a:gd name="connsiteY2-36" fmla="*/ 3715815 h 7363255"/>
              <a:gd name="connsiteX3-37" fmla="*/ 3748657 w 7390158"/>
              <a:gd name="connsiteY3-38" fmla="*/ 7363255 h 7363255"/>
              <a:gd name="connsiteX4-39" fmla="*/ 107156 w 7390158"/>
              <a:gd name="connsiteY4-40" fmla="*/ 3715815 h 7363255"/>
              <a:gd name="connsiteX0-41" fmla="*/ 1343341 w 8626343"/>
              <a:gd name="connsiteY0-42" fmla="*/ 3776855 h 7424295"/>
              <a:gd name="connsiteX1-43" fmla="*/ 4984842 w 8626343"/>
              <a:gd name="connsiteY1-44" fmla="*/ 129415 h 7424295"/>
              <a:gd name="connsiteX2-45" fmla="*/ 8626343 w 8626343"/>
              <a:gd name="connsiteY2-46" fmla="*/ 3776855 h 7424295"/>
              <a:gd name="connsiteX3-47" fmla="*/ 4984842 w 8626343"/>
              <a:gd name="connsiteY3-48" fmla="*/ 7424295 h 7424295"/>
              <a:gd name="connsiteX4-49" fmla="*/ 1343341 w 8626343"/>
              <a:gd name="connsiteY4-50" fmla="*/ 3776855 h 7424295"/>
              <a:gd name="connsiteX0-51" fmla="*/ 1343341 w 8626343"/>
              <a:gd name="connsiteY0-52" fmla="*/ 3776855 h 7548584"/>
              <a:gd name="connsiteX1-53" fmla="*/ 4984842 w 8626343"/>
              <a:gd name="connsiteY1-54" fmla="*/ 129415 h 7548584"/>
              <a:gd name="connsiteX2-55" fmla="*/ 8626343 w 8626343"/>
              <a:gd name="connsiteY2-56" fmla="*/ 3776855 h 7548584"/>
              <a:gd name="connsiteX3-57" fmla="*/ 4984842 w 8626343"/>
              <a:gd name="connsiteY3-58" fmla="*/ 7424295 h 7548584"/>
              <a:gd name="connsiteX4-59" fmla="*/ 1343341 w 8626343"/>
              <a:gd name="connsiteY4-60" fmla="*/ 3776855 h 7548584"/>
              <a:gd name="connsiteX0-61" fmla="*/ 1276306 w 8559308"/>
              <a:gd name="connsiteY0-62" fmla="*/ 3736886 h 7508615"/>
              <a:gd name="connsiteX1-63" fmla="*/ 4917807 w 8559308"/>
              <a:gd name="connsiteY1-64" fmla="*/ 89446 h 7508615"/>
              <a:gd name="connsiteX2-65" fmla="*/ 8559308 w 8559308"/>
              <a:gd name="connsiteY2-66" fmla="*/ 3736886 h 7508615"/>
              <a:gd name="connsiteX3-67" fmla="*/ 4917807 w 8559308"/>
              <a:gd name="connsiteY3-68" fmla="*/ 7384326 h 7508615"/>
              <a:gd name="connsiteX4-69" fmla="*/ 1276306 w 8559308"/>
              <a:gd name="connsiteY4-70" fmla="*/ 3736886 h 75086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559308" h="7508615">
                <a:moveTo>
                  <a:pt x="1276306" y="3736886"/>
                </a:moveTo>
                <a:cubicBezTo>
                  <a:pt x="-2234531" y="2127967"/>
                  <a:pt x="2337702" y="-520154"/>
                  <a:pt x="4917807" y="89446"/>
                </a:cubicBezTo>
                <a:cubicBezTo>
                  <a:pt x="7497912" y="699046"/>
                  <a:pt x="8559308" y="1722461"/>
                  <a:pt x="8559308" y="3736886"/>
                </a:cubicBezTo>
                <a:cubicBezTo>
                  <a:pt x="8559308" y="5751311"/>
                  <a:pt x="5608152" y="8075206"/>
                  <a:pt x="4917807" y="7384326"/>
                </a:cubicBezTo>
                <a:cubicBezTo>
                  <a:pt x="4227462" y="6693446"/>
                  <a:pt x="4787143" y="5345805"/>
                  <a:pt x="1276306" y="3736886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20000"/>
                </a:schemeClr>
              </a:gs>
              <a:gs pos="0">
                <a:schemeClr val="accent5">
                  <a:alpha val="70000"/>
                </a:schemeClr>
              </a:gs>
              <a:gs pos="70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0" y="883920"/>
            <a:ext cx="12192000" cy="570357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梯形 4"/>
          <p:cNvSpPr/>
          <p:nvPr userDrawn="1"/>
        </p:nvSpPr>
        <p:spPr>
          <a:xfrm>
            <a:off x="8966359" y="0"/>
            <a:ext cx="4480560" cy="899267"/>
          </a:xfrm>
          <a:prstGeom prst="trapezoid">
            <a:avLst>
              <a:gd name="adj" fmla="val 8091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1091" y="217349"/>
            <a:ext cx="1977747" cy="4877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9" name="椭圆 37"/>
          <p:cNvSpPr/>
          <p:nvPr userDrawn="1"/>
        </p:nvSpPr>
        <p:spPr>
          <a:xfrm rot="17471892" flipH="1">
            <a:off x="1773450" y="-3614650"/>
            <a:ext cx="11097826" cy="9711285"/>
          </a:xfrm>
          <a:custGeom>
            <a:avLst/>
            <a:gdLst>
              <a:gd name="connsiteX0" fmla="*/ 0 w 7283001"/>
              <a:gd name="connsiteY0" fmla="*/ 3647440 h 7294880"/>
              <a:gd name="connsiteX1" fmla="*/ 3641501 w 7283001"/>
              <a:gd name="connsiteY1" fmla="*/ 0 h 7294880"/>
              <a:gd name="connsiteX2" fmla="*/ 7283002 w 7283001"/>
              <a:gd name="connsiteY2" fmla="*/ 3647440 h 7294880"/>
              <a:gd name="connsiteX3" fmla="*/ 3641501 w 7283001"/>
              <a:gd name="connsiteY3" fmla="*/ 7294880 h 7294880"/>
              <a:gd name="connsiteX4" fmla="*/ 0 w 7283001"/>
              <a:gd name="connsiteY4" fmla="*/ 3647440 h 7294880"/>
              <a:gd name="connsiteX0-1" fmla="*/ 0 w 7283002"/>
              <a:gd name="connsiteY0-2" fmla="*/ 3647440 h 7294880"/>
              <a:gd name="connsiteX1-3" fmla="*/ 3641501 w 7283002"/>
              <a:gd name="connsiteY1-4" fmla="*/ 0 h 7294880"/>
              <a:gd name="connsiteX2-5" fmla="*/ 7283002 w 7283002"/>
              <a:gd name="connsiteY2-6" fmla="*/ 3647440 h 7294880"/>
              <a:gd name="connsiteX3-7" fmla="*/ 3641501 w 7283002"/>
              <a:gd name="connsiteY3-8" fmla="*/ 7294880 h 7294880"/>
              <a:gd name="connsiteX4-9" fmla="*/ 0 w 7283002"/>
              <a:gd name="connsiteY4-10" fmla="*/ 3647440 h 7294880"/>
              <a:gd name="connsiteX0-11" fmla="*/ 0 w 7283002"/>
              <a:gd name="connsiteY0-12" fmla="*/ 3961777 h 7609217"/>
              <a:gd name="connsiteX1-13" fmla="*/ 3641501 w 7283002"/>
              <a:gd name="connsiteY1-14" fmla="*/ 314337 h 7609217"/>
              <a:gd name="connsiteX2-15" fmla="*/ 7283002 w 7283002"/>
              <a:gd name="connsiteY2-16" fmla="*/ 3961777 h 7609217"/>
              <a:gd name="connsiteX3-17" fmla="*/ 3641501 w 7283002"/>
              <a:gd name="connsiteY3-18" fmla="*/ 7609217 h 7609217"/>
              <a:gd name="connsiteX4-19" fmla="*/ 0 w 7283002"/>
              <a:gd name="connsiteY4-20" fmla="*/ 3961777 h 7609217"/>
              <a:gd name="connsiteX0-21" fmla="*/ 0 w 7283002"/>
              <a:gd name="connsiteY0-22" fmla="*/ 3727312 h 7374752"/>
              <a:gd name="connsiteX1-23" fmla="*/ 3641501 w 7283002"/>
              <a:gd name="connsiteY1-24" fmla="*/ 79872 h 7374752"/>
              <a:gd name="connsiteX2-25" fmla="*/ 7283002 w 7283002"/>
              <a:gd name="connsiteY2-26" fmla="*/ 3727312 h 7374752"/>
              <a:gd name="connsiteX3-27" fmla="*/ 3641501 w 7283002"/>
              <a:gd name="connsiteY3-28" fmla="*/ 7374752 h 7374752"/>
              <a:gd name="connsiteX4-29" fmla="*/ 0 w 7283002"/>
              <a:gd name="connsiteY4-30" fmla="*/ 3727312 h 7374752"/>
              <a:gd name="connsiteX0-31" fmla="*/ 107156 w 7390158"/>
              <a:gd name="connsiteY0-32" fmla="*/ 3715815 h 7363255"/>
              <a:gd name="connsiteX1-33" fmla="*/ 3748657 w 7390158"/>
              <a:gd name="connsiteY1-34" fmla="*/ 68375 h 7363255"/>
              <a:gd name="connsiteX2-35" fmla="*/ 7390158 w 7390158"/>
              <a:gd name="connsiteY2-36" fmla="*/ 3715815 h 7363255"/>
              <a:gd name="connsiteX3-37" fmla="*/ 3748657 w 7390158"/>
              <a:gd name="connsiteY3-38" fmla="*/ 7363255 h 7363255"/>
              <a:gd name="connsiteX4-39" fmla="*/ 107156 w 7390158"/>
              <a:gd name="connsiteY4-40" fmla="*/ 3715815 h 7363255"/>
              <a:gd name="connsiteX0-41" fmla="*/ 1343341 w 8626343"/>
              <a:gd name="connsiteY0-42" fmla="*/ 3776855 h 7424295"/>
              <a:gd name="connsiteX1-43" fmla="*/ 4984842 w 8626343"/>
              <a:gd name="connsiteY1-44" fmla="*/ 129415 h 7424295"/>
              <a:gd name="connsiteX2-45" fmla="*/ 8626343 w 8626343"/>
              <a:gd name="connsiteY2-46" fmla="*/ 3776855 h 7424295"/>
              <a:gd name="connsiteX3-47" fmla="*/ 4984842 w 8626343"/>
              <a:gd name="connsiteY3-48" fmla="*/ 7424295 h 7424295"/>
              <a:gd name="connsiteX4-49" fmla="*/ 1343341 w 8626343"/>
              <a:gd name="connsiteY4-50" fmla="*/ 3776855 h 7424295"/>
              <a:gd name="connsiteX0-51" fmla="*/ 1343341 w 8626343"/>
              <a:gd name="connsiteY0-52" fmla="*/ 3776855 h 7548584"/>
              <a:gd name="connsiteX1-53" fmla="*/ 4984842 w 8626343"/>
              <a:gd name="connsiteY1-54" fmla="*/ 129415 h 7548584"/>
              <a:gd name="connsiteX2-55" fmla="*/ 8626343 w 8626343"/>
              <a:gd name="connsiteY2-56" fmla="*/ 3776855 h 7548584"/>
              <a:gd name="connsiteX3-57" fmla="*/ 4984842 w 8626343"/>
              <a:gd name="connsiteY3-58" fmla="*/ 7424295 h 7548584"/>
              <a:gd name="connsiteX4-59" fmla="*/ 1343341 w 8626343"/>
              <a:gd name="connsiteY4-60" fmla="*/ 3776855 h 75485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626343" h="7548584">
                <a:moveTo>
                  <a:pt x="1343341" y="3776855"/>
                </a:moveTo>
                <a:cubicBezTo>
                  <a:pt x="-2324419" y="1118322"/>
                  <a:pt x="2404737" y="-480185"/>
                  <a:pt x="4984842" y="129415"/>
                </a:cubicBezTo>
                <a:cubicBezTo>
                  <a:pt x="7564947" y="739015"/>
                  <a:pt x="8626343" y="1762430"/>
                  <a:pt x="8626343" y="3776855"/>
                </a:cubicBezTo>
                <a:cubicBezTo>
                  <a:pt x="8626343" y="5791280"/>
                  <a:pt x="5675187" y="8115175"/>
                  <a:pt x="4984842" y="7424295"/>
                </a:cubicBezTo>
                <a:cubicBezTo>
                  <a:pt x="4294497" y="6733415"/>
                  <a:pt x="5011101" y="6435388"/>
                  <a:pt x="1343341" y="3776855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20000"/>
                </a:schemeClr>
              </a:gs>
              <a:gs pos="0">
                <a:schemeClr val="accent5">
                  <a:alpha val="70000"/>
                </a:schemeClr>
              </a:gs>
              <a:gs pos="70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/>
          </a:p>
        </p:txBody>
      </p:sp>
      <p:sp>
        <p:nvSpPr>
          <p:cNvPr id="49" name="椭圆 37"/>
          <p:cNvSpPr/>
          <p:nvPr userDrawn="1"/>
        </p:nvSpPr>
        <p:spPr>
          <a:xfrm>
            <a:off x="-3532296" y="-653799"/>
            <a:ext cx="9486691" cy="9711285"/>
          </a:xfrm>
          <a:custGeom>
            <a:avLst/>
            <a:gdLst>
              <a:gd name="connsiteX0" fmla="*/ 0 w 7283001"/>
              <a:gd name="connsiteY0" fmla="*/ 3647440 h 7294880"/>
              <a:gd name="connsiteX1" fmla="*/ 3641501 w 7283001"/>
              <a:gd name="connsiteY1" fmla="*/ 0 h 7294880"/>
              <a:gd name="connsiteX2" fmla="*/ 7283002 w 7283001"/>
              <a:gd name="connsiteY2" fmla="*/ 3647440 h 7294880"/>
              <a:gd name="connsiteX3" fmla="*/ 3641501 w 7283001"/>
              <a:gd name="connsiteY3" fmla="*/ 7294880 h 7294880"/>
              <a:gd name="connsiteX4" fmla="*/ 0 w 7283001"/>
              <a:gd name="connsiteY4" fmla="*/ 3647440 h 7294880"/>
              <a:gd name="connsiteX0-1" fmla="*/ 0 w 7283002"/>
              <a:gd name="connsiteY0-2" fmla="*/ 3647440 h 7294880"/>
              <a:gd name="connsiteX1-3" fmla="*/ 3641501 w 7283002"/>
              <a:gd name="connsiteY1-4" fmla="*/ 0 h 7294880"/>
              <a:gd name="connsiteX2-5" fmla="*/ 7283002 w 7283002"/>
              <a:gd name="connsiteY2-6" fmla="*/ 3647440 h 7294880"/>
              <a:gd name="connsiteX3-7" fmla="*/ 3641501 w 7283002"/>
              <a:gd name="connsiteY3-8" fmla="*/ 7294880 h 7294880"/>
              <a:gd name="connsiteX4-9" fmla="*/ 0 w 7283002"/>
              <a:gd name="connsiteY4-10" fmla="*/ 3647440 h 7294880"/>
              <a:gd name="connsiteX0-11" fmla="*/ 0 w 7283002"/>
              <a:gd name="connsiteY0-12" fmla="*/ 3961777 h 7609217"/>
              <a:gd name="connsiteX1-13" fmla="*/ 3641501 w 7283002"/>
              <a:gd name="connsiteY1-14" fmla="*/ 314337 h 7609217"/>
              <a:gd name="connsiteX2-15" fmla="*/ 7283002 w 7283002"/>
              <a:gd name="connsiteY2-16" fmla="*/ 3961777 h 7609217"/>
              <a:gd name="connsiteX3-17" fmla="*/ 3641501 w 7283002"/>
              <a:gd name="connsiteY3-18" fmla="*/ 7609217 h 7609217"/>
              <a:gd name="connsiteX4-19" fmla="*/ 0 w 7283002"/>
              <a:gd name="connsiteY4-20" fmla="*/ 3961777 h 7609217"/>
              <a:gd name="connsiteX0-21" fmla="*/ 0 w 7283002"/>
              <a:gd name="connsiteY0-22" fmla="*/ 3727312 h 7374752"/>
              <a:gd name="connsiteX1-23" fmla="*/ 3641501 w 7283002"/>
              <a:gd name="connsiteY1-24" fmla="*/ 79872 h 7374752"/>
              <a:gd name="connsiteX2-25" fmla="*/ 7283002 w 7283002"/>
              <a:gd name="connsiteY2-26" fmla="*/ 3727312 h 7374752"/>
              <a:gd name="connsiteX3-27" fmla="*/ 3641501 w 7283002"/>
              <a:gd name="connsiteY3-28" fmla="*/ 7374752 h 7374752"/>
              <a:gd name="connsiteX4-29" fmla="*/ 0 w 7283002"/>
              <a:gd name="connsiteY4-30" fmla="*/ 3727312 h 7374752"/>
              <a:gd name="connsiteX0-31" fmla="*/ 107156 w 7390158"/>
              <a:gd name="connsiteY0-32" fmla="*/ 3715815 h 7363255"/>
              <a:gd name="connsiteX1-33" fmla="*/ 3748657 w 7390158"/>
              <a:gd name="connsiteY1-34" fmla="*/ 68375 h 7363255"/>
              <a:gd name="connsiteX2-35" fmla="*/ 7390158 w 7390158"/>
              <a:gd name="connsiteY2-36" fmla="*/ 3715815 h 7363255"/>
              <a:gd name="connsiteX3-37" fmla="*/ 3748657 w 7390158"/>
              <a:gd name="connsiteY3-38" fmla="*/ 7363255 h 7363255"/>
              <a:gd name="connsiteX4-39" fmla="*/ 107156 w 7390158"/>
              <a:gd name="connsiteY4-40" fmla="*/ 3715815 h 7363255"/>
              <a:gd name="connsiteX0-41" fmla="*/ 1343341 w 8626343"/>
              <a:gd name="connsiteY0-42" fmla="*/ 3776855 h 7424295"/>
              <a:gd name="connsiteX1-43" fmla="*/ 4984842 w 8626343"/>
              <a:gd name="connsiteY1-44" fmla="*/ 129415 h 7424295"/>
              <a:gd name="connsiteX2-45" fmla="*/ 8626343 w 8626343"/>
              <a:gd name="connsiteY2-46" fmla="*/ 3776855 h 7424295"/>
              <a:gd name="connsiteX3-47" fmla="*/ 4984842 w 8626343"/>
              <a:gd name="connsiteY3-48" fmla="*/ 7424295 h 7424295"/>
              <a:gd name="connsiteX4-49" fmla="*/ 1343341 w 8626343"/>
              <a:gd name="connsiteY4-50" fmla="*/ 3776855 h 7424295"/>
              <a:gd name="connsiteX0-51" fmla="*/ 1343341 w 8626343"/>
              <a:gd name="connsiteY0-52" fmla="*/ 3776855 h 7548584"/>
              <a:gd name="connsiteX1-53" fmla="*/ 4984842 w 8626343"/>
              <a:gd name="connsiteY1-54" fmla="*/ 129415 h 7548584"/>
              <a:gd name="connsiteX2-55" fmla="*/ 8626343 w 8626343"/>
              <a:gd name="connsiteY2-56" fmla="*/ 3776855 h 7548584"/>
              <a:gd name="connsiteX3-57" fmla="*/ 4984842 w 8626343"/>
              <a:gd name="connsiteY3-58" fmla="*/ 7424295 h 7548584"/>
              <a:gd name="connsiteX4-59" fmla="*/ 1343341 w 8626343"/>
              <a:gd name="connsiteY4-60" fmla="*/ 3776855 h 75485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626343" h="7548584">
                <a:moveTo>
                  <a:pt x="1343341" y="3776855"/>
                </a:moveTo>
                <a:cubicBezTo>
                  <a:pt x="-2324419" y="1118322"/>
                  <a:pt x="2404737" y="-480185"/>
                  <a:pt x="4984842" y="129415"/>
                </a:cubicBezTo>
                <a:cubicBezTo>
                  <a:pt x="7564947" y="739015"/>
                  <a:pt x="8626343" y="1762430"/>
                  <a:pt x="8626343" y="3776855"/>
                </a:cubicBezTo>
                <a:cubicBezTo>
                  <a:pt x="8626343" y="5791280"/>
                  <a:pt x="5675187" y="8115175"/>
                  <a:pt x="4984842" y="7424295"/>
                </a:cubicBezTo>
                <a:cubicBezTo>
                  <a:pt x="4294497" y="6733415"/>
                  <a:pt x="5011101" y="6435388"/>
                  <a:pt x="1343341" y="3776855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20000"/>
                </a:schemeClr>
              </a:gs>
              <a:gs pos="0">
                <a:schemeClr val="accent5">
                  <a:alpha val="70000"/>
                </a:schemeClr>
              </a:gs>
              <a:gs pos="70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/>
          </a:p>
        </p:txBody>
      </p:sp>
      <p:sp>
        <p:nvSpPr>
          <p:cNvPr id="35" name="椭圆 34"/>
          <p:cNvSpPr/>
          <p:nvPr userDrawn="1"/>
        </p:nvSpPr>
        <p:spPr>
          <a:xfrm rot="19463381">
            <a:off x="7591780" y="-985980"/>
            <a:ext cx="6340256" cy="5519595"/>
          </a:xfrm>
          <a:custGeom>
            <a:avLst/>
            <a:gdLst>
              <a:gd name="connsiteX0" fmla="*/ 0 w 8503920"/>
              <a:gd name="connsiteY0" fmla="*/ 3048000 h 6096000"/>
              <a:gd name="connsiteX1" fmla="*/ 4251960 w 8503920"/>
              <a:gd name="connsiteY1" fmla="*/ 0 h 6096000"/>
              <a:gd name="connsiteX2" fmla="*/ 8503920 w 8503920"/>
              <a:gd name="connsiteY2" fmla="*/ 3048000 h 6096000"/>
              <a:gd name="connsiteX3" fmla="*/ 4251960 w 8503920"/>
              <a:gd name="connsiteY3" fmla="*/ 6096000 h 6096000"/>
              <a:gd name="connsiteX4" fmla="*/ 0 w 8503920"/>
              <a:gd name="connsiteY4" fmla="*/ 3048000 h 6096000"/>
              <a:gd name="connsiteX0-1" fmla="*/ 0 w 8505037"/>
              <a:gd name="connsiteY0-2" fmla="*/ 2997252 h 6096078"/>
              <a:gd name="connsiteX1-3" fmla="*/ 4253077 w 8505037"/>
              <a:gd name="connsiteY1-4" fmla="*/ 40 h 6096078"/>
              <a:gd name="connsiteX2-5" fmla="*/ 8505037 w 8505037"/>
              <a:gd name="connsiteY2-6" fmla="*/ 3048040 h 6096078"/>
              <a:gd name="connsiteX3-7" fmla="*/ 4253077 w 8505037"/>
              <a:gd name="connsiteY3-8" fmla="*/ 6096040 h 6096078"/>
              <a:gd name="connsiteX4-9" fmla="*/ 0 w 8505037"/>
              <a:gd name="connsiteY4-10" fmla="*/ 2997252 h 6096078"/>
              <a:gd name="connsiteX0-11" fmla="*/ 105873 w 8610910"/>
              <a:gd name="connsiteY0-12" fmla="*/ 2997247 h 6096073"/>
              <a:gd name="connsiteX1-13" fmla="*/ 4358950 w 8610910"/>
              <a:gd name="connsiteY1-14" fmla="*/ 35 h 6096073"/>
              <a:gd name="connsiteX2-15" fmla="*/ 8610910 w 8610910"/>
              <a:gd name="connsiteY2-16" fmla="*/ 3048035 h 6096073"/>
              <a:gd name="connsiteX3-17" fmla="*/ 4358950 w 8610910"/>
              <a:gd name="connsiteY3-18" fmla="*/ 6096035 h 6096073"/>
              <a:gd name="connsiteX4-19" fmla="*/ 105873 w 8610910"/>
              <a:gd name="connsiteY4-20" fmla="*/ 2997247 h 6096073"/>
              <a:gd name="connsiteX0-21" fmla="*/ 1055 w 8506092"/>
              <a:gd name="connsiteY0-22" fmla="*/ 2997237 h 5085656"/>
              <a:gd name="connsiteX1-23" fmla="*/ 4254132 w 8506092"/>
              <a:gd name="connsiteY1-24" fmla="*/ 25 h 5085656"/>
              <a:gd name="connsiteX2-25" fmla="*/ 8506092 w 8506092"/>
              <a:gd name="connsiteY2-26" fmla="*/ 3048025 h 5085656"/>
              <a:gd name="connsiteX3-27" fmla="*/ 4640444 w 8506092"/>
              <a:gd name="connsiteY3-28" fmla="*/ 5085513 h 5085656"/>
              <a:gd name="connsiteX4-29" fmla="*/ 1055 w 8506092"/>
              <a:gd name="connsiteY4-30" fmla="*/ 2997237 h 5085656"/>
              <a:gd name="connsiteX0-31" fmla="*/ 1055 w 8506092"/>
              <a:gd name="connsiteY0-32" fmla="*/ 2997237 h 5519588"/>
              <a:gd name="connsiteX1-33" fmla="*/ 4254132 w 8506092"/>
              <a:gd name="connsiteY1-34" fmla="*/ 25 h 5519588"/>
              <a:gd name="connsiteX2-35" fmla="*/ 8506092 w 8506092"/>
              <a:gd name="connsiteY2-36" fmla="*/ 3048025 h 5519588"/>
              <a:gd name="connsiteX3-37" fmla="*/ 4640444 w 8506092"/>
              <a:gd name="connsiteY3-38" fmla="*/ 5085513 h 5519588"/>
              <a:gd name="connsiteX4-39" fmla="*/ 1055 w 8506092"/>
              <a:gd name="connsiteY4-40" fmla="*/ 2997237 h 5519588"/>
              <a:gd name="connsiteX0-41" fmla="*/ 72966 w 8578003"/>
              <a:gd name="connsiteY0-42" fmla="*/ 2997244 h 5519595"/>
              <a:gd name="connsiteX1-43" fmla="*/ 4326043 w 8578003"/>
              <a:gd name="connsiteY1-44" fmla="*/ 32 h 5519595"/>
              <a:gd name="connsiteX2-45" fmla="*/ 8578003 w 8578003"/>
              <a:gd name="connsiteY2-46" fmla="*/ 3048032 h 5519595"/>
              <a:gd name="connsiteX3-47" fmla="*/ 4712355 w 8578003"/>
              <a:gd name="connsiteY3-48" fmla="*/ 5085520 h 5519595"/>
              <a:gd name="connsiteX4-49" fmla="*/ 72966 w 8578003"/>
              <a:gd name="connsiteY4-50" fmla="*/ 2997244 h 55195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578003" h="5519595">
                <a:moveTo>
                  <a:pt x="72966" y="2997244"/>
                </a:moveTo>
                <a:cubicBezTo>
                  <a:pt x="-543503" y="1629289"/>
                  <a:pt x="2908537" y="-8433"/>
                  <a:pt x="4326043" y="32"/>
                </a:cubicBezTo>
                <a:cubicBezTo>
                  <a:pt x="5743549" y="8497"/>
                  <a:pt x="8578003" y="1364668"/>
                  <a:pt x="8578003" y="3048032"/>
                </a:cubicBezTo>
                <a:cubicBezTo>
                  <a:pt x="8578003" y="4731396"/>
                  <a:pt x="4998032" y="6307879"/>
                  <a:pt x="4712355" y="5085520"/>
                </a:cubicBezTo>
                <a:cubicBezTo>
                  <a:pt x="4426678" y="3863161"/>
                  <a:pt x="689435" y="4365199"/>
                  <a:pt x="72966" y="2997244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80000"/>
                </a:schemeClr>
              </a:gs>
              <a:gs pos="100000">
                <a:schemeClr val="accent5">
                  <a:alpha val="80000"/>
                </a:schemeClr>
              </a:gs>
              <a:gs pos="70000">
                <a:schemeClr val="accent3">
                  <a:alpha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4"/>
          <p:cNvSpPr/>
          <p:nvPr userDrawn="1"/>
        </p:nvSpPr>
        <p:spPr>
          <a:xfrm rot="19463381">
            <a:off x="-3530869" y="3103593"/>
            <a:ext cx="6340256" cy="5519595"/>
          </a:xfrm>
          <a:custGeom>
            <a:avLst/>
            <a:gdLst>
              <a:gd name="connsiteX0" fmla="*/ 0 w 8503920"/>
              <a:gd name="connsiteY0" fmla="*/ 3048000 h 6096000"/>
              <a:gd name="connsiteX1" fmla="*/ 4251960 w 8503920"/>
              <a:gd name="connsiteY1" fmla="*/ 0 h 6096000"/>
              <a:gd name="connsiteX2" fmla="*/ 8503920 w 8503920"/>
              <a:gd name="connsiteY2" fmla="*/ 3048000 h 6096000"/>
              <a:gd name="connsiteX3" fmla="*/ 4251960 w 8503920"/>
              <a:gd name="connsiteY3" fmla="*/ 6096000 h 6096000"/>
              <a:gd name="connsiteX4" fmla="*/ 0 w 8503920"/>
              <a:gd name="connsiteY4" fmla="*/ 3048000 h 6096000"/>
              <a:gd name="connsiteX0-1" fmla="*/ 0 w 8505037"/>
              <a:gd name="connsiteY0-2" fmla="*/ 2997252 h 6096078"/>
              <a:gd name="connsiteX1-3" fmla="*/ 4253077 w 8505037"/>
              <a:gd name="connsiteY1-4" fmla="*/ 40 h 6096078"/>
              <a:gd name="connsiteX2-5" fmla="*/ 8505037 w 8505037"/>
              <a:gd name="connsiteY2-6" fmla="*/ 3048040 h 6096078"/>
              <a:gd name="connsiteX3-7" fmla="*/ 4253077 w 8505037"/>
              <a:gd name="connsiteY3-8" fmla="*/ 6096040 h 6096078"/>
              <a:gd name="connsiteX4-9" fmla="*/ 0 w 8505037"/>
              <a:gd name="connsiteY4-10" fmla="*/ 2997252 h 6096078"/>
              <a:gd name="connsiteX0-11" fmla="*/ 105873 w 8610910"/>
              <a:gd name="connsiteY0-12" fmla="*/ 2997247 h 6096073"/>
              <a:gd name="connsiteX1-13" fmla="*/ 4358950 w 8610910"/>
              <a:gd name="connsiteY1-14" fmla="*/ 35 h 6096073"/>
              <a:gd name="connsiteX2-15" fmla="*/ 8610910 w 8610910"/>
              <a:gd name="connsiteY2-16" fmla="*/ 3048035 h 6096073"/>
              <a:gd name="connsiteX3-17" fmla="*/ 4358950 w 8610910"/>
              <a:gd name="connsiteY3-18" fmla="*/ 6096035 h 6096073"/>
              <a:gd name="connsiteX4-19" fmla="*/ 105873 w 8610910"/>
              <a:gd name="connsiteY4-20" fmla="*/ 2997247 h 6096073"/>
              <a:gd name="connsiteX0-21" fmla="*/ 1055 w 8506092"/>
              <a:gd name="connsiteY0-22" fmla="*/ 2997237 h 5085656"/>
              <a:gd name="connsiteX1-23" fmla="*/ 4254132 w 8506092"/>
              <a:gd name="connsiteY1-24" fmla="*/ 25 h 5085656"/>
              <a:gd name="connsiteX2-25" fmla="*/ 8506092 w 8506092"/>
              <a:gd name="connsiteY2-26" fmla="*/ 3048025 h 5085656"/>
              <a:gd name="connsiteX3-27" fmla="*/ 4640444 w 8506092"/>
              <a:gd name="connsiteY3-28" fmla="*/ 5085513 h 5085656"/>
              <a:gd name="connsiteX4-29" fmla="*/ 1055 w 8506092"/>
              <a:gd name="connsiteY4-30" fmla="*/ 2997237 h 5085656"/>
              <a:gd name="connsiteX0-31" fmla="*/ 1055 w 8506092"/>
              <a:gd name="connsiteY0-32" fmla="*/ 2997237 h 5519588"/>
              <a:gd name="connsiteX1-33" fmla="*/ 4254132 w 8506092"/>
              <a:gd name="connsiteY1-34" fmla="*/ 25 h 5519588"/>
              <a:gd name="connsiteX2-35" fmla="*/ 8506092 w 8506092"/>
              <a:gd name="connsiteY2-36" fmla="*/ 3048025 h 5519588"/>
              <a:gd name="connsiteX3-37" fmla="*/ 4640444 w 8506092"/>
              <a:gd name="connsiteY3-38" fmla="*/ 5085513 h 5519588"/>
              <a:gd name="connsiteX4-39" fmla="*/ 1055 w 8506092"/>
              <a:gd name="connsiteY4-40" fmla="*/ 2997237 h 5519588"/>
              <a:gd name="connsiteX0-41" fmla="*/ 72966 w 8578003"/>
              <a:gd name="connsiteY0-42" fmla="*/ 2997244 h 5519595"/>
              <a:gd name="connsiteX1-43" fmla="*/ 4326043 w 8578003"/>
              <a:gd name="connsiteY1-44" fmla="*/ 32 h 5519595"/>
              <a:gd name="connsiteX2-45" fmla="*/ 8578003 w 8578003"/>
              <a:gd name="connsiteY2-46" fmla="*/ 3048032 h 5519595"/>
              <a:gd name="connsiteX3-47" fmla="*/ 4712355 w 8578003"/>
              <a:gd name="connsiteY3-48" fmla="*/ 5085520 h 5519595"/>
              <a:gd name="connsiteX4-49" fmla="*/ 72966 w 8578003"/>
              <a:gd name="connsiteY4-50" fmla="*/ 2997244 h 55195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578003" h="5519595">
                <a:moveTo>
                  <a:pt x="72966" y="2997244"/>
                </a:moveTo>
                <a:cubicBezTo>
                  <a:pt x="-543503" y="1629289"/>
                  <a:pt x="2908537" y="-8433"/>
                  <a:pt x="4326043" y="32"/>
                </a:cubicBezTo>
                <a:cubicBezTo>
                  <a:pt x="5743549" y="8497"/>
                  <a:pt x="8578003" y="1364668"/>
                  <a:pt x="8578003" y="3048032"/>
                </a:cubicBezTo>
                <a:cubicBezTo>
                  <a:pt x="8578003" y="4731396"/>
                  <a:pt x="4998032" y="6307879"/>
                  <a:pt x="4712355" y="5085520"/>
                </a:cubicBezTo>
                <a:cubicBezTo>
                  <a:pt x="4426678" y="3863161"/>
                  <a:pt x="689435" y="4365199"/>
                  <a:pt x="72966" y="2997244"/>
                </a:cubicBezTo>
                <a:close/>
              </a:path>
            </a:pathLst>
          </a:custGeom>
          <a:gradFill flip="none" rotWithShape="1">
            <a:gsLst>
              <a:gs pos="68000">
                <a:schemeClr val="accent1"/>
              </a:gs>
              <a:gs pos="0">
                <a:schemeClr val="accent5"/>
              </a:gs>
              <a:gs pos="33000">
                <a:schemeClr val="accent3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/>
          <p:cNvSpPr/>
          <p:nvPr userDrawn="1"/>
        </p:nvSpPr>
        <p:spPr>
          <a:xfrm>
            <a:off x="6196426" y="427552"/>
            <a:ext cx="8626343" cy="7548584"/>
          </a:xfrm>
          <a:custGeom>
            <a:avLst/>
            <a:gdLst>
              <a:gd name="connsiteX0" fmla="*/ 0 w 7283001"/>
              <a:gd name="connsiteY0" fmla="*/ 3647440 h 7294880"/>
              <a:gd name="connsiteX1" fmla="*/ 3641501 w 7283001"/>
              <a:gd name="connsiteY1" fmla="*/ 0 h 7294880"/>
              <a:gd name="connsiteX2" fmla="*/ 7283002 w 7283001"/>
              <a:gd name="connsiteY2" fmla="*/ 3647440 h 7294880"/>
              <a:gd name="connsiteX3" fmla="*/ 3641501 w 7283001"/>
              <a:gd name="connsiteY3" fmla="*/ 7294880 h 7294880"/>
              <a:gd name="connsiteX4" fmla="*/ 0 w 7283001"/>
              <a:gd name="connsiteY4" fmla="*/ 3647440 h 7294880"/>
              <a:gd name="connsiteX0-1" fmla="*/ 0 w 7283002"/>
              <a:gd name="connsiteY0-2" fmla="*/ 3647440 h 7294880"/>
              <a:gd name="connsiteX1-3" fmla="*/ 3641501 w 7283002"/>
              <a:gd name="connsiteY1-4" fmla="*/ 0 h 7294880"/>
              <a:gd name="connsiteX2-5" fmla="*/ 7283002 w 7283002"/>
              <a:gd name="connsiteY2-6" fmla="*/ 3647440 h 7294880"/>
              <a:gd name="connsiteX3-7" fmla="*/ 3641501 w 7283002"/>
              <a:gd name="connsiteY3-8" fmla="*/ 7294880 h 7294880"/>
              <a:gd name="connsiteX4-9" fmla="*/ 0 w 7283002"/>
              <a:gd name="connsiteY4-10" fmla="*/ 3647440 h 7294880"/>
              <a:gd name="connsiteX0-11" fmla="*/ 0 w 7283002"/>
              <a:gd name="connsiteY0-12" fmla="*/ 3961777 h 7609217"/>
              <a:gd name="connsiteX1-13" fmla="*/ 3641501 w 7283002"/>
              <a:gd name="connsiteY1-14" fmla="*/ 314337 h 7609217"/>
              <a:gd name="connsiteX2-15" fmla="*/ 7283002 w 7283002"/>
              <a:gd name="connsiteY2-16" fmla="*/ 3961777 h 7609217"/>
              <a:gd name="connsiteX3-17" fmla="*/ 3641501 w 7283002"/>
              <a:gd name="connsiteY3-18" fmla="*/ 7609217 h 7609217"/>
              <a:gd name="connsiteX4-19" fmla="*/ 0 w 7283002"/>
              <a:gd name="connsiteY4-20" fmla="*/ 3961777 h 7609217"/>
              <a:gd name="connsiteX0-21" fmla="*/ 0 w 7283002"/>
              <a:gd name="connsiteY0-22" fmla="*/ 3727312 h 7374752"/>
              <a:gd name="connsiteX1-23" fmla="*/ 3641501 w 7283002"/>
              <a:gd name="connsiteY1-24" fmla="*/ 79872 h 7374752"/>
              <a:gd name="connsiteX2-25" fmla="*/ 7283002 w 7283002"/>
              <a:gd name="connsiteY2-26" fmla="*/ 3727312 h 7374752"/>
              <a:gd name="connsiteX3-27" fmla="*/ 3641501 w 7283002"/>
              <a:gd name="connsiteY3-28" fmla="*/ 7374752 h 7374752"/>
              <a:gd name="connsiteX4-29" fmla="*/ 0 w 7283002"/>
              <a:gd name="connsiteY4-30" fmla="*/ 3727312 h 7374752"/>
              <a:gd name="connsiteX0-31" fmla="*/ 107156 w 7390158"/>
              <a:gd name="connsiteY0-32" fmla="*/ 3715815 h 7363255"/>
              <a:gd name="connsiteX1-33" fmla="*/ 3748657 w 7390158"/>
              <a:gd name="connsiteY1-34" fmla="*/ 68375 h 7363255"/>
              <a:gd name="connsiteX2-35" fmla="*/ 7390158 w 7390158"/>
              <a:gd name="connsiteY2-36" fmla="*/ 3715815 h 7363255"/>
              <a:gd name="connsiteX3-37" fmla="*/ 3748657 w 7390158"/>
              <a:gd name="connsiteY3-38" fmla="*/ 7363255 h 7363255"/>
              <a:gd name="connsiteX4-39" fmla="*/ 107156 w 7390158"/>
              <a:gd name="connsiteY4-40" fmla="*/ 3715815 h 7363255"/>
              <a:gd name="connsiteX0-41" fmla="*/ 1343341 w 8626343"/>
              <a:gd name="connsiteY0-42" fmla="*/ 3776855 h 7424295"/>
              <a:gd name="connsiteX1-43" fmla="*/ 4984842 w 8626343"/>
              <a:gd name="connsiteY1-44" fmla="*/ 129415 h 7424295"/>
              <a:gd name="connsiteX2-45" fmla="*/ 8626343 w 8626343"/>
              <a:gd name="connsiteY2-46" fmla="*/ 3776855 h 7424295"/>
              <a:gd name="connsiteX3-47" fmla="*/ 4984842 w 8626343"/>
              <a:gd name="connsiteY3-48" fmla="*/ 7424295 h 7424295"/>
              <a:gd name="connsiteX4-49" fmla="*/ 1343341 w 8626343"/>
              <a:gd name="connsiteY4-50" fmla="*/ 3776855 h 7424295"/>
              <a:gd name="connsiteX0-51" fmla="*/ 1343341 w 8626343"/>
              <a:gd name="connsiteY0-52" fmla="*/ 3776855 h 7548584"/>
              <a:gd name="connsiteX1-53" fmla="*/ 4984842 w 8626343"/>
              <a:gd name="connsiteY1-54" fmla="*/ 129415 h 7548584"/>
              <a:gd name="connsiteX2-55" fmla="*/ 8626343 w 8626343"/>
              <a:gd name="connsiteY2-56" fmla="*/ 3776855 h 7548584"/>
              <a:gd name="connsiteX3-57" fmla="*/ 4984842 w 8626343"/>
              <a:gd name="connsiteY3-58" fmla="*/ 7424295 h 7548584"/>
              <a:gd name="connsiteX4-59" fmla="*/ 1343341 w 8626343"/>
              <a:gd name="connsiteY4-60" fmla="*/ 3776855 h 75485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626343" h="7548584">
                <a:moveTo>
                  <a:pt x="1343341" y="3776855"/>
                </a:moveTo>
                <a:cubicBezTo>
                  <a:pt x="-2324419" y="1118322"/>
                  <a:pt x="2404737" y="-480185"/>
                  <a:pt x="4984842" y="129415"/>
                </a:cubicBezTo>
                <a:cubicBezTo>
                  <a:pt x="7564947" y="739015"/>
                  <a:pt x="8626343" y="1762430"/>
                  <a:pt x="8626343" y="3776855"/>
                </a:cubicBezTo>
                <a:cubicBezTo>
                  <a:pt x="8626343" y="5791280"/>
                  <a:pt x="5675187" y="8115175"/>
                  <a:pt x="4984842" y="7424295"/>
                </a:cubicBezTo>
                <a:cubicBezTo>
                  <a:pt x="4294497" y="6733415"/>
                  <a:pt x="5011101" y="6435388"/>
                  <a:pt x="1343341" y="3776855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60000"/>
                </a:schemeClr>
              </a:gs>
              <a:gs pos="100000">
                <a:schemeClr val="accent5">
                  <a:alpha val="60000"/>
                </a:schemeClr>
              </a:gs>
              <a:gs pos="70000">
                <a:schemeClr val="accent3">
                  <a:alpha val="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/>
          </a:p>
        </p:txBody>
      </p:sp>
      <p:sp>
        <p:nvSpPr>
          <p:cNvPr id="51" name="椭圆 37"/>
          <p:cNvSpPr/>
          <p:nvPr userDrawn="1"/>
        </p:nvSpPr>
        <p:spPr>
          <a:xfrm rot="12210284">
            <a:off x="-3088807" y="-3001262"/>
            <a:ext cx="7817225" cy="6857626"/>
          </a:xfrm>
          <a:custGeom>
            <a:avLst/>
            <a:gdLst>
              <a:gd name="connsiteX0" fmla="*/ 0 w 7283001"/>
              <a:gd name="connsiteY0" fmla="*/ 3647440 h 7294880"/>
              <a:gd name="connsiteX1" fmla="*/ 3641501 w 7283001"/>
              <a:gd name="connsiteY1" fmla="*/ 0 h 7294880"/>
              <a:gd name="connsiteX2" fmla="*/ 7283002 w 7283001"/>
              <a:gd name="connsiteY2" fmla="*/ 3647440 h 7294880"/>
              <a:gd name="connsiteX3" fmla="*/ 3641501 w 7283001"/>
              <a:gd name="connsiteY3" fmla="*/ 7294880 h 7294880"/>
              <a:gd name="connsiteX4" fmla="*/ 0 w 7283001"/>
              <a:gd name="connsiteY4" fmla="*/ 3647440 h 7294880"/>
              <a:gd name="connsiteX0-1" fmla="*/ 0 w 7283002"/>
              <a:gd name="connsiteY0-2" fmla="*/ 3647440 h 7294880"/>
              <a:gd name="connsiteX1-3" fmla="*/ 3641501 w 7283002"/>
              <a:gd name="connsiteY1-4" fmla="*/ 0 h 7294880"/>
              <a:gd name="connsiteX2-5" fmla="*/ 7283002 w 7283002"/>
              <a:gd name="connsiteY2-6" fmla="*/ 3647440 h 7294880"/>
              <a:gd name="connsiteX3-7" fmla="*/ 3641501 w 7283002"/>
              <a:gd name="connsiteY3-8" fmla="*/ 7294880 h 7294880"/>
              <a:gd name="connsiteX4-9" fmla="*/ 0 w 7283002"/>
              <a:gd name="connsiteY4-10" fmla="*/ 3647440 h 7294880"/>
              <a:gd name="connsiteX0-11" fmla="*/ 0 w 7283002"/>
              <a:gd name="connsiteY0-12" fmla="*/ 3961777 h 7609217"/>
              <a:gd name="connsiteX1-13" fmla="*/ 3641501 w 7283002"/>
              <a:gd name="connsiteY1-14" fmla="*/ 314337 h 7609217"/>
              <a:gd name="connsiteX2-15" fmla="*/ 7283002 w 7283002"/>
              <a:gd name="connsiteY2-16" fmla="*/ 3961777 h 7609217"/>
              <a:gd name="connsiteX3-17" fmla="*/ 3641501 w 7283002"/>
              <a:gd name="connsiteY3-18" fmla="*/ 7609217 h 7609217"/>
              <a:gd name="connsiteX4-19" fmla="*/ 0 w 7283002"/>
              <a:gd name="connsiteY4-20" fmla="*/ 3961777 h 7609217"/>
              <a:gd name="connsiteX0-21" fmla="*/ 0 w 7283002"/>
              <a:gd name="connsiteY0-22" fmla="*/ 3727312 h 7374752"/>
              <a:gd name="connsiteX1-23" fmla="*/ 3641501 w 7283002"/>
              <a:gd name="connsiteY1-24" fmla="*/ 79872 h 7374752"/>
              <a:gd name="connsiteX2-25" fmla="*/ 7283002 w 7283002"/>
              <a:gd name="connsiteY2-26" fmla="*/ 3727312 h 7374752"/>
              <a:gd name="connsiteX3-27" fmla="*/ 3641501 w 7283002"/>
              <a:gd name="connsiteY3-28" fmla="*/ 7374752 h 7374752"/>
              <a:gd name="connsiteX4-29" fmla="*/ 0 w 7283002"/>
              <a:gd name="connsiteY4-30" fmla="*/ 3727312 h 7374752"/>
              <a:gd name="connsiteX0-31" fmla="*/ 107156 w 7390158"/>
              <a:gd name="connsiteY0-32" fmla="*/ 3715815 h 7363255"/>
              <a:gd name="connsiteX1-33" fmla="*/ 3748657 w 7390158"/>
              <a:gd name="connsiteY1-34" fmla="*/ 68375 h 7363255"/>
              <a:gd name="connsiteX2-35" fmla="*/ 7390158 w 7390158"/>
              <a:gd name="connsiteY2-36" fmla="*/ 3715815 h 7363255"/>
              <a:gd name="connsiteX3-37" fmla="*/ 3748657 w 7390158"/>
              <a:gd name="connsiteY3-38" fmla="*/ 7363255 h 7363255"/>
              <a:gd name="connsiteX4-39" fmla="*/ 107156 w 7390158"/>
              <a:gd name="connsiteY4-40" fmla="*/ 3715815 h 7363255"/>
              <a:gd name="connsiteX0-41" fmla="*/ 1343341 w 8626343"/>
              <a:gd name="connsiteY0-42" fmla="*/ 3776855 h 7424295"/>
              <a:gd name="connsiteX1-43" fmla="*/ 4984842 w 8626343"/>
              <a:gd name="connsiteY1-44" fmla="*/ 129415 h 7424295"/>
              <a:gd name="connsiteX2-45" fmla="*/ 8626343 w 8626343"/>
              <a:gd name="connsiteY2-46" fmla="*/ 3776855 h 7424295"/>
              <a:gd name="connsiteX3-47" fmla="*/ 4984842 w 8626343"/>
              <a:gd name="connsiteY3-48" fmla="*/ 7424295 h 7424295"/>
              <a:gd name="connsiteX4-49" fmla="*/ 1343341 w 8626343"/>
              <a:gd name="connsiteY4-50" fmla="*/ 3776855 h 7424295"/>
              <a:gd name="connsiteX0-51" fmla="*/ 1343341 w 8626343"/>
              <a:gd name="connsiteY0-52" fmla="*/ 3776855 h 7548584"/>
              <a:gd name="connsiteX1-53" fmla="*/ 4984842 w 8626343"/>
              <a:gd name="connsiteY1-54" fmla="*/ 129415 h 7548584"/>
              <a:gd name="connsiteX2-55" fmla="*/ 8626343 w 8626343"/>
              <a:gd name="connsiteY2-56" fmla="*/ 3776855 h 7548584"/>
              <a:gd name="connsiteX3-57" fmla="*/ 4984842 w 8626343"/>
              <a:gd name="connsiteY3-58" fmla="*/ 7424295 h 7548584"/>
              <a:gd name="connsiteX4-59" fmla="*/ 1343341 w 8626343"/>
              <a:gd name="connsiteY4-60" fmla="*/ 3776855 h 7548584"/>
              <a:gd name="connsiteX0-61" fmla="*/ 1276306 w 8559308"/>
              <a:gd name="connsiteY0-62" fmla="*/ 3736886 h 7508615"/>
              <a:gd name="connsiteX1-63" fmla="*/ 4917807 w 8559308"/>
              <a:gd name="connsiteY1-64" fmla="*/ 89446 h 7508615"/>
              <a:gd name="connsiteX2-65" fmla="*/ 8559308 w 8559308"/>
              <a:gd name="connsiteY2-66" fmla="*/ 3736886 h 7508615"/>
              <a:gd name="connsiteX3-67" fmla="*/ 4917807 w 8559308"/>
              <a:gd name="connsiteY3-68" fmla="*/ 7384326 h 7508615"/>
              <a:gd name="connsiteX4-69" fmla="*/ 1276306 w 8559308"/>
              <a:gd name="connsiteY4-70" fmla="*/ 3736886 h 75086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559308" h="7508615">
                <a:moveTo>
                  <a:pt x="1276306" y="3736886"/>
                </a:moveTo>
                <a:cubicBezTo>
                  <a:pt x="-2234531" y="2127967"/>
                  <a:pt x="2337702" y="-520154"/>
                  <a:pt x="4917807" y="89446"/>
                </a:cubicBezTo>
                <a:cubicBezTo>
                  <a:pt x="7497912" y="699046"/>
                  <a:pt x="8559308" y="1722461"/>
                  <a:pt x="8559308" y="3736886"/>
                </a:cubicBezTo>
                <a:cubicBezTo>
                  <a:pt x="8559308" y="5751311"/>
                  <a:pt x="5608152" y="8075206"/>
                  <a:pt x="4917807" y="7384326"/>
                </a:cubicBezTo>
                <a:cubicBezTo>
                  <a:pt x="4227462" y="6693446"/>
                  <a:pt x="4787143" y="5345805"/>
                  <a:pt x="1276306" y="3736886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20000"/>
                </a:schemeClr>
              </a:gs>
              <a:gs pos="0">
                <a:schemeClr val="accent5">
                  <a:alpha val="70000"/>
                </a:schemeClr>
              </a:gs>
              <a:gs pos="70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0" y="867266"/>
            <a:ext cx="12192000" cy="55631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梯形 4"/>
          <p:cNvSpPr/>
          <p:nvPr userDrawn="1"/>
        </p:nvSpPr>
        <p:spPr>
          <a:xfrm>
            <a:off x="-1468226" y="0"/>
            <a:ext cx="3212185" cy="867266"/>
          </a:xfrm>
          <a:prstGeom prst="trapezoid">
            <a:avLst>
              <a:gd name="adj" fmla="val 8091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634" y="6547787"/>
            <a:ext cx="842415" cy="2078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9" name="椭圆 37"/>
          <p:cNvSpPr/>
          <p:nvPr userDrawn="1"/>
        </p:nvSpPr>
        <p:spPr>
          <a:xfrm rot="17471892" flipH="1">
            <a:off x="1773450" y="-3614650"/>
            <a:ext cx="11097826" cy="9711285"/>
          </a:xfrm>
          <a:custGeom>
            <a:avLst/>
            <a:gdLst>
              <a:gd name="connsiteX0" fmla="*/ 0 w 7283001"/>
              <a:gd name="connsiteY0" fmla="*/ 3647440 h 7294880"/>
              <a:gd name="connsiteX1" fmla="*/ 3641501 w 7283001"/>
              <a:gd name="connsiteY1" fmla="*/ 0 h 7294880"/>
              <a:gd name="connsiteX2" fmla="*/ 7283002 w 7283001"/>
              <a:gd name="connsiteY2" fmla="*/ 3647440 h 7294880"/>
              <a:gd name="connsiteX3" fmla="*/ 3641501 w 7283001"/>
              <a:gd name="connsiteY3" fmla="*/ 7294880 h 7294880"/>
              <a:gd name="connsiteX4" fmla="*/ 0 w 7283001"/>
              <a:gd name="connsiteY4" fmla="*/ 3647440 h 7294880"/>
              <a:gd name="connsiteX0-1" fmla="*/ 0 w 7283002"/>
              <a:gd name="connsiteY0-2" fmla="*/ 3647440 h 7294880"/>
              <a:gd name="connsiteX1-3" fmla="*/ 3641501 w 7283002"/>
              <a:gd name="connsiteY1-4" fmla="*/ 0 h 7294880"/>
              <a:gd name="connsiteX2-5" fmla="*/ 7283002 w 7283002"/>
              <a:gd name="connsiteY2-6" fmla="*/ 3647440 h 7294880"/>
              <a:gd name="connsiteX3-7" fmla="*/ 3641501 w 7283002"/>
              <a:gd name="connsiteY3-8" fmla="*/ 7294880 h 7294880"/>
              <a:gd name="connsiteX4-9" fmla="*/ 0 w 7283002"/>
              <a:gd name="connsiteY4-10" fmla="*/ 3647440 h 7294880"/>
              <a:gd name="connsiteX0-11" fmla="*/ 0 w 7283002"/>
              <a:gd name="connsiteY0-12" fmla="*/ 3961777 h 7609217"/>
              <a:gd name="connsiteX1-13" fmla="*/ 3641501 w 7283002"/>
              <a:gd name="connsiteY1-14" fmla="*/ 314337 h 7609217"/>
              <a:gd name="connsiteX2-15" fmla="*/ 7283002 w 7283002"/>
              <a:gd name="connsiteY2-16" fmla="*/ 3961777 h 7609217"/>
              <a:gd name="connsiteX3-17" fmla="*/ 3641501 w 7283002"/>
              <a:gd name="connsiteY3-18" fmla="*/ 7609217 h 7609217"/>
              <a:gd name="connsiteX4-19" fmla="*/ 0 w 7283002"/>
              <a:gd name="connsiteY4-20" fmla="*/ 3961777 h 7609217"/>
              <a:gd name="connsiteX0-21" fmla="*/ 0 w 7283002"/>
              <a:gd name="connsiteY0-22" fmla="*/ 3727312 h 7374752"/>
              <a:gd name="connsiteX1-23" fmla="*/ 3641501 w 7283002"/>
              <a:gd name="connsiteY1-24" fmla="*/ 79872 h 7374752"/>
              <a:gd name="connsiteX2-25" fmla="*/ 7283002 w 7283002"/>
              <a:gd name="connsiteY2-26" fmla="*/ 3727312 h 7374752"/>
              <a:gd name="connsiteX3-27" fmla="*/ 3641501 w 7283002"/>
              <a:gd name="connsiteY3-28" fmla="*/ 7374752 h 7374752"/>
              <a:gd name="connsiteX4-29" fmla="*/ 0 w 7283002"/>
              <a:gd name="connsiteY4-30" fmla="*/ 3727312 h 7374752"/>
              <a:gd name="connsiteX0-31" fmla="*/ 107156 w 7390158"/>
              <a:gd name="connsiteY0-32" fmla="*/ 3715815 h 7363255"/>
              <a:gd name="connsiteX1-33" fmla="*/ 3748657 w 7390158"/>
              <a:gd name="connsiteY1-34" fmla="*/ 68375 h 7363255"/>
              <a:gd name="connsiteX2-35" fmla="*/ 7390158 w 7390158"/>
              <a:gd name="connsiteY2-36" fmla="*/ 3715815 h 7363255"/>
              <a:gd name="connsiteX3-37" fmla="*/ 3748657 w 7390158"/>
              <a:gd name="connsiteY3-38" fmla="*/ 7363255 h 7363255"/>
              <a:gd name="connsiteX4-39" fmla="*/ 107156 w 7390158"/>
              <a:gd name="connsiteY4-40" fmla="*/ 3715815 h 7363255"/>
              <a:gd name="connsiteX0-41" fmla="*/ 1343341 w 8626343"/>
              <a:gd name="connsiteY0-42" fmla="*/ 3776855 h 7424295"/>
              <a:gd name="connsiteX1-43" fmla="*/ 4984842 w 8626343"/>
              <a:gd name="connsiteY1-44" fmla="*/ 129415 h 7424295"/>
              <a:gd name="connsiteX2-45" fmla="*/ 8626343 w 8626343"/>
              <a:gd name="connsiteY2-46" fmla="*/ 3776855 h 7424295"/>
              <a:gd name="connsiteX3-47" fmla="*/ 4984842 w 8626343"/>
              <a:gd name="connsiteY3-48" fmla="*/ 7424295 h 7424295"/>
              <a:gd name="connsiteX4-49" fmla="*/ 1343341 w 8626343"/>
              <a:gd name="connsiteY4-50" fmla="*/ 3776855 h 7424295"/>
              <a:gd name="connsiteX0-51" fmla="*/ 1343341 w 8626343"/>
              <a:gd name="connsiteY0-52" fmla="*/ 3776855 h 7548584"/>
              <a:gd name="connsiteX1-53" fmla="*/ 4984842 w 8626343"/>
              <a:gd name="connsiteY1-54" fmla="*/ 129415 h 7548584"/>
              <a:gd name="connsiteX2-55" fmla="*/ 8626343 w 8626343"/>
              <a:gd name="connsiteY2-56" fmla="*/ 3776855 h 7548584"/>
              <a:gd name="connsiteX3-57" fmla="*/ 4984842 w 8626343"/>
              <a:gd name="connsiteY3-58" fmla="*/ 7424295 h 7548584"/>
              <a:gd name="connsiteX4-59" fmla="*/ 1343341 w 8626343"/>
              <a:gd name="connsiteY4-60" fmla="*/ 3776855 h 75485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626343" h="7548584">
                <a:moveTo>
                  <a:pt x="1343341" y="3776855"/>
                </a:moveTo>
                <a:cubicBezTo>
                  <a:pt x="-2324419" y="1118322"/>
                  <a:pt x="2404737" y="-480185"/>
                  <a:pt x="4984842" y="129415"/>
                </a:cubicBezTo>
                <a:cubicBezTo>
                  <a:pt x="7564947" y="739015"/>
                  <a:pt x="8626343" y="1762430"/>
                  <a:pt x="8626343" y="3776855"/>
                </a:cubicBezTo>
                <a:cubicBezTo>
                  <a:pt x="8626343" y="5791280"/>
                  <a:pt x="5675187" y="8115175"/>
                  <a:pt x="4984842" y="7424295"/>
                </a:cubicBezTo>
                <a:cubicBezTo>
                  <a:pt x="4294497" y="6733415"/>
                  <a:pt x="5011101" y="6435388"/>
                  <a:pt x="1343341" y="3776855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20000"/>
                </a:schemeClr>
              </a:gs>
              <a:gs pos="0">
                <a:schemeClr val="accent5">
                  <a:alpha val="70000"/>
                </a:schemeClr>
              </a:gs>
              <a:gs pos="70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/>
          </a:p>
        </p:txBody>
      </p:sp>
      <p:sp>
        <p:nvSpPr>
          <p:cNvPr id="49" name="椭圆 37"/>
          <p:cNvSpPr/>
          <p:nvPr userDrawn="1"/>
        </p:nvSpPr>
        <p:spPr>
          <a:xfrm>
            <a:off x="-3532296" y="-653799"/>
            <a:ext cx="9486691" cy="9711285"/>
          </a:xfrm>
          <a:custGeom>
            <a:avLst/>
            <a:gdLst>
              <a:gd name="connsiteX0" fmla="*/ 0 w 7283001"/>
              <a:gd name="connsiteY0" fmla="*/ 3647440 h 7294880"/>
              <a:gd name="connsiteX1" fmla="*/ 3641501 w 7283001"/>
              <a:gd name="connsiteY1" fmla="*/ 0 h 7294880"/>
              <a:gd name="connsiteX2" fmla="*/ 7283002 w 7283001"/>
              <a:gd name="connsiteY2" fmla="*/ 3647440 h 7294880"/>
              <a:gd name="connsiteX3" fmla="*/ 3641501 w 7283001"/>
              <a:gd name="connsiteY3" fmla="*/ 7294880 h 7294880"/>
              <a:gd name="connsiteX4" fmla="*/ 0 w 7283001"/>
              <a:gd name="connsiteY4" fmla="*/ 3647440 h 7294880"/>
              <a:gd name="connsiteX0-1" fmla="*/ 0 w 7283002"/>
              <a:gd name="connsiteY0-2" fmla="*/ 3647440 h 7294880"/>
              <a:gd name="connsiteX1-3" fmla="*/ 3641501 w 7283002"/>
              <a:gd name="connsiteY1-4" fmla="*/ 0 h 7294880"/>
              <a:gd name="connsiteX2-5" fmla="*/ 7283002 w 7283002"/>
              <a:gd name="connsiteY2-6" fmla="*/ 3647440 h 7294880"/>
              <a:gd name="connsiteX3-7" fmla="*/ 3641501 w 7283002"/>
              <a:gd name="connsiteY3-8" fmla="*/ 7294880 h 7294880"/>
              <a:gd name="connsiteX4-9" fmla="*/ 0 w 7283002"/>
              <a:gd name="connsiteY4-10" fmla="*/ 3647440 h 7294880"/>
              <a:gd name="connsiteX0-11" fmla="*/ 0 w 7283002"/>
              <a:gd name="connsiteY0-12" fmla="*/ 3961777 h 7609217"/>
              <a:gd name="connsiteX1-13" fmla="*/ 3641501 w 7283002"/>
              <a:gd name="connsiteY1-14" fmla="*/ 314337 h 7609217"/>
              <a:gd name="connsiteX2-15" fmla="*/ 7283002 w 7283002"/>
              <a:gd name="connsiteY2-16" fmla="*/ 3961777 h 7609217"/>
              <a:gd name="connsiteX3-17" fmla="*/ 3641501 w 7283002"/>
              <a:gd name="connsiteY3-18" fmla="*/ 7609217 h 7609217"/>
              <a:gd name="connsiteX4-19" fmla="*/ 0 w 7283002"/>
              <a:gd name="connsiteY4-20" fmla="*/ 3961777 h 7609217"/>
              <a:gd name="connsiteX0-21" fmla="*/ 0 w 7283002"/>
              <a:gd name="connsiteY0-22" fmla="*/ 3727312 h 7374752"/>
              <a:gd name="connsiteX1-23" fmla="*/ 3641501 w 7283002"/>
              <a:gd name="connsiteY1-24" fmla="*/ 79872 h 7374752"/>
              <a:gd name="connsiteX2-25" fmla="*/ 7283002 w 7283002"/>
              <a:gd name="connsiteY2-26" fmla="*/ 3727312 h 7374752"/>
              <a:gd name="connsiteX3-27" fmla="*/ 3641501 w 7283002"/>
              <a:gd name="connsiteY3-28" fmla="*/ 7374752 h 7374752"/>
              <a:gd name="connsiteX4-29" fmla="*/ 0 w 7283002"/>
              <a:gd name="connsiteY4-30" fmla="*/ 3727312 h 7374752"/>
              <a:gd name="connsiteX0-31" fmla="*/ 107156 w 7390158"/>
              <a:gd name="connsiteY0-32" fmla="*/ 3715815 h 7363255"/>
              <a:gd name="connsiteX1-33" fmla="*/ 3748657 w 7390158"/>
              <a:gd name="connsiteY1-34" fmla="*/ 68375 h 7363255"/>
              <a:gd name="connsiteX2-35" fmla="*/ 7390158 w 7390158"/>
              <a:gd name="connsiteY2-36" fmla="*/ 3715815 h 7363255"/>
              <a:gd name="connsiteX3-37" fmla="*/ 3748657 w 7390158"/>
              <a:gd name="connsiteY3-38" fmla="*/ 7363255 h 7363255"/>
              <a:gd name="connsiteX4-39" fmla="*/ 107156 w 7390158"/>
              <a:gd name="connsiteY4-40" fmla="*/ 3715815 h 7363255"/>
              <a:gd name="connsiteX0-41" fmla="*/ 1343341 w 8626343"/>
              <a:gd name="connsiteY0-42" fmla="*/ 3776855 h 7424295"/>
              <a:gd name="connsiteX1-43" fmla="*/ 4984842 w 8626343"/>
              <a:gd name="connsiteY1-44" fmla="*/ 129415 h 7424295"/>
              <a:gd name="connsiteX2-45" fmla="*/ 8626343 w 8626343"/>
              <a:gd name="connsiteY2-46" fmla="*/ 3776855 h 7424295"/>
              <a:gd name="connsiteX3-47" fmla="*/ 4984842 w 8626343"/>
              <a:gd name="connsiteY3-48" fmla="*/ 7424295 h 7424295"/>
              <a:gd name="connsiteX4-49" fmla="*/ 1343341 w 8626343"/>
              <a:gd name="connsiteY4-50" fmla="*/ 3776855 h 7424295"/>
              <a:gd name="connsiteX0-51" fmla="*/ 1343341 w 8626343"/>
              <a:gd name="connsiteY0-52" fmla="*/ 3776855 h 7548584"/>
              <a:gd name="connsiteX1-53" fmla="*/ 4984842 w 8626343"/>
              <a:gd name="connsiteY1-54" fmla="*/ 129415 h 7548584"/>
              <a:gd name="connsiteX2-55" fmla="*/ 8626343 w 8626343"/>
              <a:gd name="connsiteY2-56" fmla="*/ 3776855 h 7548584"/>
              <a:gd name="connsiteX3-57" fmla="*/ 4984842 w 8626343"/>
              <a:gd name="connsiteY3-58" fmla="*/ 7424295 h 7548584"/>
              <a:gd name="connsiteX4-59" fmla="*/ 1343341 w 8626343"/>
              <a:gd name="connsiteY4-60" fmla="*/ 3776855 h 75485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626343" h="7548584">
                <a:moveTo>
                  <a:pt x="1343341" y="3776855"/>
                </a:moveTo>
                <a:cubicBezTo>
                  <a:pt x="-2324419" y="1118322"/>
                  <a:pt x="2404737" y="-480185"/>
                  <a:pt x="4984842" y="129415"/>
                </a:cubicBezTo>
                <a:cubicBezTo>
                  <a:pt x="7564947" y="739015"/>
                  <a:pt x="8626343" y="1762430"/>
                  <a:pt x="8626343" y="3776855"/>
                </a:cubicBezTo>
                <a:cubicBezTo>
                  <a:pt x="8626343" y="5791280"/>
                  <a:pt x="5675187" y="8115175"/>
                  <a:pt x="4984842" y="7424295"/>
                </a:cubicBezTo>
                <a:cubicBezTo>
                  <a:pt x="4294497" y="6733415"/>
                  <a:pt x="5011101" y="6435388"/>
                  <a:pt x="1343341" y="3776855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20000"/>
                </a:schemeClr>
              </a:gs>
              <a:gs pos="0">
                <a:schemeClr val="accent5">
                  <a:alpha val="70000"/>
                </a:schemeClr>
              </a:gs>
              <a:gs pos="70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/>
          </a:p>
        </p:txBody>
      </p:sp>
      <p:sp>
        <p:nvSpPr>
          <p:cNvPr id="35" name="椭圆 34"/>
          <p:cNvSpPr/>
          <p:nvPr userDrawn="1"/>
        </p:nvSpPr>
        <p:spPr>
          <a:xfrm rot="19463381">
            <a:off x="7591780" y="-985980"/>
            <a:ext cx="6340256" cy="5519595"/>
          </a:xfrm>
          <a:custGeom>
            <a:avLst/>
            <a:gdLst>
              <a:gd name="connsiteX0" fmla="*/ 0 w 8503920"/>
              <a:gd name="connsiteY0" fmla="*/ 3048000 h 6096000"/>
              <a:gd name="connsiteX1" fmla="*/ 4251960 w 8503920"/>
              <a:gd name="connsiteY1" fmla="*/ 0 h 6096000"/>
              <a:gd name="connsiteX2" fmla="*/ 8503920 w 8503920"/>
              <a:gd name="connsiteY2" fmla="*/ 3048000 h 6096000"/>
              <a:gd name="connsiteX3" fmla="*/ 4251960 w 8503920"/>
              <a:gd name="connsiteY3" fmla="*/ 6096000 h 6096000"/>
              <a:gd name="connsiteX4" fmla="*/ 0 w 8503920"/>
              <a:gd name="connsiteY4" fmla="*/ 3048000 h 6096000"/>
              <a:gd name="connsiteX0-1" fmla="*/ 0 w 8505037"/>
              <a:gd name="connsiteY0-2" fmla="*/ 2997252 h 6096078"/>
              <a:gd name="connsiteX1-3" fmla="*/ 4253077 w 8505037"/>
              <a:gd name="connsiteY1-4" fmla="*/ 40 h 6096078"/>
              <a:gd name="connsiteX2-5" fmla="*/ 8505037 w 8505037"/>
              <a:gd name="connsiteY2-6" fmla="*/ 3048040 h 6096078"/>
              <a:gd name="connsiteX3-7" fmla="*/ 4253077 w 8505037"/>
              <a:gd name="connsiteY3-8" fmla="*/ 6096040 h 6096078"/>
              <a:gd name="connsiteX4-9" fmla="*/ 0 w 8505037"/>
              <a:gd name="connsiteY4-10" fmla="*/ 2997252 h 6096078"/>
              <a:gd name="connsiteX0-11" fmla="*/ 105873 w 8610910"/>
              <a:gd name="connsiteY0-12" fmla="*/ 2997247 h 6096073"/>
              <a:gd name="connsiteX1-13" fmla="*/ 4358950 w 8610910"/>
              <a:gd name="connsiteY1-14" fmla="*/ 35 h 6096073"/>
              <a:gd name="connsiteX2-15" fmla="*/ 8610910 w 8610910"/>
              <a:gd name="connsiteY2-16" fmla="*/ 3048035 h 6096073"/>
              <a:gd name="connsiteX3-17" fmla="*/ 4358950 w 8610910"/>
              <a:gd name="connsiteY3-18" fmla="*/ 6096035 h 6096073"/>
              <a:gd name="connsiteX4-19" fmla="*/ 105873 w 8610910"/>
              <a:gd name="connsiteY4-20" fmla="*/ 2997247 h 6096073"/>
              <a:gd name="connsiteX0-21" fmla="*/ 1055 w 8506092"/>
              <a:gd name="connsiteY0-22" fmla="*/ 2997237 h 5085656"/>
              <a:gd name="connsiteX1-23" fmla="*/ 4254132 w 8506092"/>
              <a:gd name="connsiteY1-24" fmla="*/ 25 h 5085656"/>
              <a:gd name="connsiteX2-25" fmla="*/ 8506092 w 8506092"/>
              <a:gd name="connsiteY2-26" fmla="*/ 3048025 h 5085656"/>
              <a:gd name="connsiteX3-27" fmla="*/ 4640444 w 8506092"/>
              <a:gd name="connsiteY3-28" fmla="*/ 5085513 h 5085656"/>
              <a:gd name="connsiteX4-29" fmla="*/ 1055 w 8506092"/>
              <a:gd name="connsiteY4-30" fmla="*/ 2997237 h 5085656"/>
              <a:gd name="connsiteX0-31" fmla="*/ 1055 w 8506092"/>
              <a:gd name="connsiteY0-32" fmla="*/ 2997237 h 5519588"/>
              <a:gd name="connsiteX1-33" fmla="*/ 4254132 w 8506092"/>
              <a:gd name="connsiteY1-34" fmla="*/ 25 h 5519588"/>
              <a:gd name="connsiteX2-35" fmla="*/ 8506092 w 8506092"/>
              <a:gd name="connsiteY2-36" fmla="*/ 3048025 h 5519588"/>
              <a:gd name="connsiteX3-37" fmla="*/ 4640444 w 8506092"/>
              <a:gd name="connsiteY3-38" fmla="*/ 5085513 h 5519588"/>
              <a:gd name="connsiteX4-39" fmla="*/ 1055 w 8506092"/>
              <a:gd name="connsiteY4-40" fmla="*/ 2997237 h 5519588"/>
              <a:gd name="connsiteX0-41" fmla="*/ 72966 w 8578003"/>
              <a:gd name="connsiteY0-42" fmla="*/ 2997244 h 5519595"/>
              <a:gd name="connsiteX1-43" fmla="*/ 4326043 w 8578003"/>
              <a:gd name="connsiteY1-44" fmla="*/ 32 h 5519595"/>
              <a:gd name="connsiteX2-45" fmla="*/ 8578003 w 8578003"/>
              <a:gd name="connsiteY2-46" fmla="*/ 3048032 h 5519595"/>
              <a:gd name="connsiteX3-47" fmla="*/ 4712355 w 8578003"/>
              <a:gd name="connsiteY3-48" fmla="*/ 5085520 h 5519595"/>
              <a:gd name="connsiteX4-49" fmla="*/ 72966 w 8578003"/>
              <a:gd name="connsiteY4-50" fmla="*/ 2997244 h 55195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578003" h="5519595">
                <a:moveTo>
                  <a:pt x="72966" y="2997244"/>
                </a:moveTo>
                <a:cubicBezTo>
                  <a:pt x="-543503" y="1629289"/>
                  <a:pt x="2908537" y="-8433"/>
                  <a:pt x="4326043" y="32"/>
                </a:cubicBezTo>
                <a:cubicBezTo>
                  <a:pt x="5743549" y="8497"/>
                  <a:pt x="8578003" y="1364668"/>
                  <a:pt x="8578003" y="3048032"/>
                </a:cubicBezTo>
                <a:cubicBezTo>
                  <a:pt x="8578003" y="4731396"/>
                  <a:pt x="4998032" y="6307879"/>
                  <a:pt x="4712355" y="5085520"/>
                </a:cubicBezTo>
                <a:cubicBezTo>
                  <a:pt x="4426678" y="3863161"/>
                  <a:pt x="689435" y="4365199"/>
                  <a:pt x="72966" y="2997244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80000"/>
                </a:schemeClr>
              </a:gs>
              <a:gs pos="100000">
                <a:schemeClr val="accent5">
                  <a:alpha val="80000"/>
                </a:schemeClr>
              </a:gs>
              <a:gs pos="70000">
                <a:schemeClr val="accent3">
                  <a:alpha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4"/>
          <p:cNvSpPr/>
          <p:nvPr userDrawn="1"/>
        </p:nvSpPr>
        <p:spPr>
          <a:xfrm rot="19463381">
            <a:off x="-3530869" y="3103593"/>
            <a:ext cx="6340256" cy="5519595"/>
          </a:xfrm>
          <a:custGeom>
            <a:avLst/>
            <a:gdLst>
              <a:gd name="connsiteX0" fmla="*/ 0 w 8503920"/>
              <a:gd name="connsiteY0" fmla="*/ 3048000 h 6096000"/>
              <a:gd name="connsiteX1" fmla="*/ 4251960 w 8503920"/>
              <a:gd name="connsiteY1" fmla="*/ 0 h 6096000"/>
              <a:gd name="connsiteX2" fmla="*/ 8503920 w 8503920"/>
              <a:gd name="connsiteY2" fmla="*/ 3048000 h 6096000"/>
              <a:gd name="connsiteX3" fmla="*/ 4251960 w 8503920"/>
              <a:gd name="connsiteY3" fmla="*/ 6096000 h 6096000"/>
              <a:gd name="connsiteX4" fmla="*/ 0 w 8503920"/>
              <a:gd name="connsiteY4" fmla="*/ 3048000 h 6096000"/>
              <a:gd name="connsiteX0-1" fmla="*/ 0 w 8505037"/>
              <a:gd name="connsiteY0-2" fmla="*/ 2997252 h 6096078"/>
              <a:gd name="connsiteX1-3" fmla="*/ 4253077 w 8505037"/>
              <a:gd name="connsiteY1-4" fmla="*/ 40 h 6096078"/>
              <a:gd name="connsiteX2-5" fmla="*/ 8505037 w 8505037"/>
              <a:gd name="connsiteY2-6" fmla="*/ 3048040 h 6096078"/>
              <a:gd name="connsiteX3-7" fmla="*/ 4253077 w 8505037"/>
              <a:gd name="connsiteY3-8" fmla="*/ 6096040 h 6096078"/>
              <a:gd name="connsiteX4-9" fmla="*/ 0 w 8505037"/>
              <a:gd name="connsiteY4-10" fmla="*/ 2997252 h 6096078"/>
              <a:gd name="connsiteX0-11" fmla="*/ 105873 w 8610910"/>
              <a:gd name="connsiteY0-12" fmla="*/ 2997247 h 6096073"/>
              <a:gd name="connsiteX1-13" fmla="*/ 4358950 w 8610910"/>
              <a:gd name="connsiteY1-14" fmla="*/ 35 h 6096073"/>
              <a:gd name="connsiteX2-15" fmla="*/ 8610910 w 8610910"/>
              <a:gd name="connsiteY2-16" fmla="*/ 3048035 h 6096073"/>
              <a:gd name="connsiteX3-17" fmla="*/ 4358950 w 8610910"/>
              <a:gd name="connsiteY3-18" fmla="*/ 6096035 h 6096073"/>
              <a:gd name="connsiteX4-19" fmla="*/ 105873 w 8610910"/>
              <a:gd name="connsiteY4-20" fmla="*/ 2997247 h 6096073"/>
              <a:gd name="connsiteX0-21" fmla="*/ 1055 w 8506092"/>
              <a:gd name="connsiteY0-22" fmla="*/ 2997237 h 5085656"/>
              <a:gd name="connsiteX1-23" fmla="*/ 4254132 w 8506092"/>
              <a:gd name="connsiteY1-24" fmla="*/ 25 h 5085656"/>
              <a:gd name="connsiteX2-25" fmla="*/ 8506092 w 8506092"/>
              <a:gd name="connsiteY2-26" fmla="*/ 3048025 h 5085656"/>
              <a:gd name="connsiteX3-27" fmla="*/ 4640444 w 8506092"/>
              <a:gd name="connsiteY3-28" fmla="*/ 5085513 h 5085656"/>
              <a:gd name="connsiteX4-29" fmla="*/ 1055 w 8506092"/>
              <a:gd name="connsiteY4-30" fmla="*/ 2997237 h 5085656"/>
              <a:gd name="connsiteX0-31" fmla="*/ 1055 w 8506092"/>
              <a:gd name="connsiteY0-32" fmla="*/ 2997237 h 5519588"/>
              <a:gd name="connsiteX1-33" fmla="*/ 4254132 w 8506092"/>
              <a:gd name="connsiteY1-34" fmla="*/ 25 h 5519588"/>
              <a:gd name="connsiteX2-35" fmla="*/ 8506092 w 8506092"/>
              <a:gd name="connsiteY2-36" fmla="*/ 3048025 h 5519588"/>
              <a:gd name="connsiteX3-37" fmla="*/ 4640444 w 8506092"/>
              <a:gd name="connsiteY3-38" fmla="*/ 5085513 h 5519588"/>
              <a:gd name="connsiteX4-39" fmla="*/ 1055 w 8506092"/>
              <a:gd name="connsiteY4-40" fmla="*/ 2997237 h 5519588"/>
              <a:gd name="connsiteX0-41" fmla="*/ 72966 w 8578003"/>
              <a:gd name="connsiteY0-42" fmla="*/ 2997244 h 5519595"/>
              <a:gd name="connsiteX1-43" fmla="*/ 4326043 w 8578003"/>
              <a:gd name="connsiteY1-44" fmla="*/ 32 h 5519595"/>
              <a:gd name="connsiteX2-45" fmla="*/ 8578003 w 8578003"/>
              <a:gd name="connsiteY2-46" fmla="*/ 3048032 h 5519595"/>
              <a:gd name="connsiteX3-47" fmla="*/ 4712355 w 8578003"/>
              <a:gd name="connsiteY3-48" fmla="*/ 5085520 h 5519595"/>
              <a:gd name="connsiteX4-49" fmla="*/ 72966 w 8578003"/>
              <a:gd name="connsiteY4-50" fmla="*/ 2997244 h 55195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578003" h="5519595">
                <a:moveTo>
                  <a:pt x="72966" y="2997244"/>
                </a:moveTo>
                <a:cubicBezTo>
                  <a:pt x="-543503" y="1629289"/>
                  <a:pt x="2908537" y="-8433"/>
                  <a:pt x="4326043" y="32"/>
                </a:cubicBezTo>
                <a:cubicBezTo>
                  <a:pt x="5743549" y="8497"/>
                  <a:pt x="8578003" y="1364668"/>
                  <a:pt x="8578003" y="3048032"/>
                </a:cubicBezTo>
                <a:cubicBezTo>
                  <a:pt x="8578003" y="4731396"/>
                  <a:pt x="4998032" y="6307879"/>
                  <a:pt x="4712355" y="5085520"/>
                </a:cubicBezTo>
                <a:cubicBezTo>
                  <a:pt x="4426678" y="3863161"/>
                  <a:pt x="689435" y="4365199"/>
                  <a:pt x="72966" y="2997244"/>
                </a:cubicBezTo>
                <a:close/>
              </a:path>
            </a:pathLst>
          </a:custGeom>
          <a:gradFill flip="none" rotWithShape="1">
            <a:gsLst>
              <a:gs pos="68000">
                <a:schemeClr val="accent1"/>
              </a:gs>
              <a:gs pos="0">
                <a:schemeClr val="accent5"/>
              </a:gs>
              <a:gs pos="33000">
                <a:schemeClr val="accent3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/>
          <p:cNvSpPr/>
          <p:nvPr userDrawn="1"/>
        </p:nvSpPr>
        <p:spPr>
          <a:xfrm>
            <a:off x="6196426" y="427552"/>
            <a:ext cx="8626343" cy="7548584"/>
          </a:xfrm>
          <a:custGeom>
            <a:avLst/>
            <a:gdLst>
              <a:gd name="connsiteX0" fmla="*/ 0 w 7283001"/>
              <a:gd name="connsiteY0" fmla="*/ 3647440 h 7294880"/>
              <a:gd name="connsiteX1" fmla="*/ 3641501 w 7283001"/>
              <a:gd name="connsiteY1" fmla="*/ 0 h 7294880"/>
              <a:gd name="connsiteX2" fmla="*/ 7283002 w 7283001"/>
              <a:gd name="connsiteY2" fmla="*/ 3647440 h 7294880"/>
              <a:gd name="connsiteX3" fmla="*/ 3641501 w 7283001"/>
              <a:gd name="connsiteY3" fmla="*/ 7294880 h 7294880"/>
              <a:gd name="connsiteX4" fmla="*/ 0 w 7283001"/>
              <a:gd name="connsiteY4" fmla="*/ 3647440 h 7294880"/>
              <a:gd name="connsiteX0-1" fmla="*/ 0 w 7283002"/>
              <a:gd name="connsiteY0-2" fmla="*/ 3647440 h 7294880"/>
              <a:gd name="connsiteX1-3" fmla="*/ 3641501 w 7283002"/>
              <a:gd name="connsiteY1-4" fmla="*/ 0 h 7294880"/>
              <a:gd name="connsiteX2-5" fmla="*/ 7283002 w 7283002"/>
              <a:gd name="connsiteY2-6" fmla="*/ 3647440 h 7294880"/>
              <a:gd name="connsiteX3-7" fmla="*/ 3641501 w 7283002"/>
              <a:gd name="connsiteY3-8" fmla="*/ 7294880 h 7294880"/>
              <a:gd name="connsiteX4-9" fmla="*/ 0 w 7283002"/>
              <a:gd name="connsiteY4-10" fmla="*/ 3647440 h 7294880"/>
              <a:gd name="connsiteX0-11" fmla="*/ 0 w 7283002"/>
              <a:gd name="connsiteY0-12" fmla="*/ 3961777 h 7609217"/>
              <a:gd name="connsiteX1-13" fmla="*/ 3641501 w 7283002"/>
              <a:gd name="connsiteY1-14" fmla="*/ 314337 h 7609217"/>
              <a:gd name="connsiteX2-15" fmla="*/ 7283002 w 7283002"/>
              <a:gd name="connsiteY2-16" fmla="*/ 3961777 h 7609217"/>
              <a:gd name="connsiteX3-17" fmla="*/ 3641501 w 7283002"/>
              <a:gd name="connsiteY3-18" fmla="*/ 7609217 h 7609217"/>
              <a:gd name="connsiteX4-19" fmla="*/ 0 w 7283002"/>
              <a:gd name="connsiteY4-20" fmla="*/ 3961777 h 7609217"/>
              <a:gd name="connsiteX0-21" fmla="*/ 0 w 7283002"/>
              <a:gd name="connsiteY0-22" fmla="*/ 3727312 h 7374752"/>
              <a:gd name="connsiteX1-23" fmla="*/ 3641501 w 7283002"/>
              <a:gd name="connsiteY1-24" fmla="*/ 79872 h 7374752"/>
              <a:gd name="connsiteX2-25" fmla="*/ 7283002 w 7283002"/>
              <a:gd name="connsiteY2-26" fmla="*/ 3727312 h 7374752"/>
              <a:gd name="connsiteX3-27" fmla="*/ 3641501 w 7283002"/>
              <a:gd name="connsiteY3-28" fmla="*/ 7374752 h 7374752"/>
              <a:gd name="connsiteX4-29" fmla="*/ 0 w 7283002"/>
              <a:gd name="connsiteY4-30" fmla="*/ 3727312 h 7374752"/>
              <a:gd name="connsiteX0-31" fmla="*/ 107156 w 7390158"/>
              <a:gd name="connsiteY0-32" fmla="*/ 3715815 h 7363255"/>
              <a:gd name="connsiteX1-33" fmla="*/ 3748657 w 7390158"/>
              <a:gd name="connsiteY1-34" fmla="*/ 68375 h 7363255"/>
              <a:gd name="connsiteX2-35" fmla="*/ 7390158 w 7390158"/>
              <a:gd name="connsiteY2-36" fmla="*/ 3715815 h 7363255"/>
              <a:gd name="connsiteX3-37" fmla="*/ 3748657 w 7390158"/>
              <a:gd name="connsiteY3-38" fmla="*/ 7363255 h 7363255"/>
              <a:gd name="connsiteX4-39" fmla="*/ 107156 w 7390158"/>
              <a:gd name="connsiteY4-40" fmla="*/ 3715815 h 7363255"/>
              <a:gd name="connsiteX0-41" fmla="*/ 1343341 w 8626343"/>
              <a:gd name="connsiteY0-42" fmla="*/ 3776855 h 7424295"/>
              <a:gd name="connsiteX1-43" fmla="*/ 4984842 w 8626343"/>
              <a:gd name="connsiteY1-44" fmla="*/ 129415 h 7424295"/>
              <a:gd name="connsiteX2-45" fmla="*/ 8626343 w 8626343"/>
              <a:gd name="connsiteY2-46" fmla="*/ 3776855 h 7424295"/>
              <a:gd name="connsiteX3-47" fmla="*/ 4984842 w 8626343"/>
              <a:gd name="connsiteY3-48" fmla="*/ 7424295 h 7424295"/>
              <a:gd name="connsiteX4-49" fmla="*/ 1343341 w 8626343"/>
              <a:gd name="connsiteY4-50" fmla="*/ 3776855 h 7424295"/>
              <a:gd name="connsiteX0-51" fmla="*/ 1343341 w 8626343"/>
              <a:gd name="connsiteY0-52" fmla="*/ 3776855 h 7548584"/>
              <a:gd name="connsiteX1-53" fmla="*/ 4984842 w 8626343"/>
              <a:gd name="connsiteY1-54" fmla="*/ 129415 h 7548584"/>
              <a:gd name="connsiteX2-55" fmla="*/ 8626343 w 8626343"/>
              <a:gd name="connsiteY2-56" fmla="*/ 3776855 h 7548584"/>
              <a:gd name="connsiteX3-57" fmla="*/ 4984842 w 8626343"/>
              <a:gd name="connsiteY3-58" fmla="*/ 7424295 h 7548584"/>
              <a:gd name="connsiteX4-59" fmla="*/ 1343341 w 8626343"/>
              <a:gd name="connsiteY4-60" fmla="*/ 3776855 h 75485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626343" h="7548584">
                <a:moveTo>
                  <a:pt x="1343341" y="3776855"/>
                </a:moveTo>
                <a:cubicBezTo>
                  <a:pt x="-2324419" y="1118322"/>
                  <a:pt x="2404737" y="-480185"/>
                  <a:pt x="4984842" y="129415"/>
                </a:cubicBezTo>
                <a:cubicBezTo>
                  <a:pt x="7564947" y="739015"/>
                  <a:pt x="8626343" y="1762430"/>
                  <a:pt x="8626343" y="3776855"/>
                </a:cubicBezTo>
                <a:cubicBezTo>
                  <a:pt x="8626343" y="5791280"/>
                  <a:pt x="5675187" y="8115175"/>
                  <a:pt x="4984842" y="7424295"/>
                </a:cubicBezTo>
                <a:cubicBezTo>
                  <a:pt x="4294497" y="6733415"/>
                  <a:pt x="5011101" y="6435388"/>
                  <a:pt x="1343341" y="3776855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60000"/>
                </a:schemeClr>
              </a:gs>
              <a:gs pos="100000">
                <a:schemeClr val="accent5">
                  <a:alpha val="60000"/>
                </a:schemeClr>
              </a:gs>
              <a:gs pos="70000">
                <a:schemeClr val="accent3">
                  <a:alpha val="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/>
          </a:p>
        </p:txBody>
      </p:sp>
      <p:sp>
        <p:nvSpPr>
          <p:cNvPr id="51" name="椭圆 37"/>
          <p:cNvSpPr/>
          <p:nvPr userDrawn="1"/>
        </p:nvSpPr>
        <p:spPr>
          <a:xfrm rot="12210284">
            <a:off x="-3088807" y="-3001262"/>
            <a:ext cx="7817225" cy="6857626"/>
          </a:xfrm>
          <a:custGeom>
            <a:avLst/>
            <a:gdLst>
              <a:gd name="connsiteX0" fmla="*/ 0 w 7283001"/>
              <a:gd name="connsiteY0" fmla="*/ 3647440 h 7294880"/>
              <a:gd name="connsiteX1" fmla="*/ 3641501 w 7283001"/>
              <a:gd name="connsiteY1" fmla="*/ 0 h 7294880"/>
              <a:gd name="connsiteX2" fmla="*/ 7283002 w 7283001"/>
              <a:gd name="connsiteY2" fmla="*/ 3647440 h 7294880"/>
              <a:gd name="connsiteX3" fmla="*/ 3641501 w 7283001"/>
              <a:gd name="connsiteY3" fmla="*/ 7294880 h 7294880"/>
              <a:gd name="connsiteX4" fmla="*/ 0 w 7283001"/>
              <a:gd name="connsiteY4" fmla="*/ 3647440 h 7294880"/>
              <a:gd name="connsiteX0-1" fmla="*/ 0 w 7283002"/>
              <a:gd name="connsiteY0-2" fmla="*/ 3647440 h 7294880"/>
              <a:gd name="connsiteX1-3" fmla="*/ 3641501 w 7283002"/>
              <a:gd name="connsiteY1-4" fmla="*/ 0 h 7294880"/>
              <a:gd name="connsiteX2-5" fmla="*/ 7283002 w 7283002"/>
              <a:gd name="connsiteY2-6" fmla="*/ 3647440 h 7294880"/>
              <a:gd name="connsiteX3-7" fmla="*/ 3641501 w 7283002"/>
              <a:gd name="connsiteY3-8" fmla="*/ 7294880 h 7294880"/>
              <a:gd name="connsiteX4-9" fmla="*/ 0 w 7283002"/>
              <a:gd name="connsiteY4-10" fmla="*/ 3647440 h 7294880"/>
              <a:gd name="connsiteX0-11" fmla="*/ 0 w 7283002"/>
              <a:gd name="connsiteY0-12" fmla="*/ 3961777 h 7609217"/>
              <a:gd name="connsiteX1-13" fmla="*/ 3641501 w 7283002"/>
              <a:gd name="connsiteY1-14" fmla="*/ 314337 h 7609217"/>
              <a:gd name="connsiteX2-15" fmla="*/ 7283002 w 7283002"/>
              <a:gd name="connsiteY2-16" fmla="*/ 3961777 h 7609217"/>
              <a:gd name="connsiteX3-17" fmla="*/ 3641501 w 7283002"/>
              <a:gd name="connsiteY3-18" fmla="*/ 7609217 h 7609217"/>
              <a:gd name="connsiteX4-19" fmla="*/ 0 w 7283002"/>
              <a:gd name="connsiteY4-20" fmla="*/ 3961777 h 7609217"/>
              <a:gd name="connsiteX0-21" fmla="*/ 0 w 7283002"/>
              <a:gd name="connsiteY0-22" fmla="*/ 3727312 h 7374752"/>
              <a:gd name="connsiteX1-23" fmla="*/ 3641501 w 7283002"/>
              <a:gd name="connsiteY1-24" fmla="*/ 79872 h 7374752"/>
              <a:gd name="connsiteX2-25" fmla="*/ 7283002 w 7283002"/>
              <a:gd name="connsiteY2-26" fmla="*/ 3727312 h 7374752"/>
              <a:gd name="connsiteX3-27" fmla="*/ 3641501 w 7283002"/>
              <a:gd name="connsiteY3-28" fmla="*/ 7374752 h 7374752"/>
              <a:gd name="connsiteX4-29" fmla="*/ 0 w 7283002"/>
              <a:gd name="connsiteY4-30" fmla="*/ 3727312 h 7374752"/>
              <a:gd name="connsiteX0-31" fmla="*/ 107156 w 7390158"/>
              <a:gd name="connsiteY0-32" fmla="*/ 3715815 h 7363255"/>
              <a:gd name="connsiteX1-33" fmla="*/ 3748657 w 7390158"/>
              <a:gd name="connsiteY1-34" fmla="*/ 68375 h 7363255"/>
              <a:gd name="connsiteX2-35" fmla="*/ 7390158 w 7390158"/>
              <a:gd name="connsiteY2-36" fmla="*/ 3715815 h 7363255"/>
              <a:gd name="connsiteX3-37" fmla="*/ 3748657 w 7390158"/>
              <a:gd name="connsiteY3-38" fmla="*/ 7363255 h 7363255"/>
              <a:gd name="connsiteX4-39" fmla="*/ 107156 w 7390158"/>
              <a:gd name="connsiteY4-40" fmla="*/ 3715815 h 7363255"/>
              <a:gd name="connsiteX0-41" fmla="*/ 1343341 w 8626343"/>
              <a:gd name="connsiteY0-42" fmla="*/ 3776855 h 7424295"/>
              <a:gd name="connsiteX1-43" fmla="*/ 4984842 w 8626343"/>
              <a:gd name="connsiteY1-44" fmla="*/ 129415 h 7424295"/>
              <a:gd name="connsiteX2-45" fmla="*/ 8626343 w 8626343"/>
              <a:gd name="connsiteY2-46" fmla="*/ 3776855 h 7424295"/>
              <a:gd name="connsiteX3-47" fmla="*/ 4984842 w 8626343"/>
              <a:gd name="connsiteY3-48" fmla="*/ 7424295 h 7424295"/>
              <a:gd name="connsiteX4-49" fmla="*/ 1343341 w 8626343"/>
              <a:gd name="connsiteY4-50" fmla="*/ 3776855 h 7424295"/>
              <a:gd name="connsiteX0-51" fmla="*/ 1343341 w 8626343"/>
              <a:gd name="connsiteY0-52" fmla="*/ 3776855 h 7548584"/>
              <a:gd name="connsiteX1-53" fmla="*/ 4984842 w 8626343"/>
              <a:gd name="connsiteY1-54" fmla="*/ 129415 h 7548584"/>
              <a:gd name="connsiteX2-55" fmla="*/ 8626343 w 8626343"/>
              <a:gd name="connsiteY2-56" fmla="*/ 3776855 h 7548584"/>
              <a:gd name="connsiteX3-57" fmla="*/ 4984842 w 8626343"/>
              <a:gd name="connsiteY3-58" fmla="*/ 7424295 h 7548584"/>
              <a:gd name="connsiteX4-59" fmla="*/ 1343341 w 8626343"/>
              <a:gd name="connsiteY4-60" fmla="*/ 3776855 h 7548584"/>
              <a:gd name="connsiteX0-61" fmla="*/ 1276306 w 8559308"/>
              <a:gd name="connsiteY0-62" fmla="*/ 3736886 h 7508615"/>
              <a:gd name="connsiteX1-63" fmla="*/ 4917807 w 8559308"/>
              <a:gd name="connsiteY1-64" fmla="*/ 89446 h 7508615"/>
              <a:gd name="connsiteX2-65" fmla="*/ 8559308 w 8559308"/>
              <a:gd name="connsiteY2-66" fmla="*/ 3736886 h 7508615"/>
              <a:gd name="connsiteX3-67" fmla="*/ 4917807 w 8559308"/>
              <a:gd name="connsiteY3-68" fmla="*/ 7384326 h 7508615"/>
              <a:gd name="connsiteX4-69" fmla="*/ 1276306 w 8559308"/>
              <a:gd name="connsiteY4-70" fmla="*/ 3736886 h 75086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559308" h="7508615">
                <a:moveTo>
                  <a:pt x="1276306" y="3736886"/>
                </a:moveTo>
                <a:cubicBezTo>
                  <a:pt x="-2234531" y="2127967"/>
                  <a:pt x="2337702" y="-520154"/>
                  <a:pt x="4917807" y="89446"/>
                </a:cubicBezTo>
                <a:cubicBezTo>
                  <a:pt x="7497912" y="699046"/>
                  <a:pt x="8559308" y="1722461"/>
                  <a:pt x="8559308" y="3736886"/>
                </a:cubicBezTo>
                <a:cubicBezTo>
                  <a:pt x="8559308" y="5751311"/>
                  <a:pt x="5608152" y="8075206"/>
                  <a:pt x="4917807" y="7384326"/>
                </a:cubicBezTo>
                <a:cubicBezTo>
                  <a:pt x="4227462" y="6693446"/>
                  <a:pt x="4787143" y="5345805"/>
                  <a:pt x="1276306" y="3736886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20000"/>
                </a:schemeClr>
              </a:gs>
              <a:gs pos="0">
                <a:schemeClr val="accent5">
                  <a:alpha val="70000"/>
                </a:schemeClr>
              </a:gs>
              <a:gs pos="70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0" y="2011680"/>
            <a:ext cx="12192000" cy="4846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-352303" y="863836"/>
            <a:ext cx="1751803" cy="405422"/>
            <a:chOff x="-517722" y="602904"/>
            <a:chExt cx="2468913" cy="571384"/>
          </a:xfrm>
        </p:grpSpPr>
        <p:sp>
          <p:nvSpPr>
            <p:cNvPr id="12" name="矩形: 圆角 11"/>
            <p:cNvSpPr/>
            <p:nvPr userDrawn="1"/>
          </p:nvSpPr>
          <p:spPr>
            <a:xfrm>
              <a:off x="-517722" y="602904"/>
              <a:ext cx="2468913" cy="57138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4" name="图片 13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4137" y="701010"/>
              <a:ext cx="1561451" cy="385068"/>
            </a:xfrm>
            <a:prstGeom prst="rect">
              <a:avLst/>
            </a:prstGeom>
          </p:spPr>
        </p:pic>
      </p:grpSp>
      <p:sp>
        <p:nvSpPr>
          <p:cNvPr id="4" name="椭圆 3"/>
          <p:cNvSpPr/>
          <p:nvPr userDrawn="1"/>
        </p:nvSpPr>
        <p:spPr>
          <a:xfrm>
            <a:off x="1714011" y="1009275"/>
            <a:ext cx="114544" cy="11454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628608" y="85721"/>
            <a:ext cx="2947463" cy="3718810"/>
          </a:xfrm>
          <a:prstGeom prst="rect">
            <a:avLst/>
          </a:prstGeom>
        </p:spPr>
      </p:pic>
      <p:sp>
        <p:nvSpPr>
          <p:cNvPr id="20" name="矩形 19"/>
          <p:cNvSpPr/>
          <p:nvPr userDrawn="1"/>
        </p:nvSpPr>
        <p:spPr>
          <a:xfrm>
            <a:off x="1566472" y="3672589"/>
            <a:ext cx="869430" cy="869430"/>
          </a:xfrm>
          <a:prstGeom prst="rect">
            <a:avLst/>
          </a:prstGeom>
          <a:solidFill>
            <a:srgbClr val="0E62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2740702" y="3672589"/>
            <a:ext cx="869430" cy="869430"/>
          </a:xfrm>
          <a:prstGeom prst="rect">
            <a:avLst/>
          </a:prstGeom>
          <a:solidFill>
            <a:srgbClr val="108F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3914932" y="3672589"/>
            <a:ext cx="869430" cy="869430"/>
          </a:xfrm>
          <a:prstGeom prst="rect">
            <a:avLst/>
          </a:prstGeom>
          <a:solidFill>
            <a:srgbClr val="6AC7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1566472" y="4815589"/>
            <a:ext cx="869430" cy="869430"/>
          </a:xfrm>
          <a:prstGeom prst="rect">
            <a:avLst/>
          </a:prstGeom>
          <a:solidFill>
            <a:srgbClr val="F396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2740702" y="4815589"/>
            <a:ext cx="869430" cy="869430"/>
          </a:xfrm>
          <a:prstGeom prst="rect">
            <a:avLst/>
          </a:prstGeom>
          <a:solidFill>
            <a:srgbClr val="EDBE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 userDrawn="1"/>
        </p:nvSpPr>
        <p:spPr>
          <a:xfrm>
            <a:off x="3914932" y="4815589"/>
            <a:ext cx="869430" cy="869430"/>
          </a:xfrm>
          <a:prstGeom prst="rect">
            <a:avLst/>
          </a:prstGeom>
          <a:solidFill>
            <a:srgbClr val="F4E9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5553551" y="709020"/>
            <a:ext cx="1879927" cy="2366978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7562384" y="709020"/>
            <a:ext cx="1879927" cy="236697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9571217" y="709020"/>
            <a:ext cx="1879927" cy="2366978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5553551" y="3183132"/>
            <a:ext cx="1879927" cy="236697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7" cstate="print"/>
          <a:stretch>
            <a:fillRect/>
          </a:stretch>
        </p:blipFill>
        <p:spPr>
          <a:xfrm>
            <a:off x="7562385" y="3183132"/>
            <a:ext cx="1879927" cy="2366978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 userDrawn="1"/>
        </p:nvPicPr>
        <p:blipFill>
          <a:blip r:embed="rId8" cstate="print"/>
          <a:stretch>
            <a:fillRect/>
          </a:stretch>
        </p:blipFill>
        <p:spPr>
          <a:xfrm>
            <a:off x="9571219" y="3183132"/>
            <a:ext cx="1879927" cy="2366978"/>
          </a:xfrm>
          <a:prstGeom prst="rect">
            <a:avLst/>
          </a:prstGeom>
        </p:spPr>
      </p:pic>
      <p:sp>
        <p:nvSpPr>
          <p:cNvPr id="15" name="文本框 14"/>
          <p:cNvSpPr txBox="1"/>
          <p:nvPr userDrawn="1"/>
        </p:nvSpPr>
        <p:spPr>
          <a:xfrm>
            <a:off x="3338241" y="5685019"/>
            <a:ext cx="6310546" cy="110799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"/>
            </a:scene3d>
            <a:sp3d prstMaterial="matte">
              <a:bevelT w="0" h="0"/>
              <a:bevelB w="0" h="0"/>
            </a:sp3d>
          </a:bodyPr>
          <a:lstStyle/>
          <a:p>
            <a:r>
              <a:rPr lang="en-US" altLang="zh-CN" sz="6600" dirty="0">
                <a:gradFill flip="none" rotWithShape="1">
                  <a:gsLst>
                    <a:gs pos="84000">
                      <a:schemeClr val="accent2"/>
                    </a:gs>
                    <a:gs pos="46000">
                      <a:schemeClr val="bg1"/>
                    </a:gs>
                    <a:gs pos="93000">
                      <a:schemeClr val="bg2"/>
                    </a:gs>
                    <a:gs pos="99000">
                      <a:schemeClr val="bg1"/>
                    </a:gs>
                    <a:gs pos="28000">
                      <a:schemeClr val="accent5"/>
                    </a:gs>
                    <a:gs pos="19000">
                      <a:schemeClr val="bg2"/>
                    </a:gs>
                    <a:gs pos="75000">
                      <a:schemeClr val="bg2"/>
                    </a:gs>
                    <a:gs pos="0">
                      <a:schemeClr val="bg1"/>
                    </a:gs>
                  </a:gsLst>
                  <a:path path="circle">
                    <a:fillToRect t="100000" r="100000"/>
                  </a:path>
                  <a:tileRect l="-100000" b="-100000"/>
                </a:gradFill>
                <a:effectLst>
                  <a:outerShdw blurRad="50800" dist="38100" dir="2700000" sx="101000" sy="101000" algn="tl" rotWithShape="0">
                    <a:schemeClr val="accent1">
                      <a:alpha val="60000"/>
                    </a:scheme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INTELLIGENCE</a:t>
            </a:r>
            <a:endParaRPr lang="zh-CN" altLang="en-US" sz="6600" dirty="0">
              <a:gradFill flip="none" rotWithShape="1">
                <a:gsLst>
                  <a:gs pos="84000">
                    <a:schemeClr val="accent2"/>
                  </a:gs>
                  <a:gs pos="46000">
                    <a:schemeClr val="bg1"/>
                  </a:gs>
                  <a:gs pos="93000">
                    <a:schemeClr val="bg2"/>
                  </a:gs>
                  <a:gs pos="99000">
                    <a:schemeClr val="bg1"/>
                  </a:gs>
                  <a:gs pos="28000">
                    <a:schemeClr val="accent5"/>
                  </a:gs>
                  <a:gs pos="19000">
                    <a:schemeClr val="bg2"/>
                  </a:gs>
                  <a:gs pos="75000">
                    <a:schemeClr val="bg2"/>
                  </a:gs>
                  <a:gs pos="0">
                    <a:schemeClr val="bg1"/>
                  </a:gs>
                </a:gsLst>
                <a:path path="circle">
                  <a:fillToRect t="100000" r="100000"/>
                </a:path>
                <a:tileRect l="-100000" b="-100000"/>
              </a:gradFill>
              <a:effectLst>
                <a:outerShdw blurRad="50800" dist="38100" dir="2700000" sx="101000" sy="101000" algn="tl" rotWithShape="0">
                  <a:schemeClr val="accent1">
                    <a:alpha val="60000"/>
                  </a:scheme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9" name="椭圆 37"/>
          <p:cNvSpPr/>
          <p:nvPr userDrawn="1"/>
        </p:nvSpPr>
        <p:spPr>
          <a:xfrm rot="17471892" flipH="1">
            <a:off x="1773450" y="-3614650"/>
            <a:ext cx="11097826" cy="9711285"/>
          </a:xfrm>
          <a:custGeom>
            <a:avLst/>
            <a:gdLst>
              <a:gd name="connsiteX0" fmla="*/ 0 w 7283001"/>
              <a:gd name="connsiteY0" fmla="*/ 3647440 h 7294880"/>
              <a:gd name="connsiteX1" fmla="*/ 3641501 w 7283001"/>
              <a:gd name="connsiteY1" fmla="*/ 0 h 7294880"/>
              <a:gd name="connsiteX2" fmla="*/ 7283002 w 7283001"/>
              <a:gd name="connsiteY2" fmla="*/ 3647440 h 7294880"/>
              <a:gd name="connsiteX3" fmla="*/ 3641501 w 7283001"/>
              <a:gd name="connsiteY3" fmla="*/ 7294880 h 7294880"/>
              <a:gd name="connsiteX4" fmla="*/ 0 w 7283001"/>
              <a:gd name="connsiteY4" fmla="*/ 3647440 h 7294880"/>
              <a:gd name="connsiteX0-1" fmla="*/ 0 w 7283002"/>
              <a:gd name="connsiteY0-2" fmla="*/ 3647440 h 7294880"/>
              <a:gd name="connsiteX1-3" fmla="*/ 3641501 w 7283002"/>
              <a:gd name="connsiteY1-4" fmla="*/ 0 h 7294880"/>
              <a:gd name="connsiteX2-5" fmla="*/ 7283002 w 7283002"/>
              <a:gd name="connsiteY2-6" fmla="*/ 3647440 h 7294880"/>
              <a:gd name="connsiteX3-7" fmla="*/ 3641501 w 7283002"/>
              <a:gd name="connsiteY3-8" fmla="*/ 7294880 h 7294880"/>
              <a:gd name="connsiteX4-9" fmla="*/ 0 w 7283002"/>
              <a:gd name="connsiteY4-10" fmla="*/ 3647440 h 7294880"/>
              <a:gd name="connsiteX0-11" fmla="*/ 0 w 7283002"/>
              <a:gd name="connsiteY0-12" fmla="*/ 3961777 h 7609217"/>
              <a:gd name="connsiteX1-13" fmla="*/ 3641501 w 7283002"/>
              <a:gd name="connsiteY1-14" fmla="*/ 314337 h 7609217"/>
              <a:gd name="connsiteX2-15" fmla="*/ 7283002 w 7283002"/>
              <a:gd name="connsiteY2-16" fmla="*/ 3961777 h 7609217"/>
              <a:gd name="connsiteX3-17" fmla="*/ 3641501 w 7283002"/>
              <a:gd name="connsiteY3-18" fmla="*/ 7609217 h 7609217"/>
              <a:gd name="connsiteX4-19" fmla="*/ 0 w 7283002"/>
              <a:gd name="connsiteY4-20" fmla="*/ 3961777 h 7609217"/>
              <a:gd name="connsiteX0-21" fmla="*/ 0 w 7283002"/>
              <a:gd name="connsiteY0-22" fmla="*/ 3727312 h 7374752"/>
              <a:gd name="connsiteX1-23" fmla="*/ 3641501 w 7283002"/>
              <a:gd name="connsiteY1-24" fmla="*/ 79872 h 7374752"/>
              <a:gd name="connsiteX2-25" fmla="*/ 7283002 w 7283002"/>
              <a:gd name="connsiteY2-26" fmla="*/ 3727312 h 7374752"/>
              <a:gd name="connsiteX3-27" fmla="*/ 3641501 w 7283002"/>
              <a:gd name="connsiteY3-28" fmla="*/ 7374752 h 7374752"/>
              <a:gd name="connsiteX4-29" fmla="*/ 0 w 7283002"/>
              <a:gd name="connsiteY4-30" fmla="*/ 3727312 h 7374752"/>
              <a:gd name="connsiteX0-31" fmla="*/ 107156 w 7390158"/>
              <a:gd name="connsiteY0-32" fmla="*/ 3715815 h 7363255"/>
              <a:gd name="connsiteX1-33" fmla="*/ 3748657 w 7390158"/>
              <a:gd name="connsiteY1-34" fmla="*/ 68375 h 7363255"/>
              <a:gd name="connsiteX2-35" fmla="*/ 7390158 w 7390158"/>
              <a:gd name="connsiteY2-36" fmla="*/ 3715815 h 7363255"/>
              <a:gd name="connsiteX3-37" fmla="*/ 3748657 w 7390158"/>
              <a:gd name="connsiteY3-38" fmla="*/ 7363255 h 7363255"/>
              <a:gd name="connsiteX4-39" fmla="*/ 107156 w 7390158"/>
              <a:gd name="connsiteY4-40" fmla="*/ 3715815 h 7363255"/>
              <a:gd name="connsiteX0-41" fmla="*/ 1343341 w 8626343"/>
              <a:gd name="connsiteY0-42" fmla="*/ 3776855 h 7424295"/>
              <a:gd name="connsiteX1-43" fmla="*/ 4984842 w 8626343"/>
              <a:gd name="connsiteY1-44" fmla="*/ 129415 h 7424295"/>
              <a:gd name="connsiteX2-45" fmla="*/ 8626343 w 8626343"/>
              <a:gd name="connsiteY2-46" fmla="*/ 3776855 h 7424295"/>
              <a:gd name="connsiteX3-47" fmla="*/ 4984842 w 8626343"/>
              <a:gd name="connsiteY3-48" fmla="*/ 7424295 h 7424295"/>
              <a:gd name="connsiteX4-49" fmla="*/ 1343341 w 8626343"/>
              <a:gd name="connsiteY4-50" fmla="*/ 3776855 h 7424295"/>
              <a:gd name="connsiteX0-51" fmla="*/ 1343341 w 8626343"/>
              <a:gd name="connsiteY0-52" fmla="*/ 3776855 h 7548584"/>
              <a:gd name="connsiteX1-53" fmla="*/ 4984842 w 8626343"/>
              <a:gd name="connsiteY1-54" fmla="*/ 129415 h 7548584"/>
              <a:gd name="connsiteX2-55" fmla="*/ 8626343 w 8626343"/>
              <a:gd name="connsiteY2-56" fmla="*/ 3776855 h 7548584"/>
              <a:gd name="connsiteX3-57" fmla="*/ 4984842 w 8626343"/>
              <a:gd name="connsiteY3-58" fmla="*/ 7424295 h 7548584"/>
              <a:gd name="connsiteX4-59" fmla="*/ 1343341 w 8626343"/>
              <a:gd name="connsiteY4-60" fmla="*/ 3776855 h 75485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626343" h="7548584">
                <a:moveTo>
                  <a:pt x="1343341" y="3776855"/>
                </a:moveTo>
                <a:cubicBezTo>
                  <a:pt x="-2324419" y="1118322"/>
                  <a:pt x="2404737" y="-480185"/>
                  <a:pt x="4984842" y="129415"/>
                </a:cubicBezTo>
                <a:cubicBezTo>
                  <a:pt x="7564947" y="739015"/>
                  <a:pt x="8626343" y="1762430"/>
                  <a:pt x="8626343" y="3776855"/>
                </a:cubicBezTo>
                <a:cubicBezTo>
                  <a:pt x="8626343" y="5791280"/>
                  <a:pt x="5675187" y="8115175"/>
                  <a:pt x="4984842" y="7424295"/>
                </a:cubicBezTo>
                <a:cubicBezTo>
                  <a:pt x="4294497" y="6733415"/>
                  <a:pt x="5011101" y="6435388"/>
                  <a:pt x="1343341" y="3776855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20000"/>
                </a:schemeClr>
              </a:gs>
              <a:gs pos="0">
                <a:schemeClr val="accent5">
                  <a:alpha val="70000"/>
                </a:schemeClr>
              </a:gs>
              <a:gs pos="70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/>
          </a:p>
        </p:txBody>
      </p:sp>
      <p:sp>
        <p:nvSpPr>
          <p:cNvPr id="49" name="椭圆 37"/>
          <p:cNvSpPr/>
          <p:nvPr userDrawn="1"/>
        </p:nvSpPr>
        <p:spPr>
          <a:xfrm>
            <a:off x="-3532296" y="-653799"/>
            <a:ext cx="11097826" cy="9711285"/>
          </a:xfrm>
          <a:custGeom>
            <a:avLst/>
            <a:gdLst>
              <a:gd name="connsiteX0" fmla="*/ 0 w 7283001"/>
              <a:gd name="connsiteY0" fmla="*/ 3647440 h 7294880"/>
              <a:gd name="connsiteX1" fmla="*/ 3641501 w 7283001"/>
              <a:gd name="connsiteY1" fmla="*/ 0 h 7294880"/>
              <a:gd name="connsiteX2" fmla="*/ 7283002 w 7283001"/>
              <a:gd name="connsiteY2" fmla="*/ 3647440 h 7294880"/>
              <a:gd name="connsiteX3" fmla="*/ 3641501 w 7283001"/>
              <a:gd name="connsiteY3" fmla="*/ 7294880 h 7294880"/>
              <a:gd name="connsiteX4" fmla="*/ 0 w 7283001"/>
              <a:gd name="connsiteY4" fmla="*/ 3647440 h 7294880"/>
              <a:gd name="connsiteX0-1" fmla="*/ 0 w 7283002"/>
              <a:gd name="connsiteY0-2" fmla="*/ 3647440 h 7294880"/>
              <a:gd name="connsiteX1-3" fmla="*/ 3641501 w 7283002"/>
              <a:gd name="connsiteY1-4" fmla="*/ 0 h 7294880"/>
              <a:gd name="connsiteX2-5" fmla="*/ 7283002 w 7283002"/>
              <a:gd name="connsiteY2-6" fmla="*/ 3647440 h 7294880"/>
              <a:gd name="connsiteX3-7" fmla="*/ 3641501 w 7283002"/>
              <a:gd name="connsiteY3-8" fmla="*/ 7294880 h 7294880"/>
              <a:gd name="connsiteX4-9" fmla="*/ 0 w 7283002"/>
              <a:gd name="connsiteY4-10" fmla="*/ 3647440 h 7294880"/>
              <a:gd name="connsiteX0-11" fmla="*/ 0 w 7283002"/>
              <a:gd name="connsiteY0-12" fmla="*/ 3961777 h 7609217"/>
              <a:gd name="connsiteX1-13" fmla="*/ 3641501 w 7283002"/>
              <a:gd name="connsiteY1-14" fmla="*/ 314337 h 7609217"/>
              <a:gd name="connsiteX2-15" fmla="*/ 7283002 w 7283002"/>
              <a:gd name="connsiteY2-16" fmla="*/ 3961777 h 7609217"/>
              <a:gd name="connsiteX3-17" fmla="*/ 3641501 w 7283002"/>
              <a:gd name="connsiteY3-18" fmla="*/ 7609217 h 7609217"/>
              <a:gd name="connsiteX4-19" fmla="*/ 0 w 7283002"/>
              <a:gd name="connsiteY4-20" fmla="*/ 3961777 h 7609217"/>
              <a:gd name="connsiteX0-21" fmla="*/ 0 w 7283002"/>
              <a:gd name="connsiteY0-22" fmla="*/ 3727312 h 7374752"/>
              <a:gd name="connsiteX1-23" fmla="*/ 3641501 w 7283002"/>
              <a:gd name="connsiteY1-24" fmla="*/ 79872 h 7374752"/>
              <a:gd name="connsiteX2-25" fmla="*/ 7283002 w 7283002"/>
              <a:gd name="connsiteY2-26" fmla="*/ 3727312 h 7374752"/>
              <a:gd name="connsiteX3-27" fmla="*/ 3641501 w 7283002"/>
              <a:gd name="connsiteY3-28" fmla="*/ 7374752 h 7374752"/>
              <a:gd name="connsiteX4-29" fmla="*/ 0 w 7283002"/>
              <a:gd name="connsiteY4-30" fmla="*/ 3727312 h 7374752"/>
              <a:gd name="connsiteX0-31" fmla="*/ 107156 w 7390158"/>
              <a:gd name="connsiteY0-32" fmla="*/ 3715815 h 7363255"/>
              <a:gd name="connsiteX1-33" fmla="*/ 3748657 w 7390158"/>
              <a:gd name="connsiteY1-34" fmla="*/ 68375 h 7363255"/>
              <a:gd name="connsiteX2-35" fmla="*/ 7390158 w 7390158"/>
              <a:gd name="connsiteY2-36" fmla="*/ 3715815 h 7363255"/>
              <a:gd name="connsiteX3-37" fmla="*/ 3748657 w 7390158"/>
              <a:gd name="connsiteY3-38" fmla="*/ 7363255 h 7363255"/>
              <a:gd name="connsiteX4-39" fmla="*/ 107156 w 7390158"/>
              <a:gd name="connsiteY4-40" fmla="*/ 3715815 h 7363255"/>
              <a:gd name="connsiteX0-41" fmla="*/ 1343341 w 8626343"/>
              <a:gd name="connsiteY0-42" fmla="*/ 3776855 h 7424295"/>
              <a:gd name="connsiteX1-43" fmla="*/ 4984842 w 8626343"/>
              <a:gd name="connsiteY1-44" fmla="*/ 129415 h 7424295"/>
              <a:gd name="connsiteX2-45" fmla="*/ 8626343 w 8626343"/>
              <a:gd name="connsiteY2-46" fmla="*/ 3776855 h 7424295"/>
              <a:gd name="connsiteX3-47" fmla="*/ 4984842 w 8626343"/>
              <a:gd name="connsiteY3-48" fmla="*/ 7424295 h 7424295"/>
              <a:gd name="connsiteX4-49" fmla="*/ 1343341 w 8626343"/>
              <a:gd name="connsiteY4-50" fmla="*/ 3776855 h 7424295"/>
              <a:gd name="connsiteX0-51" fmla="*/ 1343341 w 8626343"/>
              <a:gd name="connsiteY0-52" fmla="*/ 3776855 h 7548584"/>
              <a:gd name="connsiteX1-53" fmla="*/ 4984842 w 8626343"/>
              <a:gd name="connsiteY1-54" fmla="*/ 129415 h 7548584"/>
              <a:gd name="connsiteX2-55" fmla="*/ 8626343 w 8626343"/>
              <a:gd name="connsiteY2-56" fmla="*/ 3776855 h 7548584"/>
              <a:gd name="connsiteX3-57" fmla="*/ 4984842 w 8626343"/>
              <a:gd name="connsiteY3-58" fmla="*/ 7424295 h 7548584"/>
              <a:gd name="connsiteX4-59" fmla="*/ 1343341 w 8626343"/>
              <a:gd name="connsiteY4-60" fmla="*/ 3776855 h 75485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626343" h="7548584">
                <a:moveTo>
                  <a:pt x="1343341" y="3776855"/>
                </a:moveTo>
                <a:cubicBezTo>
                  <a:pt x="-2324419" y="1118322"/>
                  <a:pt x="2404737" y="-480185"/>
                  <a:pt x="4984842" y="129415"/>
                </a:cubicBezTo>
                <a:cubicBezTo>
                  <a:pt x="7564947" y="739015"/>
                  <a:pt x="8626343" y="1762430"/>
                  <a:pt x="8626343" y="3776855"/>
                </a:cubicBezTo>
                <a:cubicBezTo>
                  <a:pt x="8626343" y="5791280"/>
                  <a:pt x="5675187" y="8115175"/>
                  <a:pt x="4984842" y="7424295"/>
                </a:cubicBezTo>
                <a:cubicBezTo>
                  <a:pt x="4294497" y="6733415"/>
                  <a:pt x="5011101" y="6435388"/>
                  <a:pt x="1343341" y="3776855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20000"/>
                </a:schemeClr>
              </a:gs>
              <a:gs pos="0">
                <a:schemeClr val="accent5">
                  <a:alpha val="70000"/>
                </a:schemeClr>
              </a:gs>
              <a:gs pos="70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/>
          </a:p>
        </p:txBody>
      </p:sp>
      <p:sp>
        <p:nvSpPr>
          <p:cNvPr id="35" name="椭圆 34"/>
          <p:cNvSpPr/>
          <p:nvPr userDrawn="1"/>
        </p:nvSpPr>
        <p:spPr>
          <a:xfrm rot="19463381">
            <a:off x="7591780" y="-985980"/>
            <a:ext cx="6340256" cy="5519595"/>
          </a:xfrm>
          <a:custGeom>
            <a:avLst/>
            <a:gdLst>
              <a:gd name="connsiteX0" fmla="*/ 0 w 8503920"/>
              <a:gd name="connsiteY0" fmla="*/ 3048000 h 6096000"/>
              <a:gd name="connsiteX1" fmla="*/ 4251960 w 8503920"/>
              <a:gd name="connsiteY1" fmla="*/ 0 h 6096000"/>
              <a:gd name="connsiteX2" fmla="*/ 8503920 w 8503920"/>
              <a:gd name="connsiteY2" fmla="*/ 3048000 h 6096000"/>
              <a:gd name="connsiteX3" fmla="*/ 4251960 w 8503920"/>
              <a:gd name="connsiteY3" fmla="*/ 6096000 h 6096000"/>
              <a:gd name="connsiteX4" fmla="*/ 0 w 8503920"/>
              <a:gd name="connsiteY4" fmla="*/ 3048000 h 6096000"/>
              <a:gd name="connsiteX0-1" fmla="*/ 0 w 8505037"/>
              <a:gd name="connsiteY0-2" fmla="*/ 2997252 h 6096078"/>
              <a:gd name="connsiteX1-3" fmla="*/ 4253077 w 8505037"/>
              <a:gd name="connsiteY1-4" fmla="*/ 40 h 6096078"/>
              <a:gd name="connsiteX2-5" fmla="*/ 8505037 w 8505037"/>
              <a:gd name="connsiteY2-6" fmla="*/ 3048040 h 6096078"/>
              <a:gd name="connsiteX3-7" fmla="*/ 4253077 w 8505037"/>
              <a:gd name="connsiteY3-8" fmla="*/ 6096040 h 6096078"/>
              <a:gd name="connsiteX4-9" fmla="*/ 0 w 8505037"/>
              <a:gd name="connsiteY4-10" fmla="*/ 2997252 h 6096078"/>
              <a:gd name="connsiteX0-11" fmla="*/ 105873 w 8610910"/>
              <a:gd name="connsiteY0-12" fmla="*/ 2997247 h 6096073"/>
              <a:gd name="connsiteX1-13" fmla="*/ 4358950 w 8610910"/>
              <a:gd name="connsiteY1-14" fmla="*/ 35 h 6096073"/>
              <a:gd name="connsiteX2-15" fmla="*/ 8610910 w 8610910"/>
              <a:gd name="connsiteY2-16" fmla="*/ 3048035 h 6096073"/>
              <a:gd name="connsiteX3-17" fmla="*/ 4358950 w 8610910"/>
              <a:gd name="connsiteY3-18" fmla="*/ 6096035 h 6096073"/>
              <a:gd name="connsiteX4-19" fmla="*/ 105873 w 8610910"/>
              <a:gd name="connsiteY4-20" fmla="*/ 2997247 h 6096073"/>
              <a:gd name="connsiteX0-21" fmla="*/ 1055 w 8506092"/>
              <a:gd name="connsiteY0-22" fmla="*/ 2997237 h 5085656"/>
              <a:gd name="connsiteX1-23" fmla="*/ 4254132 w 8506092"/>
              <a:gd name="connsiteY1-24" fmla="*/ 25 h 5085656"/>
              <a:gd name="connsiteX2-25" fmla="*/ 8506092 w 8506092"/>
              <a:gd name="connsiteY2-26" fmla="*/ 3048025 h 5085656"/>
              <a:gd name="connsiteX3-27" fmla="*/ 4640444 w 8506092"/>
              <a:gd name="connsiteY3-28" fmla="*/ 5085513 h 5085656"/>
              <a:gd name="connsiteX4-29" fmla="*/ 1055 w 8506092"/>
              <a:gd name="connsiteY4-30" fmla="*/ 2997237 h 5085656"/>
              <a:gd name="connsiteX0-31" fmla="*/ 1055 w 8506092"/>
              <a:gd name="connsiteY0-32" fmla="*/ 2997237 h 5519588"/>
              <a:gd name="connsiteX1-33" fmla="*/ 4254132 w 8506092"/>
              <a:gd name="connsiteY1-34" fmla="*/ 25 h 5519588"/>
              <a:gd name="connsiteX2-35" fmla="*/ 8506092 w 8506092"/>
              <a:gd name="connsiteY2-36" fmla="*/ 3048025 h 5519588"/>
              <a:gd name="connsiteX3-37" fmla="*/ 4640444 w 8506092"/>
              <a:gd name="connsiteY3-38" fmla="*/ 5085513 h 5519588"/>
              <a:gd name="connsiteX4-39" fmla="*/ 1055 w 8506092"/>
              <a:gd name="connsiteY4-40" fmla="*/ 2997237 h 5519588"/>
              <a:gd name="connsiteX0-41" fmla="*/ 72966 w 8578003"/>
              <a:gd name="connsiteY0-42" fmla="*/ 2997244 h 5519595"/>
              <a:gd name="connsiteX1-43" fmla="*/ 4326043 w 8578003"/>
              <a:gd name="connsiteY1-44" fmla="*/ 32 h 5519595"/>
              <a:gd name="connsiteX2-45" fmla="*/ 8578003 w 8578003"/>
              <a:gd name="connsiteY2-46" fmla="*/ 3048032 h 5519595"/>
              <a:gd name="connsiteX3-47" fmla="*/ 4712355 w 8578003"/>
              <a:gd name="connsiteY3-48" fmla="*/ 5085520 h 5519595"/>
              <a:gd name="connsiteX4-49" fmla="*/ 72966 w 8578003"/>
              <a:gd name="connsiteY4-50" fmla="*/ 2997244 h 55195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578003" h="5519595">
                <a:moveTo>
                  <a:pt x="72966" y="2997244"/>
                </a:moveTo>
                <a:cubicBezTo>
                  <a:pt x="-543503" y="1629289"/>
                  <a:pt x="2908537" y="-8433"/>
                  <a:pt x="4326043" y="32"/>
                </a:cubicBezTo>
                <a:cubicBezTo>
                  <a:pt x="5743549" y="8497"/>
                  <a:pt x="8578003" y="1364668"/>
                  <a:pt x="8578003" y="3048032"/>
                </a:cubicBezTo>
                <a:cubicBezTo>
                  <a:pt x="8578003" y="4731396"/>
                  <a:pt x="4998032" y="6307879"/>
                  <a:pt x="4712355" y="5085520"/>
                </a:cubicBezTo>
                <a:cubicBezTo>
                  <a:pt x="4426678" y="3863161"/>
                  <a:pt x="689435" y="4365199"/>
                  <a:pt x="72966" y="2997244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80000"/>
                </a:schemeClr>
              </a:gs>
              <a:gs pos="100000">
                <a:schemeClr val="accent5">
                  <a:alpha val="80000"/>
                </a:schemeClr>
              </a:gs>
              <a:gs pos="70000">
                <a:schemeClr val="accent3">
                  <a:alpha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4"/>
          <p:cNvSpPr/>
          <p:nvPr userDrawn="1"/>
        </p:nvSpPr>
        <p:spPr>
          <a:xfrm rot="19463381">
            <a:off x="-3530869" y="3103593"/>
            <a:ext cx="6340256" cy="5519595"/>
          </a:xfrm>
          <a:custGeom>
            <a:avLst/>
            <a:gdLst>
              <a:gd name="connsiteX0" fmla="*/ 0 w 8503920"/>
              <a:gd name="connsiteY0" fmla="*/ 3048000 h 6096000"/>
              <a:gd name="connsiteX1" fmla="*/ 4251960 w 8503920"/>
              <a:gd name="connsiteY1" fmla="*/ 0 h 6096000"/>
              <a:gd name="connsiteX2" fmla="*/ 8503920 w 8503920"/>
              <a:gd name="connsiteY2" fmla="*/ 3048000 h 6096000"/>
              <a:gd name="connsiteX3" fmla="*/ 4251960 w 8503920"/>
              <a:gd name="connsiteY3" fmla="*/ 6096000 h 6096000"/>
              <a:gd name="connsiteX4" fmla="*/ 0 w 8503920"/>
              <a:gd name="connsiteY4" fmla="*/ 3048000 h 6096000"/>
              <a:gd name="connsiteX0-1" fmla="*/ 0 w 8505037"/>
              <a:gd name="connsiteY0-2" fmla="*/ 2997252 h 6096078"/>
              <a:gd name="connsiteX1-3" fmla="*/ 4253077 w 8505037"/>
              <a:gd name="connsiteY1-4" fmla="*/ 40 h 6096078"/>
              <a:gd name="connsiteX2-5" fmla="*/ 8505037 w 8505037"/>
              <a:gd name="connsiteY2-6" fmla="*/ 3048040 h 6096078"/>
              <a:gd name="connsiteX3-7" fmla="*/ 4253077 w 8505037"/>
              <a:gd name="connsiteY3-8" fmla="*/ 6096040 h 6096078"/>
              <a:gd name="connsiteX4-9" fmla="*/ 0 w 8505037"/>
              <a:gd name="connsiteY4-10" fmla="*/ 2997252 h 6096078"/>
              <a:gd name="connsiteX0-11" fmla="*/ 105873 w 8610910"/>
              <a:gd name="connsiteY0-12" fmla="*/ 2997247 h 6096073"/>
              <a:gd name="connsiteX1-13" fmla="*/ 4358950 w 8610910"/>
              <a:gd name="connsiteY1-14" fmla="*/ 35 h 6096073"/>
              <a:gd name="connsiteX2-15" fmla="*/ 8610910 w 8610910"/>
              <a:gd name="connsiteY2-16" fmla="*/ 3048035 h 6096073"/>
              <a:gd name="connsiteX3-17" fmla="*/ 4358950 w 8610910"/>
              <a:gd name="connsiteY3-18" fmla="*/ 6096035 h 6096073"/>
              <a:gd name="connsiteX4-19" fmla="*/ 105873 w 8610910"/>
              <a:gd name="connsiteY4-20" fmla="*/ 2997247 h 6096073"/>
              <a:gd name="connsiteX0-21" fmla="*/ 1055 w 8506092"/>
              <a:gd name="connsiteY0-22" fmla="*/ 2997237 h 5085656"/>
              <a:gd name="connsiteX1-23" fmla="*/ 4254132 w 8506092"/>
              <a:gd name="connsiteY1-24" fmla="*/ 25 h 5085656"/>
              <a:gd name="connsiteX2-25" fmla="*/ 8506092 w 8506092"/>
              <a:gd name="connsiteY2-26" fmla="*/ 3048025 h 5085656"/>
              <a:gd name="connsiteX3-27" fmla="*/ 4640444 w 8506092"/>
              <a:gd name="connsiteY3-28" fmla="*/ 5085513 h 5085656"/>
              <a:gd name="connsiteX4-29" fmla="*/ 1055 w 8506092"/>
              <a:gd name="connsiteY4-30" fmla="*/ 2997237 h 5085656"/>
              <a:gd name="connsiteX0-31" fmla="*/ 1055 w 8506092"/>
              <a:gd name="connsiteY0-32" fmla="*/ 2997237 h 5519588"/>
              <a:gd name="connsiteX1-33" fmla="*/ 4254132 w 8506092"/>
              <a:gd name="connsiteY1-34" fmla="*/ 25 h 5519588"/>
              <a:gd name="connsiteX2-35" fmla="*/ 8506092 w 8506092"/>
              <a:gd name="connsiteY2-36" fmla="*/ 3048025 h 5519588"/>
              <a:gd name="connsiteX3-37" fmla="*/ 4640444 w 8506092"/>
              <a:gd name="connsiteY3-38" fmla="*/ 5085513 h 5519588"/>
              <a:gd name="connsiteX4-39" fmla="*/ 1055 w 8506092"/>
              <a:gd name="connsiteY4-40" fmla="*/ 2997237 h 5519588"/>
              <a:gd name="connsiteX0-41" fmla="*/ 72966 w 8578003"/>
              <a:gd name="connsiteY0-42" fmla="*/ 2997244 h 5519595"/>
              <a:gd name="connsiteX1-43" fmla="*/ 4326043 w 8578003"/>
              <a:gd name="connsiteY1-44" fmla="*/ 32 h 5519595"/>
              <a:gd name="connsiteX2-45" fmla="*/ 8578003 w 8578003"/>
              <a:gd name="connsiteY2-46" fmla="*/ 3048032 h 5519595"/>
              <a:gd name="connsiteX3-47" fmla="*/ 4712355 w 8578003"/>
              <a:gd name="connsiteY3-48" fmla="*/ 5085520 h 5519595"/>
              <a:gd name="connsiteX4-49" fmla="*/ 72966 w 8578003"/>
              <a:gd name="connsiteY4-50" fmla="*/ 2997244 h 55195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578003" h="5519595">
                <a:moveTo>
                  <a:pt x="72966" y="2997244"/>
                </a:moveTo>
                <a:cubicBezTo>
                  <a:pt x="-543503" y="1629289"/>
                  <a:pt x="2908537" y="-8433"/>
                  <a:pt x="4326043" y="32"/>
                </a:cubicBezTo>
                <a:cubicBezTo>
                  <a:pt x="5743549" y="8497"/>
                  <a:pt x="8578003" y="1364668"/>
                  <a:pt x="8578003" y="3048032"/>
                </a:cubicBezTo>
                <a:cubicBezTo>
                  <a:pt x="8578003" y="4731396"/>
                  <a:pt x="4998032" y="6307879"/>
                  <a:pt x="4712355" y="5085520"/>
                </a:cubicBezTo>
                <a:cubicBezTo>
                  <a:pt x="4426678" y="3863161"/>
                  <a:pt x="689435" y="4365199"/>
                  <a:pt x="72966" y="2997244"/>
                </a:cubicBezTo>
                <a:close/>
              </a:path>
            </a:pathLst>
          </a:custGeom>
          <a:gradFill flip="none" rotWithShape="1">
            <a:gsLst>
              <a:gs pos="68000">
                <a:schemeClr val="accent1"/>
              </a:gs>
              <a:gs pos="0">
                <a:schemeClr val="accent5"/>
              </a:gs>
              <a:gs pos="33000">
                <a:schemeClr val="accent3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/>
          <p:cNvSpPr/>
          <p:nvPr userDrawn="1"/>
        </p:nvSpPr>
        <p:spPr>
          <a:xfrm>
            <a:off x="6196426" y="427552"/>
            <a:ext cx="8626343" cy="7548584"/>
          </a:xfrm>
          <a:custGeom>
            <a:avLst/>
            <a:gdLst>
              <a:gd name="connsiteX0" fmla="*/ 0 w 7283001"/>
              <a:gd name="connsiteY0" fmla="*/ 3647440 h 7294880"/>
              <a:gd name="connsiteX1" fmla="*/ 3641501 w 7283001"/>
              <a:gd name="connsiteY1" fmla="*/ 0 h 7294880"/>
              <a:gd name="connsiteX2" fmla="*/ 7283002 w 7283001"/>
              <a:gd name="connsiteY2" fmla="*/ 3647440 h 7294880"/>
              <a:gd name="connsiteX3" fmla="*/ 3641501 w 7283001"/>
              <a:gd name="connsiteY3" fmla="*/ 7294880 h 7294880"/>
              <a:gd name="connsiteX4" fmla="*/ 0 w 7283001"/>
              <a:gd name="connsiteY4" fmla="*/ 3647440 h 7294880"/>
              <a:gd name="connsiteX0-1" fmla="*/ 0 w 7283002"/>
              <a:gd name="connsiteY0-2" fmla="*/ 3647440 h 7294880"/>
              <a:gd name="connsiteX1-3" fmla="*/ 3641501 w 7283002"/>
              <a:gd name="connsiteY1-4" fmla="*/ 0 h 7294880"/>
              <a:gd name="connsiteX2-5" fmla="*/ 7283002 w 7283002"/>
              <a:gd name="connsiteY2-6" fmla="*/ 3647440 h 7294880"/>
              <a:gd name="connsiteX3-7" fmla="*/ 3641501 w 7283002"/>
              <a:gd name="connsiteY3-8" fmla="*/ 7294880 h 7294880"/>
              <a:gd name="connsiteX4-9" fmla="*/ 0 w 7283002"/>
              <a:gd name="connsiteY4-10" fmla="*/ 3647440 h 7294880"/>
              <a:gd name="connsiteX0-11" fmla="*/ 0 w 7283002"/>
              <a:gd name="connsiteY0-12" fmla="*/ 3961777 h 7609217"/>
              <a:gd name="connsiteX1-13" fmla="*/ 3641501 w 7283002"/>
              <a:gd name="connsiteY1-14" fmla="*/ 314337 h 7609217"/>
              <a:gd name="connsiteX2-15" fmla="*/ 7283002 w 7283002"/>
              <a:gd name="connsiteY2-16" fmla="*/ 3961777 h 7609217"/>
              <a:gd name="connsiteX3-17" fmla="*/ 3641501 w 7283002"/>
              <a:gd name="connsiteY3-18" fmla="*/ 7609217 h 7609217"/>
              <a:gd name="connsiteX4-19" fmla="*/ 0 w 7283002"/>
              <a:gd name="connsiteY4-20" fmla="*/ 3961777 h 7609217"/>
              <a:gd name="connsiteX0-21" fmla="*/ 0 w 7283002"/>
              <a:gd name="connsiteY0-22" fmla="*/ 3727312 h 7374752"/>
              <a:gd name="connsiteX1-23" fmla="*/ 3641501 w 7283002"/>
              <a:gd name="connsiteY1-24" fmla="*/ 79872 h 7374752"/>
              <a:gd name="connsiteX2-25" fmla="*/ 7283002 w 7283002"/>
              <a:gd name="connsiteY2-26" fmla="*/ 3727312 h 7374752"/>
              <a:gd name="connsiteX3-27" fmla="*/ 3641501 w 7283002"/>
              <a:gd name="connsiteY3-28" fmla="*/ 7374752 h 7374752"/>
              <a:gd name="connsiteX4-29" fmla="*/ 0 w 7283002"/>
              <a:gd name="connsiteY4-30" fmla="*/ 3727312 h 7374752"/>
              <a:gd name="connsiteX0-31" fmla="*/ 107156 w 7390158"/>
              <a:gd name="connsiteY0-32" fmla="*/ 3715815 h 7363255"/>
              <a:gd name="connsiteX1-33" fmla="*/ 3748657 w 7390158"/>
              <a:gd name="connsiteY1-34" fmla="*/ 68375 h 7363255"/>
              <a:gd name="connsiteX2-35" fmla="*/ 7390158 w 7390158"/>
              <a:gd name="connsiteY2-36" fmla="*/ 3715815 h 7363255"/>
              <a:gd name="connsiteX3-37" fmla="*/ 3748657 w 7390158"/>
              <a:gd name="connsiteY3-38" fmla="*/ 7363255 h 7363255"/>
              <a:gd name="connsiteX4-39" fmla="*/ 107156 w 7390158"/>
              <a:gd name="connsiteY4-40" fmla="*/ 3715815 h 7363255"/>
              <a:gd name="connsiteX0-41" fmla="*/ 1343341 w 8626343"/>
              <a:gd name="connsiteY0-42" fmla="*/ 3776855 h 7424295"/>
              <a:gd name="connsiteX1-43" fmla="*/ 4984842 w 8626343"/>
              <a:gd name="connsiteY1-44" fmla="*/ 129415 h 7424295"/>
              <a:gd name="connsiteX2-45" fmla="*/ 8626343 w 8626343"/>
              <a:gd name="connsiteY2-46" fmla="*/ 3776855 h 7424295"/>
              <a:gd name="connsiteX3-47" fmla="*/ 4984842 w 8626343"/>
              <a:gd name="connsiteY3-48" fmla="*/ 7424295 h 7424295"/>
              <a:gd name="connsiteX4-49" fmla="*/ 1343341 w 8626343"/>
              <a:gd name="connsiteY4-50" fmla="*/ 3776855 h 7424295"/>
              <a:gd name="connsiteX0-51" fmla="*/ 1343341 w 8626343"/>
              <a:gd name="connsiteY0-52" fmla="*/ 3776855 h 7548584"/>
              <a:gd name="connsiteX1-53" fmla="*/ 4984842 w 8626343"/>
              <a:gd name="connsiteY1-54" fmla="*/ 129415 h 7548584"/>
              <a:gd name="connsiteX2-55" fmla="*/ 8626343 w 8626343"/>
              <a:gd name="connsiteY2-56" fmla="*/ 3776855 h 7548584"/>
              <a:gd name="connsiteX3-57" fmla="*/ 4984842 w 8626343"/>
              <a:gd name="connsiteY3-58" fmla="*/ 7424295 h 7548584"/>
              <a:gd name="connsiteX4-59" fmla="*/ 1343341 w 8626343"/>
              <a:gd name="connsiteY4-60" fmla="*/ 3776855 h 75485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626343" h="7548584">
                <a:moveTo>
                  <a:pt x="1343341" y="3776855"/>
                </a:moveTo>
                <a:cubicBezTo>
                  <a:pt x="-2324419" y="1118322"/>
                  <a:pt x="2404737" y="-480185"/>
                  <a:pt x="4984842" y="129415"/>
                </a:cubicBezTo>
                <a:cubicBezTo>
                  <a:pt x="7564947" y="739015"/>
                  <a:pt x="8626343" y="1762430"/>
                  <a:pt x="8626343" y="3776855"/>
                </a:cubicBezTo>
                <a:cubicBezTo>
                  <a:pt x="8626343" y="5791280"/>
                  <a:pt x="5675187" y="8115175"/>
                  <a:pt x="4984842" y="7424295"/>
                </a:cubicBezTo>
                <a:cubicBezTo>
                  <a:pt x="4294497" y="6733415"/>
                  <a:pt x="5011101" y="6435388"/>
                  <a:pt x="1343341" y="3776855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60000"/>
                </a:schemeClr>
              </a:gs>
              <a:gs pos="100000">
                <a:schemeClr val="accent5">
                  <a:alpha val="60000"/>
                </a:schemeClr>
              </a:gs>
              <a:gs pos="70000">
                <a:schemeClr val="accent3">
                  <a:alpha val="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/>
          </a:p>
        </p:txBody>
      </p:sp>
      <p:sp>
        <p:nvSpPr>
          <p:cNvPr id="51" name="椭圆 37"/>
          <p:cNvSpPr/>
          <p:nvPr userDrawn="1"/>
        </p:nvSpPr>
        <p:spPr>
          <a:xfrm rot="12210284">
            <a:off x="-3088807" y="-3001262"/>
            <a:ext cx="7817225" cy="6857626"/>
          </a:xfrm>
          <a:custGeom>
            <a:avLst/>
            <a:gdLst>
              <a:gd name="connsiteX0" fmla="*/ 0 w 7283001"/>
              <a:gd name="connsiteY0" fmla="*/ 3647440 h 7294880"/>
              <a:gd name="connsiteX1" fmla="*/ 3641501 w 7283001"/>
              <a:gd name="connsiteY1" fmla="*/ 0 h 7294880"/>
              <a:gd name="connsiteX2" fmla="*/ 7283002 w 7283001"/>
              <a:gd name="connsiteY2" fmla="*/ 3647440 h 7294880"/>
              <a:gd name="connsiteX3" fmla="*/ 3641501 w 7283001"/>
              <a:gd name="connsiteY3" fmla="*/ 7294880 h 7294880"/>
              <a:gd name="connsiteX4" fmla="*/ 0 w 7283001"/>
              <a:gd name="connsiteY4" fmla="*/ 3647440 h 7294880"/>
              <a:gd name="connsiteX0-1" fmla="*/ 0 w 7283002"/>
              <a:gd name="connsiteY0-2" fmla="*/ 3647440 h 7294880"/>
              <a:gd name="connsiteX1-3" fmla="*/ 3641501 w 7283002"/>
              <a:gd name="connsiteY1-4" fmla="*/ 0 h 7294880"/>
              <a:gd name="connsiteX2-5" fmla="*/ 7283002 w 7283002"/>
              <a:gd name="connsiteY2-6" fmla="*/ 3647440 h 7294880"/>
              <a:gd name="connsiteX3-7" fmla="*/ 3641501 w 7283002"/>
              <a:gd name="connsiteY3-8" fmla="*/ 7294880 h 7294880"/>
              <a:gd name="connsiteX4-9" fmla="*/ 0 w 7283002"/>
              <a:gd name="connsiteY4-10" fmla="*/ 3647440 h 7294880"/>
              <a:gd name="connsiteX0-11" fmla="*/ 0 w 7283002"/>
              <a:gd name="connsiteY0-12" fmla="*/ 3961777 h 7609217"/>
              <a:gd name="connsiteX1-13" fmla="*/ 3641501 w 7283002"/>
              <a:gd name="connsiteY1-14" fmla="*/ 314337 h 7609217"/>
              <a:gd name="connsiteX2-15" fmla="*/ 7283002 w 7283002"/>
              <a:gd name="connsiteY2-16" fmla="*/ 3961777 h 7609217"/>
              <a:gd name="connsiteX3-17" fmla="*/ 3641501 w 7283002"/>
              <a:gd name="connsiteY3-18" fmla="*/ 7609217 h 7609217"/>
              <a:gd name="connsiteX4-19" fmla="*/ 0 w 7283002"/>
              <a:gd name="connsiteY4-20" fmla="*/ 3961777 h 7609217"/>
              <a:gd name="connsiteX0-21" fmla="*/ 0 w 7283002"/>
              <a:gd name="connsiteY0-22" fmla="*/ 3727312 h 7374752"/>
              <a:gd name="connsiteX1-23" fmla="*/ 3641501 w 7283002"/>
              <a:gd name="connsiteY1-24" fmla="*/ 79872 h 7374752"/>
              <a:gd name="connsiteX2-25" fmla="*/ 7283002 w 7283002"/>
              <a:gd name="connsiteY2-26" fmla="*/ 3727312 h 7374752"/>
              <a:gd name="connsiteX3-27" fmla="*/ 3641501 w 7283002"/>
              <a:gd name="connsiteY3-28" fmla="*/ 7374752 h 7374752"/>
              <a:gd name="connsiteX4-29" fmla="*/ 0 w 7283002"/>
              <a:gd name="connsiteY4-30" fmla="*/ 3727312 h 7374752"/>
              <a:gd name="connsiteX0-31" fmla="*/ 107156 w 7390158"/>
              <a:gd name="connsiteY0-32" fmla="*/ 3715815 h 7363255"/>
              <a:gd name="connsiteX1-33" fmla="*/ 3748657 w 7390158"/>
              <a:gd name="connsiteY1-34" fmla="*/ 68375 h 7363255"/>
              <a:gd name="connsiteX2-35" fmla="*/ 7390158 w 7390158"/>
              <a:gd name="connsiteY2-36" fmla="*/ 3715815 h 7363255"/>
              <a:gd name="connsiteX3-37" fmla="*/ 3748657 w 7390158"/>
              <a:gd name="connsiteY3-38" fmla="*/ 7363255 h 7363255"/>
              <a:gd name="connsiteX4-39" fmla="*/ 107156 w 7390158"/>
              <a:gd name="connsiteY4-40" fmla="*/ 3715815 h 7363255"/>
              <a:gd name="connsiteX0-41" fmla="*/ 1343341 w 8626343"/>
              <a:gd name="connsiteY0-42" fmla="*/ 3776855 h 7424295"/>
              <a:gd name="connsiteX1-43" fmla="*/ 4984842 w 8626343"/>
              <a:gd name="connsiteY1-44" fmla="*/ 129415 h 7424295"/>
              <a:gd name="connsiteX2-45" fmla="*/ 8626343 w 8626343"/>
              <a:gd name="connsiteY2-46" fmla="*/ 3776855 h 7424295"/>
              <a:gd name="connsiteX3-47" fmla="*/ 4984842 w 8626343"/>
              <a:gd name="connsiteY3-48" fmla="*/ 7424295 h 7424295"/>
              <a:gd name="connsiteX4-49" fmla="*/ 1343341 w 8626343"/>
              <a:gd name="connsiteY4-50" fmla="*/ 3776855 h 7424295"/>
              <a:gd name="connsiteX0-51" fmla="*/ 1343341 w 8626343"/>
              <a:gd name="connsiteY0-52" fmla="*/ 3776855 h 7548584"/>
              <a:gd name="connsiteX1-53" fmla="*/ 4984842 w 8626343"/>
              <a:gd name="connsiteY1-54" fmla="*/ 129415 h 7548584"/>
              <a:gd name="connsiteX2-55" fmla="*/ 8626343 w 8626343"/>
              <a:gd name="connsiteY2-56" fmla="*/ 3776855 h 7548584"/>
              <a:gd name="connsiteX3-57" fmla="*/ 4984842 w 8626343"/>
              <a:gd name="connsiteY3-58" fmla="*/ 7424295 h 7548584"/>
              <a:gd name="connsiteX4-59" fmla="*/ 1343341 w 8626343"/>
              <a:gd name="connsiteY4-60" fmla="*/ 3776855 h 7548584"/>
              <a:gd name="connsiteX0-61" fmla="*/ 1276306 w 8559308"/>
              <a:gd name="connsiteY0-62" fmla="*/ 3736886 h 7508615"/>
              <a:gd name="connsiteX1-63" fmla="*/ 4917807 w 8559308"/>
              <a:gd name="connsiteY1-64" fmla="*/ 89446 h 7508615"/>
              <a:gd name="connsiteX2-65" fmla="*/ 8559308 w 8559308"/>
              <a:gd name="connsiteY2-66" fmla="*/ 3736886 h 7508615"/>
              <a:gd name="connsiteX3-67" fmla="*/ 4917807 w 8559308"/>
              <a:gd name="connsiteY3-68" fmla="*/ 7384326 h 7508615"/>
              <a:gd name="connsiteX4-69" fmla="*/ 1276306 w 8559308"/>
              <a:gd name="connsiteY4-70" fmla="*/ 3736886 h 75086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559308" h="7508615">
                <a:moveTo>
                  <a:pt x="1276306" y="3736886"/>
                </a:moveTo>
                <a:cubicBezTo>
                  <a:pt x="-2234531" y="2127967"/>
                  <a:pt x="2337702" y="-520154"/>
                  <a:pt x="4917807" y="89446"/>
                </a:cubicBezTo>
                <a:cubicBezTo>
                  <a:pt x="7497912" y="699046"/>
                  <a:pt x="8559308" y="1722461"/>
                  <a:pt x="8559308" y="3736886"/>
                </a:cubicBezTo>
                <a:cubicBezTo>
                  <a:pt x="8559308" y="5751311"/>
                  <a:pt x="5608152" y="8075206"/>
                  <a:pt x="4917807" y="7384326"/>
                </a:cubicBezTo>
                <a:cubicBezTo>
                  <a:pt x="4227462" y="6693446"/>
                  <a:pt x="4787143" y="5345805"/>
                  <a:pt x="1276306" y="3736886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20000"/>
                </a:schemeClr>
              </a:gs>
              <a:gs pos="0">
                <a:schemeClr val="accent5">
                  <a:alpha val="70000"/>
                </a:schemeClr>
              </a:gs>
              <a:gs pos="70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/>
          </a:p>
        </p:txBody>
      </p:sp>
      <p:pic>
        <p:nvPicPr>
          <p:cNvPr id="83" name="图片 8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3994" y="1269722"/>
            <a:ext cx="14666829" cy="5021221"/>
          </a:xfrm>
          <a:prstGeom prst="rect">
            <a:avLst/>
          </a:prstGeom>
        </p:spPr>
      </p:pic>
      <p:grpSp>
        <p:nvGrpSpPr>
          <p:cNvPr id="79" name="组合 78"/>
          <p:cNvGrpSpPr/>
          <p:nvPr userDrawn="1"/>
        </p:nvGrpSpPr>
        <p:grpSpPr>
          <a:xfrm>
            <a:off x="1569956" y="1861359"/>
            <a:ext cx="7828537" cy="2967560"/>
            <a:chOff x="1569956" y="1861359"/>
            <a:chExt cx="7828537" cy="2967560"/>
          </a:xfrm>
        </p:grpSpPr>
        <p:pic>
          <p:nvPicPr>
            <p:cNvPr id="47" name="图片 46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69956" y="1861359"/>
              <a:ext cx="2463673" cy="607765"/>
            </a:xfrm>
            <a:prstGeom prst="rect">
              <a:avLst/>
            </a:prstGeom>
          </p:spPr>
        </p:pic>
        <p:grpSp>
          <p:nvGrpSpPr>
            <p:cNvPr id="78" name="组合 77"/>
            <p:cNvGrpSpPr/>
            <p:nvPr userDrawn="1"/>
          </p:nvGrpSpPr>
          <p:grpSpPr>
            <a:xfrm>
              <a:off x="2802512" y="4244144"/>
              <a:ext cx="6595981" cy="584775"/>
              <a:chOff x="2802512" y="4244144"/>
              <a:chExt cx="6595981" cy="584775"/>
            </a:xfrm>
          </p:grpSpPr>
          <p:sp>
            <p:nvSpPr>
              <p:cNvPr id="53" name="文本框 52"/>
              <p:cNvSpPr txBox="1"/>
              <p:nvPr userDrawn="1"/>
            </p:nvSpPr>
            <p:spPr>
              <a:xfrm>
                <a:off x="3775391" y="4244144"/>
                <a:ext cx="465022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3200" dirty="0">
                    <a:solidFill>
                      <a:schemeClr val="bg1"/>
                    </a:solidFill>
                    <a:latin typeface="字魂58号-创中黑" panose="00000500000000000000" pitchFamily="2" charset="-122"/>
                    <a:ea typeface="字魂58号-创中黑" panose="00000500000000000000" pitchFamily="2" charset="-122"/>
                  </a:rPr>
                  <a:t>呈现数据管理</a:t>
                </a:r>
                <a:r>
                  <a:rPr lang="zh-CN" altLang="en-US" sz="3200" b="1" dirty="0">
                    <a:solidFill>
                      <a:schemeClr val="accent2"/>
                    </a:solidFill>
                    <a:latin typeface="字魂58号-创中黑" panose="00000500000000000000" pitchFamily="2" charset="-122"/>
                    <a:ea typeface="字魂58号-创中黑" panose="00000500000000000000" pitchFamily="2" charset="-122"/>
                  </a:rPr>
                  <a:t>智能</a:t>
                </a:r>
                <a:r>
                  <a:rPr lang="zh-CN" altLang="en-US" sz="3200" dirty="0">
                    <a:solidFill>
                      <a:schemeClr val="bg1"/>
                    </a:solidFill>
                    <a:latin typeface="字魂58号-创中黑" panose="00000500000000000000" pitchFamily="2" charset="-122"/>
                    <a:ea typeface="字魂58号-创中黑" panose="00000500000000000000" pitchFamily="2" charset="-122"/>
                  </a:rPr>
                  <a:t>之美</a:t>
                </a:r>
                <a:endParaRPr lang="zh-CN" altLang="en-US" sz="3200" dirty="0">
                  <a:solidFill>
                    <a:schemeClr val="bg1"/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</a:endParaRPr>
              </a:p>
            </p:txBody>
          </p:sp>
          <p:grpSp>
            <p:nvGrpSpPr>
              <p:cNvPr id="70" name="组合 69"/>
              <p:cNvGrpSpPr/>
              <p:nvPr userDrawn="1"/>
            </p:nvGrpSpPr>
            <p:grpSpPr>
              <a:xfrm>
                <a:off x="2802512" y="4477674"/>
                <a:ext cx="1081170" cy="117713"/>
                <a:chOff x="2804029" y="4478351"/>
                <a:chExt cx="1081170" cy="117713"/>
              </a:xfrm>
              <a:gradFill>
                <a:gsLst>
                  <a:gs pos="0">
                    <a:schemeClr val="accent6">
                      <a:alpha val="0"/>
                    </a:schemeClr>
                  </a:gs>
                  <a:gs pos="56000">
                    <a:schemeClr val="accent4">
                      <a:alpha val="50000"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</p:grpSpPr>
            <p:sp>
              <p:nvSpPr>
                <p:cNvPr id="60" name="平行四边形 59"/>
                <p:cNvSpPr/>
                <p:nvPr userDrawn="1"/>
              </p:nvSpPr>
              <p:spPr>
                <a:xfrm flipH="1">
                  <a:off x="3668616" y="4478351"/>
                  <a:ext cx="216583" cy="117713"/>
                </a:xfrm>
                <a:prstGeom prst="parallelogram">
                  <a:avLst>
                    <a:gd name="adj" fmla="val 6991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4" name="平行四边形 63"/>
                <p:cNvSpPr/>
                <p:nvPr userDrawn="1"/>
              </p:nvSpPr>
              <p:spPr>
                <a:xfrm flipH="1">
                  <a:off x="3495697" y="4478351"/>
                  <a:ext cx="216583" cy="117713"/>
                </a:xfrm>
                <a:prstGeom prst="parallelogram">
                  <a:avLst>
                    <a:gd name="adj" fmla="val 6991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5" name="平行四边形 64"/>
                <p:cNvSpPr/>
                <p:nvPr userDrawn="1"/>
              </p:nvSpPr>
              <p:spPr>
                <a:xfrm flipH="1">
                  <a:off x="3322780" y="4478351"/>
                  <a:ext cx="216583" cy="117713"/>
                </a:xfrm>
                <a:prstGeom prst="parallelogram">
                  <a:avLst>
                    <a:gd name="adj" fmla="val 6991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7" name="平行四边形 66"/>
                <p:cNvSpPr/>
                <p:nvPr userDrawn="1"/>
              </p:nvSpPr>
              <p:spPr>
                <a:xfrm flipH="1">
                  <a:off x="3149863" y="4478351"/>
                  <a:ext cx="216583" cy="117713"/>
                </a:xfrm>
                <a:prstGeom prst="parallelogram">
                  <a:avLst>
                    <a:gd name="adj" fmla="val 6991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" name="平行四边形 67"/>
                <p:cNvSpPr/>
                <p:nvPr userDrawn="1"/>
              </p:nvSpPr>
              <p:spPr>
                <a:xfrm flipH="1">
                  <a:off x="2976946" y="4478351"/>
                  <a:ext cx="216583" cy="117713"/>
                </a:xfrm>
                <a:prstGeom prst="parallelogram">
                  <a:avLst>
                    <a:gd name="adj" fmla="val 6991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9" name="平行四边形 68"/>
                <p:cNvSpPr/>
                <p:nvPr userDrawn="1"/>
              </p:nvSpPr>
              <p:spPr>
                <a:xfrm flipH="1">
                  <a:off x="2804029" y="4478351"/>
                  <a:ext cx="216583" cy="117713"/>
                </a:xfrm>
                <a:prstGeom prst="parallelogram">
                  <a:avLst>
                    <a:gd name="adj" fmla="val 6991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71" name="组合 70"/>
              <p:cNvGrpSpPr/>
              <p:nvPr userDrawn="1"/>
            </p:nvGrpSpPr>
            <p:grpSpPr>
              <a:xfrm flipH="1">
                <a:off x="8317323" y="4477674"/>
                <a:ext cx="1081170" cy="117713"/>
                <a:chOff x="2804029" y="4478351"/>
                <a:chExt cx="1081170" cy="117713"/>
              </a:xfrm>
              <a:gradFill>
                <a:gsLst>
                  <a:gs pos="0">
                    <a:schemeClr val="accent6">
                      <a:alpha val="0"/>
                    </a:schemeClr>
                  </a:gs>
                  <a:gs pos="56000">
                    <a:schemeClr val="accent4">
                      <a:alpha val="50000"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</p:grpSpPr>
            <p:sp>
              <p:nvSpPr>
                <p:cNvPr id="72" name="平行四边形 71"/>
                <p:cNvSpPr/>
                <p:nvPr userDrawn="1"/>
              </p:nvSpPr>
              <p:spPr>
                <a:xfrm flipH="1">
                  <a:off x="3668616" y="4478351"/>
                  <a:ext cx="216583" cy="117713"/>
                </a:xfrm>
                <a:prstGeom prst="parallelogram">
                  <a:avLst>
                    <a:gd name="adj" fmla="val 6991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平行四边形 72"/>
                <p:cNvSpPr/>
                <p:nvPr userDrawn="1"/>
              </p:nvSpPr>
              <p:spPr>
                <a:xfrm flipH="1">
                  <a:off x="3495697" y="4478351"/>
                  <a:ext cx="216583" cy="117713"/>
                </a:xfrm>
                <a:prstGeom prst="parallelogram">
                  <a:avLst>
                    <a:gd name="adj" fmla="val 6991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平行四边形 73"/>
                <p:cNvSpPr/>
                <p:nvPr userDrawn="1"/>
              </p:nvSpPr>
              <p:spPr>
                <a:xfrm flipH="1">
                  <a:off x="3322780" y="4478351"/>
                  <a:ext cx="216583" cy="117713"/>
                </a:xfrm>
                <a:prstGeom prst="parallelogram">
                  <a:avLst>
                    <a:gd name="adj" fmla="val 6991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" name="平行四边形 74"/>
                <p:cNvSpPr/>
                <p:nvPr userDrawn="1"/>
              </p:nvSpPr>
              <p:spPr>
                <a:xfrm flipH="1">
                  <a:off x="3149863" y="4478351"/>
                  <a:ext cx="216583" cy="117713"/>
                </a:xfrm>
                <a:prstGeom prst="parallelogram">
                  <a:avLst>
                    <a:gd name="adj" fmla="val 6991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6" name="平行四边形 75"/>
                <p:cNvSpPr/>
                <p:nvPr userDrawn="1"/>
              </p:nvSpPr>
              <p:spPr>
                <a:xfrm flipH="1">
                  <a:off x="2976946" y="4478351"/>
                  <a:ext cx="216583" cy="117713"/>
                </a:xfrm>
                <a:prstGeom prst="parallelogram">
                  <a:avLst>
                    <a:gd name="adj" fmla="val 6991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7" name="平行四边形 76"/>
                <p:cNvSpPr/>
                <p:nvPr userDrawn="1"/>
              </p:nvSpPr>
              <p:spPr>
                <a:xfrm flipH="1">
                  <a:off x="2804029" y="4478351"/>
                  <a:ext cx="216583" cy="117713"/>
                </a:xfrm>
                <a:prstGeom prst="parallelogram">
                  <a:avLst>
                    <a:gd name="adj" fmla="val 6991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5.png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6.png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tags" Target="../tags/tag8.xml"/><Relationship Id="rId3" Type="http://schemas.openxmlformats.org/officeDocument/2006/relationships/image" Target="../media/image17.png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9.png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21.png"/><Relationship Id="rId3" Type="http://schemas.openxmlformats.org/officeDocument/2006/relationships/tags" Target="../tags/tag12.xml"/><Relationship Id="rId2" Type="http://schemas.openxmlformats.org/officeDocument/2006/relationships/image" Target="../media/image20.png"/><Relationship Id="rId1" Type="http://schemas.openxmlformats.org/officeDocument/2006/relationships/tags" Target="../tags/tag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4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3.xml"/><Relationship Id="rId7" Type="http://schemas.openxmlformats.org/officeDocument/2006/relationships/image" Target="../media/image27.png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slide" Target="slide1.xml"/><Relationship Id="rId1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3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0" Type="http://schemas.openxmlformats.org/officeDocument/2006/relationships/notesSlide" Target="../notesSlides/notesSlide7.xml"/><Relationship Id="rId2" Type="http://schemas.openxmlformats.org/officeDocument/2006/relationships/tags" Target="../tags/tag25.xml"/><Relationship Id="rId19" Type="http://schemas.openxmlformats.org/officeDocument/2006/relationships/slideLayout" Target="../slideLayouts/slideLayout3.xml"/><Relationship Id="rId18" Type="http://schemas.openxmlformats.org/officeDocument/2006/relationships/tags" Target="../tags/tag41.xml"/><Relationship Id="rId17" Type="http://schemas.openxmlformats.org/officeDocument/2006/relationships/tags" Target="../tags/tag40.xml"/><Relationship Id="rId16" Type="http://schemas.openxmlformats.org/officeDocument/2006/relationships/tags" Target="../tags/tag39.xml"/><Relationship Id="rId15" Type="http://schemas.openxmlformats.org/officeDocument/2006/relationships/tags" Target="../tags/tag38.xml"/><Relationship Id="rId14" Type="http://schemas.openxmlformats.org/officeDocument/2006/relationships/tags" Target="../tags/tag37.xml"/><Relationship Id="rId13" Type="http://schemas.openxmlformats.org/officeDocument/2006/relationships/tags" Target="../tags/tag36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tags" Target="../tags/tag24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602631" y="0"/>
            <a:ext cx="858936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charset="-122"/>
              <a:ea typeface="黑体" panose="02010609060101010101" charset="-122"/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739912" y="2690336"/>
            <a:ext cx="2126695" cy="1477328"/>
            <a:chOff x="892312" y="2710517"/>
            <a:chExt cx="2126695" cy="1477328"/>
          </a:xfrm>
        </p:grpSpPr>
        <p:sp>
          <p:nvSpPr>
            <p:cNvPr id="3" name="文本框 2"/>
            <p:cNvSpPr txBox="1"/>
            <p:nvPr/>
          </p:nvSpPr>
          <p:spPr>
            <a:xfrm>
              <a:off x="972680" y="3726180"/>
              <a:ext cx="1965960" cy="46166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dist"/>
              <a:r>
                <a:rPr lang="en-US" altLang="zh-CN" sz="2400" dirty="0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  <a:cs typeface="+mn-ea"/>
                  <a:sym typeface="+mn-lt"/>
                </a:rPr>
                <a:t>CONTENTS</a:t>
              </a:r>
              <a:endParaRPr lang="zh-CN" altLang="en-US" sz="24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892312" y="2710517"/>
              <a:ext cx="2126695" cy="1015663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dist"/>
              <a:r>
                <a:rPr lang="zh-CN" altLang="en-US" sz="6000" dirty="0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  <a:cs typeface="+mn-ea"/>
                  <a:sym typeface="+mn-lt"/>
                </a:rPr>
                <a:t>目录</a:t>
              </a:r>
              <a:endParaRPr lang="zh-CN" altLang="en-US" sz="60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4984086" y="1763428"/>
            <a:ext cx="4548551" cy="829945"/>
            <a:chOff x="5314950" y="2225335"/>
            <a:chExt cx="4548551" cy="829945"/>
          </a:xfrm>
        </p:grpSpPr>
        <p:sp>
          <p:nvSpPr>
            <p:cNvPr id="9" name="文本框 8"/>
            <p:cNvSpPr txBox="1"/>
            <p:nvPr/>
          </p:nvSpPr>
          <p:spPr>
            <a:xfrm>
              <a:off x="5314950" y="2225335"/>
              <a:ext cx="1562100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800" b="1" dirty="0">
                  <a:solidFill>
                    <a:srgbClr val="0E62AF"/>
                  </a:solidFill>
                  <a:latin typeface="黑体" panose="02010609060101010101" charset="-122"/>
                  <a:ea typeface="黑体" panose="02010609060101010101" charset="-122"/>
                  <a:cs typeface="+mn-ea"/>
                  <a:sym typeface="+mn-lt"/>
                </a:rPr>
                <a:t>01</a:t>
              </a:r>
              <a:endParaRPr lang="en-US" altLang="zh-CN" sz="4800" b="1" dirty="0">
                <a:solidFill>
                  <a:srgbClr val="87B2D8"/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6421179" y="2415230"/>
              <a:ext cx="3442322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E62AF"/>
                  </a:solidFill>
                  <a:latin typeface="黑体" panose="02010609060101010101" charset="-122"/>
                  <a:ea typeface="黑体" panose="02010609060101010101" charset="-122"/>
                  <a:cs typeface="+mn-ea"/>
                  <a:sym typeface="+mn-lt"/>
                </a:rPr>
                <a:t>软硬件推荐</a:t>
              </a:r>
              <a:endParaRPr lang="zh-CN" altLang="en-US" sz="2400" b="1" dirty="0">
                <a:solidFill>
                  <a:schemeClr val="bg2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endParaRPr>
            </a:p>
          </p:txBody>
        </p:sp>
      </p:grpSp>
      <p:pic>
        <p:nvPicPr>
          <p:cNvPr id="28" name="图片 2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75" y="222413"/>
            <a:ext cx="1169010" cy="288384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4984086" y="5136548"/>
            <a:ext cx="5840730" cy="829945"/>
            <a:chOff x="5314950" y="2225335"/>
            <a:chExt cx="5840730" cy="829945"/>
          </a:xfrm>
        </p:grpSpPr>
        <p:sp>
          <p:nvSpPr>
            <p:cNvPr id="19" name="文本框 18"/>
            <p:cNvSpPr txBox="1"/>
            <p:nvPr/>
          </p:nvSpPr>
          <p:spPr>
            <a:xfrm>
              <a:off x="5314950" y="2225335"/>
              <a:ext cx="1562100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800" b="1" dirty="0">
                  <a:solidFill>
                    <a:schemeClr val="bg2">
                      <a:lumMod val="75000"/>
                    </a:schemeClr>
                  </a:solidFill>
                  <a:latin typeface="黑体" panose="02010609060101010101" charset="-122"/>
                  <a:ea typeface="黑体" panose="02010609060101010101" charset="-122"/>
                  <a:cs typeface="+mn-ea"/>
                  <a:sym typeface="+mn-lt"/>
                </a:rPr>
                <a:t>03</a:t>
              </a:r>
              <a:endParaRPr lang="en-US" altLang="zh-CN" sz="4800" b="1" dirty="0">
                <a:solidFill>
                  <a:schemeClr val="bg2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6451600" y="2496480"/>
              <a:ext cx="470408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2">
                      <a:lumMod val="75000"/>
                    </a:schemeClr>
                  </a:solidFill>
                  <a:latin typeface="黑体" panose="02010609060101010101" charset="-122"/>
                  <a:ea typeface="黑体" panose="02010609060101010101" charset="-122"/>
                  <a:cs typeface="+mn-ea"/>
                  <a:sym typeface="+mn-lt"/>
                </a:rPr>
                <a:t>中金财富迁移方案（讨论稿）</a:t>
              </a:r>
              <a:endParaRPr lang="zh-CN" altLang="en-US" sz="2400" b="1" dirty="0">
                <a:solidFill>
                  <a:srgbClr val="0E62AF"/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984086" y="3495708"/>
            <a:ext cx="4579031" cy="829945"/>
            <a:chOff x="5314950" y="2225335"/>
            <a:chExt cx="4579031" cy="829945"/>
          </a:xfrm>
        </p:grpSpPr>
        <p:sp>
          <p:nvSpPr>
            <p:cNvPr id="13" name="文本框 12"/>
            <p:cNvSpPr txBox="1"/>
            <p:nvPr/>
          </p:nvSpPr>
          <p:spPr>
            <a:xfrm>
              <a:off x="5314950" y="2225335"/>
              <a:ext cx="1562100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800" b="1" dirty="0">
                  <a:solidFill>
                    <a:schemeClr val="bg2">
                      <a:lumMod val="75000"/>
                    </a:schemeClr>
                  </a:solidFill>
                  <a:latin typeface="黑体" panose="02010609060101010101" charset="-122"/>
                  <a:ea typeface="黑体" panose="02010609060101010101" charset="-122"/>
                  <a:cs typeface="+mn-ea"/>
                  <a:sym typeface="+mn-lt"/>
                </a:rPr>
                <a:t>02</a:t>
              </a:r>
              <a:endParaRPr lang="en-US" altLang="zh-CN" sz="4800" b="1" dirty="0">
                <a:solidFill>
                  <a:srgbClr val="87B2D8"/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6451659" y="2405070"/>
              <a:ext cx="3442322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2">
                      <a:lumMod val="75000"/>
                    </a:schemeClr>
                  </a:solidFill>
                  <a:latin typeface="黑体" panose="02010609060101010101" charset="-122"/>
                  <a:ea typeface="黑体" panose="02010609060101010101" charset="-122"/>
                  <a:cs typeface="+mn-ea"/>
                  <a:sym typeface="+mn-lt"/>
                </a:rPr>
                <a:t>数仓迁移案例分享</a:t>
              </a:r>
              <a:endParaRPr lang="zh-CN" altLang="en-US" sz="2400" b="1" dirty="0">
                <a:solidFill>
                  <a:schemeClr val="bg2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6"/>
          <p:cNvSpPr txBox="1"/>
          <p:nvPr/>
        </p:nvSpPr>
        <p:spPr>
          <a:xfrm>
            <a:off x="1774190" y="352425"/>
            <a:ext cx="4173855" cy="4603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2400">
                <a:solidFill>
                  <a:schemeClr val="bg1"/>
                </a:solidFill>
                <a:ea typeface="思源黑体 CN Bold" panose="020B0800000000000000" pitchFamily="34" charset="-122"/>
              </a:defRPr>
            </a:lvl1pPr>
          </a:lstStyle>
          <a:p>
            <a:pPr lvl="0" algn="l"/>
            <a:r>
              <a:rPr lang="zh-CN" altLang="en-US" dirty="0">
                <a:sym typeface="+mn-ea"/>
              </a:rPr>
              <a:t>软硬件推荐</a:t>
            </a:r>
            <a:r>
              <a:rPr lang="en-US" altLang="zh-CN" dirty="0">
                <a:sym typeface="+mn-ea"/>
              </a:rPr>
              <a:t> </a:t>
            </a:r>
            <a:endParaRPr lang="en-US" altLang="zh-CN" u="sng" dirty="0"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5725" y="352425"/>
            <a:ext cx="11239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dirty="0">
                <a:solidFill>
                  <a:schemeClr val="accent1"/>
                </a:solidFill>
              </a:rPr>
              <a:t>PART 01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2580" y="1929130"/>
            <a:ext cx="354838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/>
              <a:t>某年证券目前采用</a:t>
            </a:r>
            <a:r>
              <a:rPr lang="en-US" altLang="zh-CN"/>
              <a:t>Exadata Oracle </a:t>
            </a:r>
            <a:r>
              <a:rPr lang="zh-CN" altLang="en-US"/>
              <a:t>一体机，当前数据容量</a:t>
            </a:r>
            <a:r>
              <a:rPr lang="en-US" altLang="zh-CN"/>
              <a:t>200T</a:t>
            </a:r>
            <a:r>
              <a:rPr lang="zh-CN" altLang="en-US"/>
              <a:t>，根据贵司数仓国产化替换需求（重点包括数据量等），结合华为数仓软硬件配置的原则和其他客户落地实践，给到贵司的软硬件配置、节点数配置等解决方案建议。</a:t>
            </a:r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5044440" y="1207770"/>
            <a:ext cx="7143750" cy="4792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/>
              <a:t>根据客户目前数仓数据容量，推荐华为鲲鹏服务器</a:t>
            </a:r>
            <a:r>
              <a:rPr lang="en-US" altLang="zh-CN"/>
              <a:t>+DWS</a:t>
            </a:r>
            <a:r>
              <a:rPr lang="zh-CN" altLang="en-US"/>
              <a:t>作为本次数仓迁移的解决方案：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zh-CN" altLang="en-US" b="1"/>
              <a:t>鲲鹏-管理节点</a:t>
            </a:r>
            <a:endParaRPr lang="zh-CN" altLang="en-US" b="1"/>
          </a:p>
          <a:p>
            <a:pPr algn="l">
              <a:lnSpc>
                <a:spcPct val="150000"/>
              </a:lnSpc>
            </a:pPr>
            <a:r>
              <a:rPr lang="zh-CN" altLang="en-US"/>
              <a:t>  </a:t>
            </a:r>
            <a:r>
              <a:rPr lang="en-US" altLang="zh-CN"/>
              <a:t>     </a:t>
            </a:r>
            <a:r>
              <a:rPr lang="zh-CN" altLang="en-US"/>
              <a:t>2* 32Core,8*32GB内存,2*480GB SATA SSD,4*960GB SATA SSD</a:t>
            </a:r>
            <a:endParaRPr lang="zh-CN" altLang="en-US"/>
          </a:p>
          <a:p>
            <a:pPr algn="l">
              <a:lnSpc>
                <a:spcPct val="150000"/>
              </a:lnSpc>
            </a:pPr>
            <a:r>
              <a:rPr lang="en-US" altLang="zh-CN"/>
              <a:t>   </a:t>
            </a:r>
            <a:r>
              <a:rPr lang="en-US" altLang="zh-CN" b="1"/>
              <a:t>鲲鹏-计算节点</a:t>
            </a:r>
            <a:r>
              <a:rPr lang="en-US" altLang="zh-CN"/>
              <a:t>     </a:t>
            </a:r>
            <a:endParaRPr lang="en-US" altLang="zh-CN"/>
          </a:p>
          <a:p>
            <a:pPr algn="l">
              <a:lnSpc>
                <a:spcPct val="150000"/>
              </a:lnSpc>
            </a:pPr>
            <a:r>
              <a:rPr lang="en-US" altLang="zh-CN"/>
              <a:t>       2*32Core,16*32GB 内存,2*960GB SATA SSD,12*3.84T SATA SSD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zh-CN" altLang="en-US">
                <a:sym typeface="+mn-ea"/>
              </a:rPr>
              <a:t>根据数据量预估</a:t>
            </a:r>
            <a:r>
              <a:rPr lang="en-US" altLang="zh-CN">
                <a:sym typeface="+mn-ea"/>
              </a:rPr>
              <a:t>22台鲲鹏服务器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en-US" altLang="zh-CN">
                <a:sym typeface="+mn-ea"/>
              </a:rPr>
              <a:t>       </a:t>
            </a:r>
            <a:r>
              <a:rPr lang="zh-CN" altLang="en-US" b="1">
                <a:latin typeface="黑体" panose="02010609060101010101" charset="-122"/>
                <a:ea typeface="黑体" panose="02010609060101010101" charset="-122"/>
                <a:sym typeface="+mn-ea"/>
              </a:rPr>
              <a:t>计算公式</a:t>
            </a:r>
            <a:r>
              <a:rPr lang="zh-CN" altLang="en-US">
                <a:sym typeface="+mn-ea"/>
              </a:rPr>
              <a:t>：</a:t>
            </a:r>
            <a:r>
              <a:rPr lang="en-US" altLang="zh-CN"/>
              <a:t>12块3.84T的硬盘，做4组raid5，作为数据盘。每台服务器容量计算公式如下：8*3.84*0.9*0.7*0.5=9.6T 每节点可用容量</a:t>
            </a:r>
            <a:r>
              <a:rPr lang="zh-CN" altLang="en-US"/>
              <a:t>，</a:t>
            </a:r>
            <a:r>
              <a:rPr lang="en-US" altLang="zh-CN"/>
              <a:t>200%9.6=20台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1710690" y="899795"/>
            <a:ext cx="19094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软硬件推荐说明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6"/>
          <p:cNvSpPr txBox="1"/>
          <p:nvPr/>
        </p:nvSpPr>
        <p:spPr>
          <a:xfrm>
            <a:off x="1774190" y="352425"/>
            <a:ext cx="4173855" cy="4603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2400">
                <a:solidFill>
                  <a:schemeClr val="bg1"/>
                </a:solidFill>
                <a:ea typeface="思源黑体 CN Bold" panose="020B0800000000000000" pitchFamily="34" charset="-122"/>
              </a:defRPr>
            </a:lvl1pPr>
          </a:lstStyle>
          <a:p>
            <a:pPr lvl="0" algn="l"/>
            <a:r>
              <a:rPr lang="zh-CN" altLang="en-US" dirty="0">
                <a:sym typeface="+mn-ea"/>
              </a:rPr>
              <a:t>软硬件推荐</a:t>
            </a:r>
            <a:r>
              <a:rPr lang="en-US" altLang="zh-CN" dirty="0">
                <a:sym typeface="+mn-ea"/>
              </a:rPr>
              <a:t> </a:t>
            </a:r>
            <a:endParaRPr lang="en-US" altLang="zh-CN" u="sng" dirty="0"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5725" y="352425"/>
            <a:ext cx="11239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dirty="0">
                <a:solidFill>
                  <a:schemeClr val="accent1"/>
                </a:solidFill>
              </a:rPr>
              <a:t>PART 01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10690" y="899795"/>
            <a:ext cx="30683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同业软硬件对比说明</a:t>
            </a:r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2324735" y="4143375"/>
            <a:ext cx="85109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/>
              <a:t>根据同行业软硬件规模，预计本次软硬件投入可参考上述规模进行估算。上述客户采用</a:t>
            </a:r>
            <a:r>
              <a:rPr lang="en-US" altLang="zh-CN"/>
              <a:t>DWS</a:t>
            </a:r>
            <a:r>
              <a:rPr lang="zh-CN"/>
              <a:t>新平台目的是为了统一数据管理、对内对外数据服务和创新赋能。</a:t>
            </a:r>
            <a:endParaRPr lang="en-US" altLang="zh-CN"/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761490" y="1649730"/>
            <a:ext cx="10417810" cy="149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6"/>
          <p:cNvSpPr txBox="1"/>
          <p:nvPr/>
        </p:nvSpPr>
        <p:spPr>
          <a:xfrm>
            <a:off x="1774190" y="352425"/>
            <a:ext cx="4173855" cy="4603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2400">
                <a:solidFill>
                  <a:schemeClr val="bg1"/>
                </a:solidFill>
                <a:ea typeface="思源黑体 CN Bold" panose="020B0800000000000000" pitchFamily="34" charset="-122"/>
              </a:defRPr>
            </a:lvl1pPr>
          </a:lstStyle>
          <a:p>
            <a:pPr lvl="0" algn="l"/>
            <a:r>
              <a:rPr lang="zh-CN" altLang="en-US" dirty="0">
                <a:sym typeface="+mn-ea"/>
              </a:rPr>
              <a:t>软硬件推荐</a:t>
            </a:r>
            <a:r>
              <a:rPr lang="en-US" altLang="zh-CN" dirty="0">
                <a:sym typeface="+mn-ea"/>
              </a:rPr>
              <a:t> </a:t>
            </a:r>
            <a:endParaRPr lang="en-US" altLang="zh-CN" u="sng" dirty="0"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5725" y="352425"/>
            <a:ext cx="11239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dirty="0">
                <a:solidFill>
                  <a:schemeClr val="accent1"/>
                </a:solidFill>
              </a:rPr>
              <a:t>PART 01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10690" y="859155"/>
            <a:ext cx="41706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某证券公司</a:t>
            </a:r>
            <a:r>
              <a:rPr lang="en-US" altLang="zh-CN"/>
              <a:t>DWS</a:t>
            </a:r>
            <a:r>
              <a:rPr lang="zh-CN" altLang="en-US"/>
              <a:t>数仓架构</a:t>
            </a:r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7917815" y="2722245"/>
            <a:ext cx="4144645" cy="24828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endParaRPr lang="zh-CN"/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906905" y="1172210"/>
            <a:ext cx="10284460" cy="52393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6"/>
          <p:cNvSpPr txBox="1"/>
          <p:nvPr/>
        </p:nvSpPr>
        <p:spPr>
          <a:xfrm>
            <a:off x="1774190" y="352425"/>
            <a:ext cx="4173855" cy="4603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2400">
                <a:solidFill>
                  <a:schemeClr val="bg1"/>
                </a:solidFill>
                <a:ea typeface="思源黑体 CN Bold" panose="020B0800000000000000" pitchFamily="34" charset="-122"/>
              </a:defRPr>
            </a:lvl1pPr>
          </a:lstStyle>
          <a:p>
            <a:pPr lvl="0" algn="l"/>
            <a:r>
              <a:rPr lang="zh-CN" altLang="en-US" dirty="0">
                <a:sym typeface="+mn-ea"/>
              </a:rPr>
              <a:t>软硬件推荐</a:t>
            </a:r>
            <a:r>
              <a:rPr lang="en-US" altLang="zh-CN" dirty="0">
                <a:sym typeface="+mn-ea"/>
              </a:rPr>
              <a:t> </a:t>
            </a:r>
            <a:endParaRPr lang="en-US" altLang="zh-CN" u="sng" dirty="0"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5725" y="352425"/>
            <a:ext cx="11239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dirty="0">
                <a:solidFill>
                  <a:schemeClr val="accent1"/>
                </a:solidFill>
              </a:rPr>
              <a:t>PART 01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954530" y="1946275"/>
            <a:ext cx="521716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某证券公司</a:t>
            </a:r>
            <a:r>
              <a:rPr lang="en-US" altLang="zh-CN"/>
              <a:t>DWS</a:t>
            </a:r>
            <a:r>
              <a:rPr lang="zh-CN" altLang="en-US"/>
              <a:t>数仓配置及迁移过程说明（一）</a:t>
            </a:r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7917815" y="2722245"/>
            <a:ext cx="4144645" cy="24828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endParaRPr lang="zh-CN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033385" y="873760"/>
            <a:ext cx="4158615" cy="26320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710690" y="3060700"/>
            <a:ext cx="10043160" cy="3215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6"/>
          <p:cNvSpPr txBox="1"/>
          <p:nvPr/>
        </p:nvSpPr>
        <p:spPr>
          <a:xfrm>
            <a:off x="1774190" y="352425"/>
            <a:ext cx="4173855" cy="4603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2400">
                <a:solidFill>
                  <a:schemeClr val="bg1"/>
                </a:solidFill>
                <a:ea typeface="思源黑体 CN Bold" panose="020B0800000000000000" pitchFamily="34" charset="-122"/>
              </a:defRPr>
            </a:lvl1pPr>
          </a:lstStyle>
          <a:p>
            <a:pPr lvl="0" algn="l"/>
            <a:r>
              <a:rPr lang="zh-CN" altLang="en-US" dirty="0">
                <a:sym typeface="+mn-ea"/>
              </a:rPr>
              <a:t>软硬件推荐</a:t>
            </a:r>
            <a:r>
              <a:rPr lang="en-US" altLang="zh-CN" dirty="0">
                <a:sym typeface="+mn-ea"/>
              </a:rPr>
              <a:t> </a:t>
            </a:r>
            <a:endParaRPr lang="en-US" altLang="zh-CN" u="sng" dirty="0"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5725" y="352425"/>
            <a:ext cx="11239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dirty="0">
                <a:solidFill>
                  <a:schemeClr val="accent1"/>
                </a:solidFill>
              </a:rPr>
              <a:t>PART 01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10690" y="899795"/>
            <a:ext cx="423735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某基金公司</a:t>
            </a:r>
            <a:r>
              <a:rPr lang="en-US" altLang="zh-CN"/>
              <a:t>DWS</a:t>
            </a:r>
            <a:r>
              <a:rPr lang="zh-CN"/>
              <a:t>数仓架构说明</a:t>
            </a:r>
            <a:endParaRPr lang="zh-CN"/>
          </a:p>
        </p:txBody>
      </p:sp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7704455" y="2722245"/>
            <a:ext cx="4144645" cy="24828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endParaRPr lang="zh-CN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543810" y="1355090"/>
            <a:ext cx="8162925" cy="50177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6"/>
          <p:cNvSpPr txBox="1"/>
          <p:nvPr/>
        </p:nvSpPr>
        <p:spPr>
          <a:xfrm>
            <a:off x="1774190" y="352425"/>
            <a:ext cx="4173855" cy="4603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2400">
                <a:solidFill>
                  <a:schemeClr val="bg1"/>
                </a:solidFill>
                <a:ea typeface="思源黑体 CN Bold" panose="020B0800000000000000" pitchFamily="34" charset="-122"/>
              </a:defRPr>
            </a:lvl1pPr>
          </a:lstStyle>
          <a:p>
            <a:pPr lvl="0" algn="l"/>
            <a:r>
              <a:rPr lang="zh-CN" altLang="en-US" dirty="0">
                <a:sym typeface="+mn-ea"/>
              </a:rPr>
              <a:t>软硬件推荐</a:t>
            </a:r>
            <a:r>
              <a:rPr lang="en-US" altLang="zh-CN" dirty="0">
                <a:sym typeface="+mn-ea"/>
              </a:rPr>
              <a:t> </a:t>
            </a:r>
            <a:endParaRPr lang="en-US" altLang="zh-CN" u="sng" dirty="0"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5725" y="352425"/>
            <a:ext cx="11239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dirty="0">
                <a:solidFill>
                  <a:schemeClr val="accent1"/>
                </a:solidFill>
              </a:rPr>
              <a:t>PART 01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09675" y="2014220"/>
            <a:ext cx="52431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某基金公司</a:t>
            </a:r>
            <a:r>
              <a:rPr lang="en-US" altLang="zh-CN">
                <a:sym typeface="+mn-ea"/>
              </a:rPr>
              <a:t>DWS</a:t>
            </a:r>
            <a:r>
              <a:rPr lang="zh-CN" altLang="en-US">
                <a:sym typeface="+mn-ea"/>
              </a:rPr>
              <a:t>数仓配置及迁移过程说明（二）</a:t>
            </a:r>
            <a:endParaRPr lang="zh-CN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244080" y="873760"/>
            <a:ext cx="4964430" cy="339661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3583940"/>
            <a:ext cx="7244715" cy="2819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602631" y="0"/>
            <a:ext cx="858936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charset="-122"/>
              <a:ea typeface="黑体" panose="02010609060101010101" charset="-122"/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739912" y="2690336"/>
            <a:ext cx="2126695" cy="1477328"/>
            <a:chOff x="892312" y="2710517"/>
            <a:chExt cx="2126695" cy="1477328"/>
          </a:xfrm>
        </p:grpSpPr>
        <p:sp>
          <p:nvSpPr>
            <p:cNvPr id="3" name="文本框 2"/>
            <p:cNvSpPr txBox="1"/>
            <p:nvPr/>
          </p:nvSpPr>
          <p:spPr>
            <a:xfrm>
              <a:off x="972680" y="3726180"/>
              <a:ext cx="1965960" cy="46166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dist"/>
              <a:r>
                <a:rPr lang="en-US" altLang="zh-CN" sz="2400" dirty="0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  <a:cs typeface="+mn-ea"/>
                  <a:sym typeface="+mn-lt"/>
                </a:rPr>
                <a:t>CONTENTS</a:t>
              </a:r>
              <a:endParaRPr lang="zh-CN" altLang="en-US" sz="24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892312" y="2710517"/>
              <a:ext cx="2126695" cy="1015663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dist"/>
              <a:r>
                <a:rPr lang="zh-CN" altLang="en-US" sz="6000" dirty="0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  <a:cs typeface="+mn-ea"/>
                  <a:sym typeface="+mn-lt"/>
                </a:rPr>
                <a:t>目录</a:t>
              </a:r>
              <a:endParaRPr lang="zh-CN" altLang="en-US" sz="60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endParaRPr>
            </a:p>
          </p:txBody>
        </p:sp>
      </p:grpSp>
      <p:pic>
        <p:nvPicPr>
          <p:cNvPr id="28" name="图片 2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75" y="222413"/>
            <a:ext cx="1169010" cy="288384"/>
          </a:xfrm>
          <a:prstGeom prst="rect">
            <a:avLst/>
          </a:prstGeom>
        </p:spPr>
      </p:pic>
      <p:grpSp>
        <p:nvGrpSpPr>
          <p:cNvPr id="15" name="组合 14"/>
          <p:cNvGrpSpPr/>
          <p:nvPr/>
        </p:nvGrpSpPr>
        <p:grpSpPr>
          <a:xfrm>
            <a:off x="4984086" y="1716438"/>
            <a:ext cx="6056630" cy="829945"/>
            <a:chOff x="5314950" y="2225335"/>
            <a:chExt cx="4237803" cy="810553"/>
          </a:xfrm>
        </p:grpSpPr>
        <p:sp>
          <p:nvSpPr>
            <p:cNvPr id="16" name="文本框 15"/>
            <p:cNvSpPr txBox="1"/>
            <p:nvPr/>
          </p:nvSpPr>
          <p:spPr>
            <a:xfrm>
              <a:off x="5314950" y="2225335"/>
              <a:ext cx="1562100" cy="810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800" b="1" dirty="0">
                  <a:solidFill>
                    <a:schemeClr val="bg2">
                      <a:lumMod val="75000"/>
                    </a:schemeClr>
                  </a:solidFill>
                  <a:latin typeface="黑体" panose="02010609060101010101" charset="-122"/>
                  <a:ea typeface="黑体" panose="02010609060101010101" charset="-122"/>
                  <a:cs typeface="+mn-ea"/>
                  <a:sym typeface="+mn-lt"/>
                </a:rPr>
                <a:t>01</a:t>
              </a:r>
              <a:endParaRPr lang="en-US" altLang="zh-CN" sz="4800" b="1" dirty="0">
                <a:solidFill>
                  <a:srgbClr val="0E62AF"/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6110431" y="2309890"/>
              <a:ext cx="3442322" cy="4496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2">
                      <a:lumMod val="75000"/>
                    </a:schemeClr>
                  </a:solidFill>
                  <a:latin typeface="黑体" panose="02010609060101010101" charset="-122"/>
                  <a:ea typeface="黑体" panose="02010609060101010101" charset="-122"/>
                  <a:cs typeface="+mn-ea"/>
                  <a:sym typeface="+mn-lt"/>
                </a:rPr>
                <a:t>软硬件推荐</a:t>
              </a:r>
              <a:endParaRPr lang="zh-CN" altLang="en-US" sz="2400" b="1" dirty="0">
                <a:solidFill>
                  <a:schemeClr val="bg2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984086" y="5136548"/>
            <a:ext cx="5403849" cy="829945"/>
            <a:chOff x="5314950" y="2225335"/>
            <a:chExt cx="5403849" cy="829945"/>
          </a:xfrm>
        </p:grpSpPr>
        <p:sp>
          <p:nvSpPr>
            <p:cNvPr id="19" name="文本框 18"/>
            <p:cNvSpPr txBox="1"/>
            <p:nvPr/>
          </p:nvSpPr>
          <p:spPr>
            <a:xfrm>
              <a:off x="5314950" y="2225335"/>
              <a:ext cx="1562100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800" b="1" dirty="0">
                  <a:solidFill>
                    <a:schemeClr val="bg2">
                      <a:lumMod val="75000"/>
                    </a:schemeClr>
                  </a:solidFill>
                  <a:latin typeface="黑体" panose="02010609060101010101" charset="-122"/>
                  <a:ea typeface="黑体" panose="02010609060101010101" charset="-122"/>
                  <a:cs typeface="+mn-ea"/>
                  <a:sym typeface="+mn-lt"/>
                </a:rPr>
                <a:t>04</a:t>
              </a:r>
              <a:endParaRPr lang="en-US" altLang="zh-CN" sz="4800" b="1" dirty="0">
                <a:solidFill>
                  <a:schemeClr val="bg2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6451658" y="2496510"/>
              <a:ext cx="4267141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2">
                      <a:lumMod val="75000"/>
                    </a:schemeClr>
                  </a:solidFill>
                  <a:latin typeface="黑体" panose="02010609060101010101" charset="-122"/>
                  <a:ea typeface="黑体" panose="02010609060101010101" charset="-122"/>
                  <a:cs typeface="+mn-ea"/>
                  <a:sym typeface="+mn-lt"/>
                </a:rPr>
                <a:t>海通期货迁移方案（讨论稿）</a:t>
              </a:r>
              <a:endParaRPr lang="zh-CN" altLang="en-US" sz="2400" b="1" dirty="0">
                <a:solidFill>
                  <a:srgbClr val="0E62AF"/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984086" y="3337593"/>
            <a:ext cx="4528231" cy="829945"/>
            <a:chOff x="5314950" y="2225335"/>
            <a:chExt cx="4528231" cy="829945"/>
          </a:xfrm>
        </p:grpSpPr>
        <p:sp>
          <p:nvSpPr>
            <p:cNvPr id="13" name="文本框 12"/>
            <p:cNvSpPr txBox="1"/>
            <p:nvPr/>
          </p:nvSpPr>
          <p:spPr>
            <a:xfrm>
              <a:off x="5314950" y="2225335"/>
              <a:ext cx="1562100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800" b="1" dirty="0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黑体" panose="02010609060101010101" charset="-122"/>
                  <a:ea typeface="黑体" panose="02010609060101010101" charset="-122"/>
                  <a:cs typeface="+mn-ea"/>
                  <a:sym typeface="+mn-lt"/>
                </a:rPr>
                <a:t>02</a:t>
              </a:r>
              <a:endParaRPr lang="en-US" altLang="zh-CN" sz="4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6400859" y="2425390"/>
              <a:ext cx="3442322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黑体" panose="02010609060101010101" charset="-122"/>
                  <a:ea typeface="黑体" panose="02010609060101010101" charset="-122"/>
                  <a:cs typeface="+mn-ea"/>
                  <a:sym typeface="+mn-lt"/>
                </a:rPr>
                <a:t>数仓迁移案例分享</a:t>
              </a:r>
              <a:endPara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>
            <p:custDataLst>
              <p:tags r:id="rId1"/>
            </p:custDataLst>
          </p:nvPr>
        </p:nvSpPr>
        <p:spPr>
          <a:xfrm>
            <a:off x="766445" y="1187847"/>
            <a:ext cx="68192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l">
              <a:buClrTx/>
              <a:buSzTx/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E67B3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+mn-ea"/>
              </a:rPr>
              <a:t>迁移案例列表</a:t>
            </a:r>
            <a:endParaRPr lang="zh-CN" altLang="en-US" dirty="0">
              <a:solidFill>
                <a:srgbClr val="0E67B3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sym typeface="+mn-ea"/>
            </a:endParaRPr>
          </a:p>
        </p:txBody>
      </p:sp>
      <p:sp>
        <p:nvSpPr>
          <p:cNvPr id="23" name="文本框 22"/>
          <p:cNvSpPr txBox="1"/>
          <p:nvPr>
            <p:custDataLst>
              <p:tags r:id="rId2"/>
            </p:custDataLst>
          </p:nvPr>
        </p:nvSpPr>
        <p:spPr>
          <a:xfrm>
            <a:off x="1738630" y="281305"/>
            <a:ext cx="844867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 dirty="0"/>
              <a:t>数仓迁移案例</a:t>
            </a:r>
            <a:endParaRPr lang="en-US" altLang="zh-CN" dirty="0"/>
          </a:p>
        </p:txBody>
      </p:sp>
      <p:sp>
        <p:nvSpPr>
          <p:cNvPr id="24" name="文本框 23"/>
          <p:cNvSpPr txBox="1"/>
          <p:nvPr>
            <p:custDataLst>
              <p:tags r:id="rId3"/>
            </p:custDataLst>
          </p:nvPr>
        </p:nvSpPr>
        <p:spPr>
          <a:xfrm>
            <a:off x="85725" y="352425"/>
            <a:ext cx="11239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dirty="0">
                <a:solidFill>
                  <a:schemeClr val="accent1"/>
                </a:solidFill>
              </a:rPr>
              <a:t>PART 04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7" name="矩形: 圆角 6"/>
          <p:cNvSpPr/>
          <p:nvPr>
            <p:custDataLst>
              <p:tags r:id="rId4"/>
            </p:custDataLst>
          </p:nvPr>
        </p:nvSpPr>
        <p:spPr>
          <a:xfrm>
            <a:off x="5929630" y="1250315"/>
            <a:ext cx="1649095" cy="867410"/>
          </a:xfrm>
          <a:prstGeom prst="roundRect">
            <a:avLst>
              <a:gd name="adj" fmla="val 9914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6402" tIns="43201" rIns="86402" bIns="43201" numCol="1" spcCol="0" rtlCol="0" fromWordArt="0" anchor="ctr" anchorCtr="0" forceAA="0" compatLnSpc="1">
            <a:noAutofit/>
          </a:bodyPr>
          <a:lstStyle/>
          <a:p>
            <a:pPr algn="ctr" defTabSz="864235">
              <a:defRPr/>
            </a:pPr>
            <a:endParaRPr lang="zh-CN" altLang="en-US" dirty="0">
              <a:solidFill>
                <a:prstClr val="white"/>
              </a:solidFill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32" name="矩形: 圆角 7"/>
          <p:cNvSpPr/>
          <p:nvPr>
            <p:custDataLst>
              <p:tags r:id="rId5"/>
            </p:custDataLst>
          </p:nvPr>
        </p:nvSpPr>
        <p:spPr>
          <a:xfrm>
            <a:off x="7736840" y="1250315"/>
            <a:ext cx="1649095" cy="867410"/>
          </a:xfrm>
          <a:prstGeom prst="roundRect">
            <a:avLst>
              <a:gd name="adj" fmla="val 9914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6402" tIns="43201" rIns="86402" bIns="43201" numCol="1" spcCol="0" rtlCol="0" fromWordArt="0" anchor="ctr" anchorCtr="0" forceAA="0" compatLnSpc="1">
            <a:noAutofit/>
          </a:bodyPr>
          <a:lstStyle/>
          <a:p>
            <a:pPr algn="ctr" defTabSz="864235">
              <a:defRPr/>
            </a:pPr>
            <a:endParaRPr lang="zh-CN" altLang="en-US" dirty="0">
              <a:solidFill>
                <a:prstClr val="white"/>
              </a:solidFill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457200" y="1759347"/>
          <a:ext cx="11277600" cy="4320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07352"/>
                <a:gridCol w="1616748"/>
                <a:gridCol w="2762250"/>
                <a:gridCol w="4776544"/>
                <a:gridCol w="1414706"/>
              </a:tblGrid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序号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32305" marR="323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kern="100">
                          <a:effectLst/>
                          <a:latin typeface="+mn-ea"/>
                          <a:ea typeface="+mn-ea"/>
                        </a:rPr>
                        <a:t>服务客户名称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32305" marR="323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kern="100">
                          <a:effectLst/>
                          <a:latin typeface="+mn-ea"/>
                          <a:ea typeface="+mn-ea"/>
                        </a:rPr>
                        <a:t>项目名称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32305" marR="323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kern="100">
                          <a:effectLst/>
                          <a:latin typeface="+mn-ea"/>
                          <a:ea typeface="+mn-ea"/>
                        </a:rPr>
                        <a:t>项目内容描述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32305" marR="323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签约时间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32305" marR="32305" marT="0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kern="100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32305" marR="323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海富通基金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32305" marR="323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数据综合平台采购项目</a:t>
                      </a:r>
                      <a:endParaRPr lang="en-US" altLang="zh-CN" sz="1200" kern="100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（含技术服务、迁移实施服务）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32305" marR="32305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营销数仓</a:t>
                      </a:r>
                      <a:r>
                        <a:rPr lang="en-US" sz="1200" kern="100" dirty="0">
                          <a:effectLst/>
                          <a:latin typeface="+mn-ea"/>
                          <a:ea typeface="+mn-ea"/>
                        </a:rPr>
                        <a:t>Greenplum 5.x</a:t>
                      </a: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迁移至华为</a:t>
                      </a:r>
                      <a:r>
                        <a:rPr lang="en-US" sz="1200" kern="100" dirty="0" err="1">
                          <a:effectLst/>
                          <a:latin typeface="+mn-ea"/>
                          <a:ea typeface="+mn-ea"/>
                        </a:rPr>
                        <a:t>GaussDB</a:t>
                      </a: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（</a:t>
                      </a:r>
                      <a:r>
                        <a:rPr lang="en-US" sz="1200" kern="100" dirty="0">
                          <a:effectLst/>
                          <a:latin typeface="+mn-ea"/>
                          <a:ea typeface="+mn-ea"/>
                        </a:rPr>
                        <a:t>DWS</a:t>
                      </a: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）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32305" marR="323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kern="100" dirty="0">
                          <a:effectLst/>
                          <a:latin typeface="+mn-ea"/>
                          <a:ea typeface="+mn-ea"/>
                        </a:rPr>
                        <a:t>2023</a:t>
                      </a: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年</a:t>
                      </a:r>
                      <a:r>
                        <a:rPr lang="en-US" sz="1200" kern="100" dirty="0">
                          <a:effectLst/>
                          <a:latin typeface="+mn-ea"/>
                          <a:ea typeface="+mn-ea"/>
                        </a:rPr>
                        <a:t>8</a:t>
                      </a: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月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32305" marR="32305" marT="0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kern="100"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32305" marR="323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中银保信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32305" marR="323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数据仓库软件采购</a:t>
                      </a:r>
                      <a:endParaRPr lang="en-US" altLang="zh-CN" sz="1200" kern="100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（含技术服务、迁移实施服务）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32305" marR="32305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核心数仓</a:t>
                      </a:r>
                      <a:r>
                        <a:rPr lang="en-US" sz="1200" kern="100" dirty="0">
                          <a:effectLst/>
                          <a:latin typeface="+mn-ea"/>
                          <a:ea typeface="+mn-ea"/>
                        </a:rPr>
                        <a:t>Greenplum</a:t>
                      </a: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迁移至华为</a:t>
                      </a:r>
                      <a:r>
                        <a:rPr lang="en-US" sz="1200" kern="100" dirty="0" err="1">
                          <a:effectLst/>
                          <a:latin typeface="+mn-ea"/>
                          <a:ea typeface="+mn-ea"/>
                        </a:rPr>
                        <a:t>GaussDB</a:t>
                      </a: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（</a:t>
                      </a:r>
                      <a:r>
                        <a:rPr lang="en-US" sz="1200" kern="100" dirty="0">
                          <a:effectLst/>
                          <a:latin typeface="+mn-ea"/>
                          <a:ea typeface="+mn-ea"/>
                        </a:rPr>
                        <a:t>DWS</a:t>
                      </a: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）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32305" marR="323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kern="100">
                          <a:effectLst/>
                          <a:latin typeface="+mn-ea"/>
                          <a:ea typeface="+mn-ea"/>
                        </a:rPr>
                        <a:t>2023</a:t>
                      </a:r>
                      <a:r>
                        <a:rPr lang="zh-CN" sz="1200" kern="100">
                          <a:effectLst/>
                          <a:latin typeface="+mn-ea"/>
                          <a:ea typeface="+mn-ea"/>
                        </a:rPr>
                        <a:t>年</a:t>
                      </a:r>
                      <a:r>
                        <a:rPr lang="en-US" sz="1200" kern="100">
                          <a:effectLst/>
                          <a:latin typeface="+mn-ea"/>
                          <a:ea typeface="+mn-ea"/>
                        </a:rPr>
                        <a:t>7</a:t>
                      </a:r>
                      <a:r>
                        <a:rPr lang="zh-CN" sz="1200" kern="100">
                          <a:effectLst/>
                          <a:latin typeface="+mn-ea"/>
                          <a:ea typeface="+mn-ea"/>
                        </a:rPr>
                        <a:t>月中标，</a:t>
                      </a:r>
                      <a:endParaRPr lang="zh-CN" sz="1600" kern="100">
                        <a:effectLst/>
                        <a:latin typeface="+mn-ea"/>
                        <a:ea typeface="+mn-ea"/>
                      </a:endParaRP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kern="100">
                          <a:effectLst/>
                          <a:latin typeface="+mn-ea"/>
                          <a:ea typeface="+mn-ea"/>
                        </a:rPr>
                        <a:t>目前签约中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32305" marR="32305" marT="0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kern="100"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32305" marR="323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兴业证券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32305" marR="323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kern="100" dirty="0" err="1">
                          <a:effectLst/>
                          <a:latin typeface="+mn-ea"/>
                          <a:ea typeface="+mn-ea"/>
                        </a:rPr>
                        <a:t>GaussDB</a:t>
                      </a: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产品销售（含交付实施服务）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32305" marR="32305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kern="100" dirty="0">
                          <a:effectLst/>
                          <a:latin typeface="+mn-ea"/>
                          <a:ea typeface="+mn-ea"/>
                        </a:rPr>
                        <a:t>Oracle</a:t>
                      </a: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迁移至华为</a:t>
                      </a:r>
                      <a:r>
                        <a:rPr lang="en-US" sz="1200" kern="100" dirty="0" err="1">
                          <a:effectLst/>
                          <a:latin typeface="+mn-ea"/>
                          <a:ea typeface="+mn-ea"/>
                        </a:rPr>
                        <a:t>GaussDB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32305" marR="323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kern="100" dirty="0">
                          <a:effectLst/>
                          <a:latin typeface="+mn-ea"/>
                          <a:ea typeface="+mn-ea"/>
                        </a:rPr>
                        <a:t>2022</a:t>
                      </a: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年</a:t>
                      </a:r>
                      <a:r>
                        <a:rPr lang="en-US" sz="1200" kern="100" dirty="0">
                          <a:effectLst/>
                          <a:latin typeface="+mn-ea"/>
                          <a:ea typeface="+mn-ea"/>
                        </a:rPr>
                        <a:t>12</a:t>
                      </a: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月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32305" marR="32305" marT="0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kern="100"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32305" marR="323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kern="100">
                          <a:effectLst/>
                          <a:latin typeface="+mn-ea"/>
                          <a:ea typeface="+mn-ea"/>
                        </a:rPr>
                        <a:t>上海期货交易所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32305" marR="323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kern="100">
                          <a:effectLst/>
                          <a:latin typeface="+mn-ea"/>
                          <a:ea typeface="+mn-ea"/>
                        </a:rPr>
                        <a:t>信息数据平台数据仓库软件及技术服务采购项目合同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32305" marR="32305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kern="100" dirty="0">
                          <a:effectLst/>
                          <a:latin typeface="+mn-ea"/>
                          <a:ea typeface="+mn-ea"/>
                        </a:rPr>
                        <a:t>Oracle</a:t>
                      </a: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迁移至</a:t>
                      </a:r>
                      <a:r>
                        <a:rPr lang="en-US" sz="1200" kern="100" dirty="0" err="1">
                          <a:effectLst/>
                          <a:latin typeface="+mn-ea"/>
                          <a:ea typeface="+mn-ea"/>
                        </a:rPr>
                        <a:t>greenplum</a:t>
                      </a:r>
                      <a:r>
                        <a:rPr lang="en-US" sz="1200" kern="100" dirty="0">
                          <a:effectLst/>
                          <a:latin typeface="+mn-ea"/>
                          <a:ea typeface="+mn-ea"/>
                        </a:rPr>
                        <a:t> 5.x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32305" marR="323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kern="100" dirty="0">
                          <a:effectLst/>
                          <a:latin typeface="+mn-ea"/>
                          <a:ea typeface="+mn-ea"/>
                        </a:rPr>
                        <a:t>2019</a:t>
                      </a: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年</a:t>
                      </a:r>
                      <a:r>
                        <a:rPr lang="en-US" sz="1200" kern="100" dirty="0">
                          <a:effectLst/>
                          <a:latin typeface="+mn-ea"/>
                          <a:ea typeface="+mn-ea"/>
                        </a:rPr>
                        <a:t>9</a:t>
                      </a: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月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32305" marR="32305" marT="0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kern="100"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32305" marR="323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kern="100">
                          <a:effectLst/>
                          <a:latin typeface="+mn-ea"/>
                          <a:ea typeface="+mn-ea"/>
                        </a:rPr>
                        <a:t>中证指数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32305" marR="323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kern="100" dirty="0">
                          <a:effectLst/>
                          <a:latin typeface="+mn-ea"/>
                          <a:ea typeface="+mn-ea"/>
                        </a:rPr>
                        <a:t>GP</a:t>
                      </a: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产品及服务销售合同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32305" marR="32305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kern="100" dirty="0">
                          <a:effectLst/>
                          <a:latin typeface="+mn-ea"/>
                          <a:ea typeface="+mn-ea"/>
                        </a:rPr>
                        <a:t> Oracle</a:t>
                      </a: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指数中心迁移至</a:t>
                      </a:r>
                      <a:r>
                        <a:rPr lang="en-US" sz="1200" kern="100" dirty="0">
                          <a:effectLst/>
                          <a:latin typeface="+mn-ea"/>
                          <a:ea typeface="+mn-ea"/>
                        </a:rPr>
                        <a:t>Greenplum  6.x</a:t>
                      </a: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版本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32305" marR="323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kern="100" dirty="0">
                          <a:effectLst/>
                          <a:latin typeface="+mn-ea"/>
                          <a:ea typeface="+mn-ea"/>
                        </a:rPr>
                        <a:t>2021</a:t>
                      </a: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年</a:t>
                      </a:r>
                      <a:r>
                        <a:rPr lang="en-US" sz="1200" kern="100" dirty="0">
                          <a:effectLst/>
                          <a:latin typeface="+mn-ea"/>
                          <a:ea typeface="+mn-ea"/>
                        </a:rPr>
                        <a:t>9</a:t>
                      </a: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月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32305" marR="32305" marT="0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kern="100"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32305" marR="323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中信建投证券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32305" marR="323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kern="100" dirty="0">
                          <a:effectLst/>
                          <a:latin typeface="+mn-ea"/>
                          <a:ea typeface="+mn-ea"/>
                        </a:rPr>
                        <a:t>Greenplum</a:t>
                      </a: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数据库升级运维</a:t>
                      </a:r>
                      <a:r>
                        <a:rPr lang="en-US" sz="1200" kern="100" dirty="0">
                          <a:effectLst/>
                          <a:latin typeface="+mn-ea"/>
                          <a:ea typeface="+mn-ea"/>
                        </a:rPr>
                        <a:t>2022</a:t>
                      </a: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项目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32305" marR="32305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核心数仓</a:t>
                      </a:r>
                      <a:r>
                        <a:rPr lang="en-US" sz="1200" kern="100" dirty="0">
                          <a:effectLst/>
                          <a:latin typeface="+mn-ea"/>
                          <a:ea typeface="+mn-ea"/>
                        </a:rPr>
                        <a:t>Greenplum 4.x</a:t>
                      </a: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版本迁移至</a:t>
                      </a:r>
                      <a:r>
                        <a:rPr lang="en-US" sz="1200" kern="100" dirty="0">
                          <a:effectLst/>
                          <a:latin typeface="+mn-ea"/>
                          <a:ea typeface="+mn-ea"/>
                        </a:rPr>
                        <a:t>Greenplum 6.x</a:t>
                      </a: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版本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32305" marR="323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kern="100" dirty="0">
                          <a:effectLst/>
                          <a:latin typeface="+mn-ea"/>
                          <a:ea typeface="+mn-ea"/>
                        </a:rPr>
                        <a:t>2022</a:t>
                      </a: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年</a:t>
                      </a:r>
                      <a:r>
                        <a:rPr lang="en-US" sz="1200" kern="100" dirty="0">
                          <a:effectLst/>
                          <a:latin typeface="+mn-ea"/>
                          <a:ea typeface="+mn-ea"/>
                        </a:rPr>
                        <a:t>12</a:t>
                      </a: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月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32305" marR="32305" marT="0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kern="100"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32305" marR="323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国金证券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32305" marR="323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kern="100">
                          <a:effectLst/>
                          <a:latin typeface="+mn-ea"/>
                          <a:ea typeface="+mn-ea"/>
                        </a:rPr>
                        <a:t>GP</a:t>
                      </a:r>
                      <a:r>
                        <a:rPr lang="zh-CN" sz="1200" kern="100">
                          <a:effectLst/>
                          <a:latin typeface="+mn-ea"/>
                          <a:ea typeface="+mn-ea"/>
                        </a:rPr>
                        <a:t>技术服务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32305" marR="32305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完成科技、数研、</a:t>
                      </a:r>
                      <a:r>
                        <a:rPr lang="en-US" sz="1200" kern="100" dirty="0">
                          <a:effectLst/>
                          <a:latin typeface="+mn-ea"/>
                          <a:ea typeface="+mn-ea"/>
                        </a:rPr>
                        <a:t>Oracle</a:t>
                      </a: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三个数仓迁移改造，分别从</a:t>
                      </a:r>
                      <a:r>
                        <a:rPr lang="en-US" sz="1200" kern="100" dirty="0">
                          <a:effectLst/>
                          <a:latin typeface="+mn-ea"/>
                          <a:ea typeface="+mn-ea"/>
                        </a:rPr>
                        <a:t>Greenplum4.x</a:t>
                      </a: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、</a:t>
                      </a:r>
                      <a:r>
                        <a:rPr lang="en-US" sz="1200" kern="100" dirty="0">
                          <a:effectLst/>
                          <a:latin typeface="+mn-ea"/>
                          <a:ea typeface="+mn-ea"/>
                        </a:rPr>
                        <a:t>Oracle</a:t>
                      </a: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迁移至</a:t>
                      </a:r>
                      <a:r>
                        <a:rPr lang="en-US" sz="1200" kern="100" dirty="0">
                          <a:effectLst/>
                          <a:latin typeface="+mn-ea"/>
                          <a:ea typeface="+mn-ea"/>
                        </a:rPr>
                        <a:t>Greenplum 6.x</a:t>
                      </a: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（开源）版本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32305" marR="323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kern="100" dirty="0">
                          <a:effectLst/>
                          <a:latin typeface="+mn-ea"/>
                          <a:ea typeface="+mn-ea"/>
                        </a:rPr>
                        <a:t>2023</a:t>
                      </a: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年</a:t>
                      </a:r>
                      <a:r>
                        <a:rPr lang="en-US" sz="1200" kern="100" dirty="0">
                          <a:effectLst/>
                          <a:latin typeface="+mn-ea"/>
                          <a:ea typeface="+mn-ea"/>
                        </a:rPr>
                        <a:t>6</a:t>
                      </a: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月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32305" marR="32305" marT="0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kern="100"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32305" marR="323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kern="100">
                          <a:effectLst/>
                          <a:latin typeface="+mn-ea"/>
                          <a:ea typeface="+mn-ea"/>
                        </a:rPr>
                        <a:t>渤海证券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32305" marR="323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kern="100">
                          <a:effectLst/>
                          <a:latin typeface="+mn-ea"/>
                          <a:ea typeface="+mn-ea"/>
                        </a:rPr>
                        <a:t>数据中心数据库版本升级采购项目合同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32305" marR="32305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核心数仓</a:t>
                      </a:r>
                      <a:r>
                        <a:rPr lang="en-US" sz="1200" kern="100" dirty="0">
                          <a:effectLst/>
                          <a:latin typeface="+mn-ea"/>
                          <a:ea typeface="+mn-ea"/>
                        </a:rPr>
                        <a:t>Greenplum 4.x</a:t>
                      </a: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版本迁移至</a:t>
                      </a:r>
                      <a:r>
                        <a:rPr lang="en-US" sz="1200" kern="100" dirty="0">
                          <a:effectLst/>
                          <a:latin typeface="+mn-ea"/>
                          <a:ea typeface="+mn-ea"/>
                        </a:rPr>
                        <a:t>Greenplum 6.x</a:t>
                      </a: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（开源）版本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32305" marR="323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kern="100" dirty="0">
                          <a:effectLst/>
                          <a:latin typeface="+mn-ea"/>
                          <a:ea typeface="+mn-ea"/>
                        </a:rPr>
                        <a:t>2022</a:t>
                      </a: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年</a:t>
                      </a:r>
                      <a:r>
                        <a:rPr lang="en-US" sz="1200" kern="100" dirty="0">
                          <a:effectLst/>
                          <a:latin typeface="+mn-ea"/>
                          <a:ea typeface="+mn-ea"/>
                        </a:rPr>
                        <a:t>11</a:t>
                      </a: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月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32305" marR="32305" marT="0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kern="100"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32305" marR="323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kern="100">
                          <a:effectLst/>
                          <a:latin typeface="+mn-ea"/>
                          <a:ea typeface="+mn-ea"/>
                        </a:rPr>
                        <a:t>兴业证券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32305" marR="323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kern="100">
                          <a:effectLst/>
                          <a:latin typeface="+mn-ea"/>
                          <a:ea typeface="+mn-ea"/>
                        </a:rPr>
                        <a:t>MPP</a:t>
                      </a:r>
                      <a:r>
                        <a:rPr lang="zh-CN" sz="1200" kern="100">
                          <a:effectLst/>
                          <a:latin typeface="+mn-ea"/>
                          <a:ea typeface="+mn-ea"/>
                        </a:rPr>
                        <a:t>数据库维保技术服务合同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32305" marR="32305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核心数仓</a:t>
                      </a:r>
                      <a:r>
                        <a:rPr lang="en-US" sz="1200" kern="100" dirty="0">
                          <a:effectLst/>
                          <a:latin typeface="+mn-ea"/>
                          <a:ea typeface="+mn-ea"/>
                        </a:rPr>
                        <a:t>Greenplum 5.x </a:t>
                      </a: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版本迁移至</a:t>
                      </a:r>
                      <a:r>
                        <a:rPr lang="en-US" sz="1200" kern="100" dirty="0">
                          <a:effectLst/>
                          <a:latin typeface="+mn-ea"/>
                          <a:ea typeface="+mn-ea"/>
                        </a:rPr>
                        <a:t>Greenplum 6.x</a:t>
                      </a: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版本，同时完成上海、福州双中心数据加载 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32305" marR="323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kern="100" dirty="0">
                          <a:effectLst/>
                          <a:latin typeface="+mn-ea"/>
                          <a:ea typeface="+mn-ea"/>
                        </a:rPr>
                        <a:t>2023</a:t>
                      </a: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年</a:t>
                      </a:r>
                      <a:r>
                        <a:rPr lang="en-US" sz="1200" kern="100" dirty="0">
                          <a:effectLst/>
                          <a:latin typeface="+mn-ea"/>
                          <a:ea typeface="+mn-ea"/>
                        </a:rPr>
                        <a:t>7</a:t>
                      </a: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月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32305" marR="32305" marT="0" marB="0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>
            <p:custDataLst>
              <p:tags r:id="rId1"/>
            </p:custDataLst>
          </p:nvPr>
        </p:nvSpPr>
        <p:spPr>
          <a:xfrm>
            <a:off x="766445" y="1187847"/>
            <a:ext cx="68192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l">
              <a:buClrTx/>
              <a:buSzTx/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E67B3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+mn-ea"/>
              </a:rPr>
              <a:t>迁移案例列表</a:t>
            </a:r>
            <a:endParaRPr lang="zh-CN" altLang="en-US" dirty="0">
              <a:solidFill>
                <a:srgbClr val="0E67B3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sym typeface="+mn-ea"/>
            </a:endParaRPr>
          </a:p>
        </p:txBody>
      </p:sp>
      <p:sp>
        <p:nvSpPr>
          <p:cNvPr id="23" name="文本框 22"/>
          <p:cNvSpPr txBox="1"/>
          <p:nvPr>
            <p:custDataLst>
              <p:tags r:id="rId2"/>
            </p:custDataLst>
          </p:nvPr>
        </p:nvSpPr>
        <p:spPr>
          <a:xfrm>
            <a:off x="1738630" y="281305"/>
            <a:ext cx="844867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 dirty="0"/>
              <a:t>数仓迁移案例</a:t>
            </a:r>
            <a:endParaRPr lang="en-US" altLang="zh-CN" dirty="0"/>
          </a:p>
        </p:txBody>
      </p:sp>
      <p:sp>
        <p:nvSpPr>
          <p:cNvPr id="24" name="文本框 23"/>
          <p:cNvSpPr txBox="1"/>
          <p:nvPr>
            <p:custDataLst>
              <p:tags r:id="rId3"/>
            </p:custDataLst>
          </p:nvPr>
        </p:nvSpPr>
        <p:spPr>
          <a:xfrm>
            <a:off x="85725" y="352425"/>
            <a:ext cx="11239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dirty="0">
                <a:solidFill>
                  <a:schemeClr val="accent1"/>
                </a:solidFill>
              </a:rPr>
              <a:t>PART 04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7" name="矩形: 圆角 6"/>
          <p:cNvSpPr/>
          <p:nvPr>
            <p:custDataLst>
              <p:tags r:id="rId4"/>
            </p:custDataLst>
          </p:nvPr>
        </p:nvSpPr>
        <p:spPr>
          <a:xfrm>
            <a:off x="5929630" y="1250315"/>
            <a:ext cx="1649095" cy="867410"/>
          </a:xfrm>
          <a:prstGeom prst="roundRect">
            <a:avLst>
              <a:gd name="adj" fmla="val 9914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6402" tIns="43201" rIns="86402" bIns="43201" numCol="1" spcCol="0" rtlCol="0" fromWordArt="0" anchor="ctr" anchorCtr="0" forceAA="0" compatLnSpc="1">
            <a:noAutofit/>
          </a:bodyPr>
          <a:lstStyle/>
          <a:p>
            <a:pPr algn="ctr" defTabSz="864235">
              <a:defRPr/>
            </a:pPr>
            <a:endParaRPr lang="zh-CN" altLang="en-US" dirty="0">
              <a:solidFill>
                <a:prstClr val="white"/>
              </a:solidFill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32" name="矩形: 圆角 7"/>
          <p:cNvSpPr/>
          <p:nvPr>
            <p:custDataLst>
              <p:tags r:id="rId5"/>
            </p:custDataLst>
          </p:nvPr>
        </p:nvSpPr>
        <p:spPr>
          <a:xfrm>
            <a:off x="7736840" y="1250315"/>
            <a:ext cx="1649095" cy="867410"/>
          </a:xfrm>
          <a:prstGeom prst="roundRect">
            <a:avLst>
              <a:gd name="adj" fmla="val 9914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6402" tIns="43201" rIns="86402" bIns="43201" numCol="1" spcCol="0" rtlCol="0" fromWordArt="0" anchor="ctr" anchorCtr="0" forceAA="0" compatLnSpc="1">
            <a:noAutofit/>
          </a:bodyPr>
          <a:lstStyle/>
          <a:p>
            <a:pPr algn="ctr" defTabSz="864235">
              <a:defRPr/>
            </a:pPr>
            <a:endParaRPr lang="zh-CN" altLang="en-US" dirty="0">
              <a:solidFill>
                <a:prstClr val="white"/>
              </a:solidFill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457200" y="1759347"/>
          <a:ext cx="11277600" cy="4320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07352"/>
                <a:gridCol w="1616748"/>
                <a:gridCol w="2762250"/>
                <a:gridCol w="4776544"/>
                <a:gridCol w="1414706"/>
              </a:tblGrid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序号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32305" marR="323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服务客户名称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32305" marR="323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kern="100">
                          <a:effectLst/>
                          <a:latin typeface="+mn-ea"/>
                          <a:ea typeface="+mn-ea"/>
                        </a:rPr>
                        <a:t>项目名称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32305" marR="323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kern="100">
                          <a:effectLst/>
                          <a:latin typeface="+mn-ea"/>
                          <a:ea typeface="+mn-ea"/>
                        </a:rPr>
                        <a:t>项目内容描述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32305" marR="323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kern="100" dirty="0">
                          <a:effectLst/>
                          <a:latin typeface="+mn-ea"/>
                          <a:ea typeface="+mn-ea"/>
                        </a:rPr>
                        <a:t>签约时间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32305" marR="32305" marT="0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10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中欧基金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GP</a:t>
                      </a: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技术服务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营销、投研</a:t>
                      </a: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Oracle</a:t>
                      </a: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数仓迁移至</a:t>
                      </a: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Greenplum 5.x</a:t>
                      </a: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（开源）版本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2018</a:t>
                      </a: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年</a:t>
                      </a: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8</a:t>
                      </a: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月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11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华泰柏瑞基金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GP</a:t>
                      </a: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技术服务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反洗钱</a:t>
                      </a: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Oracle</a:t>
                      </a: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数据迁移至</a:t>
                      </a: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Greenplum 6.x</a:t>
                      </a: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（开源）版本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2021</a:t>
                      </a: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年</a:t>
                      </a: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8</a:t>
                      </a: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月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12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上银基金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GP</a:t>
                      </a: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技术支持服务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Oracle</a:t>
                      </a: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报表中心迁移至</a:t>
                      </a: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Greenplum 6.x</a:t>
                      </a: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（开源）版本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2023</a:t>
                      </a: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年</a:t>
                      </a: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2</a:t>
                      </a: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月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13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万家基金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GP</a:t>
                      </a: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软件及技术服务销售合同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Oracle</a:t>
                      </a: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风控投研数据中心迁移至</a:t>
                      </a: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Greenplum 5.x</a:t>
                      </a: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（开源）版本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2020</a:t>
                      </a: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年</a:t>
                      </a: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7</a:t>
                      </a: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月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14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kern="100" dirty="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海富通基金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Greenplum</a:t>
                      </a: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数据库技术支持服务合同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Oracle</a:t>
                      </a: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营销、投研、报表中心迁移至</a:t>
                      </a: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Greenplum 5.x</a:t>
                      </a: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（开源）版本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2019</a:t>
                      </a: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年</a:t>
                      </a: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3</a:t>
                      </a: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月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15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东证资管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GP</a:t>
                      </a: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技术服务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Oracle</a:t>
                      </a: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核心数仓迁移至</a:t>
                      </a: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Greenplum 6.x</a:t>
                      </a: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（开源）版本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2022</a:t>
                      </a: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年</a:t>
                      </a: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3</a:t>
                      </a: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月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16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福建银联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2021</a:t>
                      </a: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年数据管理平台</a:t>
                      </a: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Greenplum</a:t>
                      </a: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数据库运维服务合同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核心数仓</a:t>
                      </a: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Greenplum 4.x</a:t>
                      </a: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迁移扩容至</a:t>
                      </a: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Greenplum 6.x</a:t>
                      </a: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（开源）版本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2021</a:t>
                      </a: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年</a:t>
                      </a: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12</a:t>
                      </a: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月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17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东普信息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（韵达）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GP</a:t>
                      </a: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监控与服务销售合同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核心数仓</a:t>
                      </a: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Teradata</a:t>
                      </a: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迁移至</a:t>
                      </a: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Greenplum 6.x</a:t>
                      </a: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（开源）版本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2022</a:t>
                      </a: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年</a:t>
                      </a: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10</a:t>
                      </a: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月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18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仁宝网路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2023</a:t>
                      </a: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年度</a:t>
                      </a: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Greenplum</a:t>
                      </a: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技术服务合同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SQLserver</a:t>
                      </a: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H3MPP</a:t>
                      </a: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两套数仓合并迁移至</a:t>
                      </a: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Greenplum 6.x</a:t>
                      </a:r>
                      <a:r>
                        <a:rPr lang="zh-CN" sz="1200" kern="10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（开源）版本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kern="100" dirty="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2023</a:t>
                      </a:r>
                      <a:r>
                        <a:rPr lang="zh-CN" sz="1200" kern="100" dirty="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年</a:t>
                      </a:r>
                      <a:r>
                        <a:rPr lang="en-US" sz="1200" kern="100" dirty="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4</a:t>
                      </a:r>
                      <a:r>
                        <a:rPr lang="zh-CN" sz="1200" kern="100" dirty="0"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月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602631" y="0"/>
            <a:ext cx="858936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charset="-122"/>
              <a:ea typeface="黑体" panose="02010609060101010101" charset="-122"/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739912" y="2690336"/>
            <a:ext cx="2126695" cy="1477328"/>
            <a:chOff x="892312" y="2710517"/>
            <a:chExt cx="2126695" cy="1477328"/>
          </a:xfrm>
        </p:grpSpPr>
        <p:sp>
          <p:nvSpPr>
            <p:cNvPr id="3" name="文本框 2"/>
            <p:cNvSpPr txBox="1"/>
            <p:nvPr/>
          </p:nvSpPr>
          <p:spPr>
            <a:xfrm>
              <a:off x="972680" y="3726180"/>
              <a:ext cx="1965960" cy="46166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dist"/>
              <a:r>
                <a:rPr lang="en-US" altLang="zh-CN" sz="2400" dirty="0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  <a:cs typeface="+mn-ea"/>
                  <a:sym typeface="+mn-lt"/>
                </a:rPr>
                <a:t>CONTENTS</a:t>
              </a:r>
              <a:endParaRPr lang="zh-CN" altLang="en-US" sz="24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892312" y="2710517"/>
              <a:ext cx="2126695" cy="1015663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dist"/>
              <a:r>
                <a:rPr lang="zh-CN" altLang="en-US" sz="6000" dirty="0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  <a:cs typeface="+mn-ea"/>
                  <a:sym typeface="+mn-lt"/>
                </a:rPr>
                <a:t>目录</a:t>
              </a:r>
              <a:endParaRPr lang="zh-CN" altLang="en-US" sz="60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endParaRPr>
            </a:p>
          </p:txBody>
        </p:sp>
      </p:grpSp>
      <p:pic>
        <p:nvPicPr>
          <p:cNvPr id="28" name="图片 2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75" y="222413"/>
            <a:ext cx="1169010" cy="288384"/>
          </a:xfrm>
          <a:prstGeom prst="rect">
            <a:avLst/>
          </a:prstGeom>
        </p:spPr>
      </p:pic>
      <p:grpSp>
        <p:nvGrpSpPr>
          <p:cNvPr id="15" name="组合 14"/>
          <p:cNvGrpSpPr/>
          <p:nvPr/>
        </p:nvGrpSpPr>
        <p:grpSpPr>
          <a:xfrm>
            <a:off x="4984086" y="1716438"/>
            <a:ext cx="6056630" cy="829945"/>
            <a:chOff x="5314950" y="2225335"/>
            <a:chExt cx="4237803" cy="810553"/>
          </a:xfrm>
        </p:grpSpPr>
        <p:sp>
          <p:nvSpPr>
            <p:cNvPr id="16" name="文本框 15"/>
            <p:cNvSpPr txBox="1"/>
            <p:nvPr/>
          </p:nvSpPr>
          <p:spPr>
            <a:xfrm>
              <a:off x="5314950" y="2225335"/>
              <a:ext cx="1562100" cy="810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800" b="1" dirty="0">
                  <a:solidFill>
                    <a:schemeClr val="bg2">
                      <a:lumMod val="75000"/>
                    </a:schemeClr>
                  </a:solidFill>
                  <a:latin typeface="黑体" panose="02010609060101010101" charset="-122"/>
                  <a:ea typeface="黑体" panose="02010609060101010101" charset="-122"/>
                  <a:cs typeface="+mn-ea"/>
                  <a:sym typeface="+mn-lt"/>
                </a:rPr>
                <a:t>01</a:t>
              </a:r>
              <a:endParaRPr lang="en-US" altLang="zh-CN" sz="4800" b="1" dirty="0">
                <a:solidFill>
                  <a:srgbClr val="0E62AF"/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6110431" y="2309890"/>
              <a:ext cx="3442322" cy="4496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2">
                      <a:lumMod val="75000"/>
                    </a:schemeClr>
                  </a:solidFill>
                  <a:latin typeface="黑体" panose="02010609060101010101" charset="-122"/>
                  <a:ea typeface="黑体" panose="02010609060101010101" charset="-122"/>
                  <a:cs typeface="+mn-ea"/>
                  <a:sym typeface="+mn-lt"/>
                </a:rPr>
                <a:t>软硬件推荐</a:t>
              </a:r>
              <a:endParaRPr lang="zh-CN" altLang="en-US" sz="2400" b="1" dirty="0">
                <a:solidFill>
                  <a:schemeClr val="bg2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984086" y="5136548"/>
            <a:ext cx="5403849" cy="829945"/>
            <a:chOff x="5314950" y="2225335"/>
            <a:chExt cx="5403849" cy="829945"/>
          </a:xfrm>
        </p:grpSpPr>
        <p:sp>
          <p:nvSpPr>
            <p:cNvPr id="19" name="文本框 18"/>
            <p:cNvSpPr txBox="1"/>
            <p:nvPr/>
          </p:nvSpPr>
          <p:spPr>
            <a:xfrm>
              <a:off x="5314950" y="2225335"/>
              <a:ext cx="1562100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800" b="1" dirty="0">
                  <a:solidFill>
                    <a:srgbClr val="0E62AF"/>
                  </a:solidFill>
                  <a:latin typeface="黑体" panose="02010609060101010101" charset="-122"/>
                  <a:ea typeface="黑体" panose="02010609060101010101" charset="-122"/>
                  <a:cs typeface="+mn-ea"/>
                  <a:sym typeface="+mn-lt"/>
                </a:rPr>
                <a:t>03</a:t>
              </a:r>
              <a:endParaRPr lang="en-US" altLang="zh-CN" sz="4800" b="1" dirty="0">
                <a:solidFill>
                  <a:schemeClr val="bg2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6451658" y="2496510"/>
              <a:ext cx="4267141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E62AF"/>
                  </a:solidFill>
                  <a:latin typeface="黑体" panose="02010609060101010101" charset="-122"/>
                  <a:ea typeface="黑体" panose="02010609060101010101" charset="-122"/>
                  <a:cs typeface="+mn-ea"/>
                  <a:sym typeface="+mn-lt"/>
                </a:rPr>
                <a:t>中金财富迁移方案（讨论稿）</a:t>
              </a:r>
              <a:endParaRPr lang="zh-CN" altLang="en-US" sz="2400" b="1" dirty="0">
                <a:solidFill>
                  <a:srgbClr val="0E62AF"/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984086" y="3385218"/>
            <a:ext cx="4579031" cy="829945"/>
            <a:chOff x="5314950" y="2225335"/>
            <a:chExt cx="4579031" cy="829945"/>
          </a:xfrm>
        </p:grpSpPr>
        <p:sp>
          <p:nvSpPr>
            <p:cNvPr id="13" name="文本框 12"/>
            <p:cNvSpPr txBox="1"/>
            <p:nvPr/>
          </p:nvSpPr>
          <p:spPr>
            <a:xfrm>
              <a:off x="5314950" y="2225335"/>
              <a:ext cx="1562100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800" b="1" dirty="0">
                  <a:solidFill>
                    <a:schemeClr val="bg2">
                      <a:lumMod val="75000"/>
                    </a:schemeClr>
                  </a:solidFill>
                  <a:latin typeface="黑体" panose="02010609060101010101" charset="-122"/>
                  <a:ea typeface="黑体" panose="02010609060101010101" charset="-122"/>
                  <a:cs typeface="+mn-ea"/>
                  <a:sym typeface="+mn-lt"/>
                </a:rPr>
                <a:t>02</a:t>
              </a:r>
              <a:endParaRPr lang="en-US" altLang="zh-CN" sz="4800" b="1" dirty="0">
                <a:solidFill>
                  <a:srgbClr val="87B2D8"/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6451659" y="2496510"/>
              <a:ext cx="3442322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2">
                      <a:lumMod val="75000"/>
                    </a:schemeClr>
                  </a:solidFill>
                  <a:latin typeface="黑体" panose="02010609060101010101" charset="-122"/>
                  <a:ea typeface="黑体" panose="02010609060101010101" charset="-122"/>
                  <a:cs typeface="+mn-ea"/>
                  <a:sym typeface="+mn-lt"/>
                </a:rPr>
                <a:t>数仓迁移案例分享</a:t>
              </a:r>
              <a:endParaRPr lang="zh-CN" altLang="en-US" sz="2400" b="1" dirty="0">
                <a:solidFill>
                  <a:schemeClr val="bg2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572770" y="205106"/>
            <a:ext cx="813054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 dirty="0"/>
              <a:t>海通</a:t>
            </a:r>
            <a:r>
              <a:rPr lang="zh-CN" altLang="en-US" dirty="0"/>
              <a:t>期货迁移方案（讨论稿）</a:t>
            </a:r>
            <a:endParaRPr lang="en-US" altLang="zh-CN" dirty="0"/>
          </a:p>
        </p:txBody>
      </p:sp>
      <p:grpSp>
        <p:nvGrpSpPr>
          <p:cNvPr id="2" name="组合 1"/>
          <p:cNvGrpSpPr/>
          <p:nvPr/>
        </p:nvGrpSpPr>
        <p:grpSpPr>
          <a:xfrm>
            <a:off x="674551" y="2487376"/>
            <a:ext cx="11163965" cy="3900064"/>
            <a:chOff x="471351" y="1987540"/>
            <a:chExt cx="11163965" cy="3900064"/>
          </a:xfrm>
        </p:grpSpPr>
        <p:sp>
          <p:nvSpPr>
            <p:cNvPr id="17" name="Rectangle 312"/>
            <p:cNvSpPr>
              <a:spLocks noChangeArrowheads="1"/>
            </p:cNvSpPr>
            <p:nvPr/>
          </p:nvSpPr>
          <p:spPr bwMode="auto">
            <a:xfrm>
              <a:off x="4672401" y="2062063"/>
              <a:ext cx="3275664" cy="3766707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AutoShape 43"/>
            <p:cNvSpPr>
              <a:spLocks noChangeArrowheads="1"/>
            </p:cNvSpPr>
            <p:nvPr/>
          </p:nvSpPr>
          <p:spPr bwMode="auto">
            <a:xfrm>
              <a:off x="4727126" y="4153304"/>
              <a:ext cx="3034865" cy="1187147"/>
            </a:xfrm>
            <a:prstGeom prst="flowChartMagneticDisk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 cap="rnd">
              <a:solidFill>
                <a:srgbClr val="C0C0C0"/>
              </a:solidFill>
              <a:prstDash val="sysDot"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36" name="Rectangle 4"/>
            <p:cNvSpPr>
              <a:spLocks noChangeArrowheads="1"/>
            </p:cNvSpPr>
            <p:nvPr/>
          </p:nvSpPr>
          <p:spPr bwMode="auto">
            <a:xfrm>
              <a:off x="485281" y="2090827"/>
              <a:ext cx="1799028" cy="3766707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Rectangle 5"/>
            <p:cNvSpPr>
              <a:spLocks noChangeArrowheads="1"/>
            </p:cNvSpPr>
            <p:nvPr/>
          </p:nvSpPr>
          <p:spPr bwMode="auto">
            <a:xfrm>
              <a:off x="2668394" y="2090827"/>
              <a:ext cx="1432854" cy="376670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Line 6"/>
            <p:cNvSpPr>
              <a:spLocks noChangeShapeType="1"/>
            </p:cNvSpPr>
            <p:nvPr/>
          </p:nvSpPr>
          <p:spPr bwMode="auto">
            <a:xfrm>
              <a:off x="485282" y="2352313"/>
              <a:ext cx="1755246" cy="0"/>
            </a:xfrm>
            <a:prstGeom prst="line">
              <a:avLst/>
            </a:prstGeom>
            <a:noFill/>
            <a:ln w="9525">
              <a:solidFill>
                <a:srgbClr val="C0C0C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Text Box 7"/>
            <p:cNvSpPr txBox="1">
              <a:spLocks noChangeArrowheads="1"/>
            </p:cNvSpPr>
            <p:nvPr/>
          </p:nvSpPr>
          <p:spPr bwMode="auto">
            <a:xfrm>
              <a:off x="517122" y="2101286"/>
              <a:ext cx="1432854" cy="337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76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400" b="1">
                  <a:solidFill>
                    <a:schemeClr val="bg1"/>
                  </a:solidFill>
                </a:rPr>
                <a:t>源数据层</a:t>
              </a:r>
              <a:endParaRPr lang="zh-CN" altLang="en-US" sz="1400" b="1">
                <a:solidFill>
                  <a:schemeClr val="bg1"/>
                </a:solidFill>
              </a:endParaRPr>
            </a:p>
          </p:txBody>
        </p:sp>
        <p:sp>
          <p:nvSpPr>
            <p:cNvPr id="40" name="AutoShape 10"/>
            <p:cNvSpPr>
              <a:spLocks noChangeArrowheads="1"/>
            </p:cNvSpPr>
            <p:nvPr/>
          </p:nvSpPr>
          <p:spPr bwMode="auto">
            <a:xfrm>
              <a:off x="485281" y="2744542"/>
              <a:ext cx="748268" cy="303324"/>
            </a:xfrm>
            <a:prstGeom prst="flowChartMagneticDisk">
              <a:avLst/>
            </a:prstGeom>
            <a:gradFill rotWithShape="1">
              <a:gsLst>
                <a:gs pos="0">
                  <a:srgbClr val="33CC33">
                    <a:alpha val="50000"/>
                  </a:srgbClr>
                </a:gs>
                <a:gs pos="50000">
                  <a:srgbClr val="33CC33">
                    <a:gamma/>
                    <a:shade val="46275"/>
                    <a:invGamma/>
                  </a:srgbClr>
                </a:gs>
                <a:gs pos="100000">
                  <a:srgbClr val="33CC33">
                    <a:alpha val="50000"/>
                  </a:srgbClr>
                </a:gs>
              </a:gsLst>
              <a:lin ang="5400000" scaled="1"/>
            </a:gradFill>
            <a:ln w="12700">
              <a:solidFill>
                <a:srgbClr val="C0C0C0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altLang="zh-CN" sz="1200" dirty="0">
                <a:solidFill>
                  <a:schemeClr val="bg1"/>
                </a:solidFill>
              </a:endParaRPr>
            </a:p>
            <a:p>
              <a:pPr>
                <a:defRPr/>
              </a:pPr>
              <a:r>
                <a:rPr lang="en-US" altLang="zh-CN" sz="1200" dirty="0">
                  <a:solidFill>
                    <a:schemeClr val="bg1"/>
                  </a:solidFill>
                </a:rPr>
                <a:t>Excel</a:t>
              </a:r>
              <a:r>
                <a:rPr lang="zh-CN" altLang="en-US" sz="1200" dirty="0">
                  <a:solidFill>
                    <a:schemeClr val="bg1"/>
                  </a:solidFill>
                </a:rPr>
                <a:t>文件</a:t>
              </a:r>
              <a:endParaRPr lang="en-US" altLang="zh-CN" sz="1200" dirty="0">
                <a:solidFill>
                  <a:schemeClr val="bg1"/>
                </a:solidFill>
              </a:endParaRPr>
            </a:p>
            <a:p>
              <a:pPr>
                <a:defRPr/>
              </a:pPr>
              <a:endParaRPr lang="zh-CN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41" name="AutoShape 11"/>
            <p:cNvSpPr>
              <a:spLocks noChangeArrowheads="1"/>
            </p:cNvSpPr>
            <p:nvPr/>
          </p:nvSpPr>
          <p:spPr bwMode="auto">
            <a:xfrm>
              <a:off x="1456438" y="2744542"/>
              <a:ext cx="827871" cy="303324"/>
            </a:xfrm>
            <a:prstGeom prst="flowChartMultidocument">
              <a:avLst/>
            </a:prstGeom>
            <a:solidFill>
              <a:srgbClr val="FFFF99"/>
            </a:solidFill>
            <a:ln w="12700">
              <a:solidFill>
                <a:srgbClr val="969696"/>
              </a:solidFill>
              <a:miter lim="800000"/>
            </a:ln>
          </p:spPr>
          <p:txBody>
            <a:bodyPr wrap="none" anchor="ctr"/>
            <a:lstStyle/>
            <a:p>
              <a:r>
                <a:rPr lang="zh-CN" altLang="en-US" sz="1200"/>
                <a:t>数据文件</a:t>
              </a:r>
              <a:endParaRPr lang="zh-CN" altLang="en-US" sz="1200"/>
            </a:p>
          </p:txBody>
        </p:sp>
        <p:cxnSp>
          <p:nvCxnSpPr>
            <p:cNvPr id="42" name="AutoShape 12"/>
            <p:cNvCxnSpPr>
              <a:cxnSpLocks noChangeShapeType="1"/>
            </p:cNvCxnSpPr>
            <p:nvPr/>
          </p:nvCxnSpPr>
          <p:spPr bwMode="auto">
            <a:xfrm>
              <a:off x="1233549" y="2896204"/>
              <a:ext cx="222888" cy="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3" name="AutoShape 13"/>
            <p:cNvSpPr>
              <a:spLocks noChangeArrowheads="1"/>
            </p:cNvSpPr>
            <p:nvPr/>
          </p:nvSpPr>
          <p:spPr bwMode="auto">
            <a:xfrm>
              <a:off x="471351" y="3310660"/>
              <a:ext cx="748268" cy="303324"/>
            </a:xfrm>
            <a:prstGeom prst="flowChartMagneticDisk">
              <a:avLst/>
            </a:prstGeom>
            <a:gradFill rotWithShape="1">
              <a:gsLst>
                <a:gs pos="0">
                  <a:srgbClr val="33CC33">
                    <a:alpha val="50000"/>
                  </a:srgbClr>
                </a:gs>
                <a:gs pos="50000">
                  <a:srgbClr val="33CC33">
                    <a:gamma/>
                    <a:shade val="46275"/>
                    <a:invGamma/>
                  </a:srgbClr>
                </a:gs>
                <a:gs pos="100000">
                  <a:srgbClr val="33CC33">
                    <a:alpha val="50000"/>
                  </a:srgbClr>
                </a:gs>
              </a:gsLst>
              <a:lin ang="5400000" scaled="1"/>
            </a:gradFill>
            <a:ln w="12700">
              <a:solidFill>
                <a:srgbClr val="C0C0C0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 dirty="0">
                <a:solidFill>
                  <a:schemeClr val="bg1"/>
                </a:solidFill>
              </a:endParaRPr>
            </a:p>
            <a:p>
              <a:pPr>
                <a:defRPr/>
              </a:pPr>
              <a:r>
                <a:rPr lang="zh-CN" altLang="en-US" sz="1200" dirty="0">
                  <a:solidFill>
                    <a:schemeClr val="bg1"/>
                  </a:solidFill>
                </a:rPr>
                <a:t>手工录入</a:t>
              </a:r>
              <a:endParaRPr lang="en-US" altLang="zh-CN" sz="1200" dirty="0">
                <a:solidFill>
                  <a:schemeClr val="bg1"/>
                </a:solidFill>
              </a:endParaRPr>
            </a:p>
            <a:p>
              <a:pPr>
                <a:defRPr/>
              </a:pPr>
              <a:endParaRPr lang="zh-CN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44" name="AutoShape 14"/>
            <p:cNvSpPr>
              <a:spLocks noChangeArrowheads="1"/>
            </p:cNvSpPr>
            <p:nvPr/>
          </p:nvSpPr>
          <p:spPr bwMode="auto">
            <a:xfrm>
              <a:off x="1442508" y="3310660"/>
              <a:ext cx="827871" cy="303324"/>
            </a:xfrm>
            <a:prstGeom prst="flowChartMultidocument">
              <a:avLst/>
            </a:prstGeom>
            <a:solidFill>
              <a:srgbClr val="FFFF99"/>
            </a:solidFill>
            <a:ln w="12700">
              <a:solidFill>
                <a:srgbClr val="969696"/>
              </a:solidFill>
              <a:miter lim="800000"/>
            </a:ln>
          </p:spPr>
          <p:txBody>
            <a:bodyPr wrap="none" anchor="ctr"/>
            <a:lstStyle/>
            <a:p>
              <a:r>
                <a:rPr lang="zh-CN" altLang="en-US" sz="1200"/>
                <a:t>数据文件</a:t>
              </a:r>
              <a:endParaRPr lang="zh-CN" altLang="en-US" sz="1200"/>
            </a:p>
          </p:txBody>
        </p:sp>
        <p:cxnSp>
          <p:nvCxnSpPr>
            <p:cNvPr id="45" name="AutoShape 15"/>
            <p:cNvCxnSpPr>
              <a:cxnSpLocks noChangeShapeType="1"/>
            </p:cNvCxnSpPr>
            <p:nvPr/>
          </p:nvCxnSpPr>
          <p:spPr bwMode="auto">
            <a:xfrm>
              <a:off x="1219619" y="3462321"/>
              <a:ext cx="222888" cy="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6" name="AutoShape 16"/>
            <p:cNvSpPr>
              <a:spLocks noChangeArrowheads="1"/>
            </p:cNvSpPr>
            <p:nvPr/>
          </p:nvSpPr>
          <p:spPr bwMode="auto">
            <a:xfrm>
              <a:off x="471351" y="3906847"/>
              <a:ext cx="748268" cy="303324"/>
            </a:xfrm>
            <a:prstGeom prst="flowChartMagneticDisk">
              <a:avLst/>
            </a:prstGeom>
            <a:gradFill rotWithShape="1">
              <a:gsLst>
                <a:gs pos="0">
                  <a:srgbClr val="33CC33">
                    <a:alpha val="50000"/>
                  </a:srgbClr>
                </a:gs>
                <a:gs pos="50000">
                  <a:srgbClr val="33CC33">
                    <a:gamma/>
                    <a:shade val="46275"/>
                    <a:invGamma/>
                  </a:srgbClr>
                </a:gs>
                <a:gs pos="100000">
                  <a:srgbClr val="33CC33">
                    <a:alpha val="50000"/>
                  </a:srgbClr>
                </a:gs>
              </a:gsLst>
              <a:lin ang="5400000" scaled="1"/>
            </a:gradFill>
            <a:ln w="12700">
              <a:solidFill>
                <a:srgbClr val="C0C0C0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 dirty="0">
                <a:solidFill>
                  <a:schemeClr val="bg1"/>
                </a:solidFill>
              </a:endParaRPr>
            </a:p>
            <a:p>
              <a:pPr>
                <a:defRPr/>
              </a:pPr>
              <a:r>
                <a:rPr lang="zh-CN" altLang="en-US" sz="1200" dirty="0">
                  <a:solidFill>
                    <a:schemeClr val="bg1"/>
                  </a:solidFill>
                </a:rPr>
                <a:t>源系统</a:t>
              </a:r>
              <a:r>
                <a:rPr lang="en-US" altLang="zh-CN" sz="1200" dirty="0">
                  <a:solidFill>
                    <a:schemeClr val="bg1"/>
                  </a:solidFill>
                </a:rPr>
                <a:t>1</a:t>
              </a:r>
              <a:endParaRPr lang="en-US" altLang="zh-CN" sz="1200" dirty="0">
                <a:solidFill>
                  <a:schemeClr val="bg1"/>
                </a:solidFill>
              </a:endParaRPr>
            </a:p>
            <a:p>
              <a:pPr>
                <a:defRPr/>
              </a:pPr>
              <a:endParaRPr lang="en-US" altLang="zh-CN" sz="1200" dirty="0">
                <a:solidFill>
                  <a:schemeClr val="bg1"/>
                </a:solidFill>
              </a:endParaRPr>
            </a:p>
          </p:txBody>
        </p:sp>
        <p:sp>
          <p:nvSpPr>
            <p:cNvPr id="47" name="AutoShape 17"/>
            <p:cNvSpPr>
              <a:spLocks noChangeArrowheads="1"/>
            </p:cNvSpPr>
            <p:nvPr/>
          </p:nvSpPr>
          <p:spPr bwMode="auto">
            <a:xfrm>
              <a:off x="1442508" y="3906847"/>
              <a:ext cx="827871" cy="303324"/>
            </a:xfrm>
            <a:prstGeom prst="flowChartMultidocument">
              <a:avLst/>
            </a:prstGeom>
            <a:solidFill>
              <a:srgbClr val="FFFF99"/>
            </a:solidFill>
            <a:ln w="12700">
              <a:solidFill>
                <a:srgbClr val="969696"/>
              </a:solidFill>
              <a:miter lim="800000"/>
            </a:ln>
          </p:spPr>
          <p:txBody>
            <a:bodyPr wrap="none" anchor="ctr"/>
            <a:lstStyle/>
            <a:p>
              <a:r>
                <a:rPr lang="zh-CN" altLang="en-US" sz="1200"/>
                <a:t>数据文件</a:t>
              </a:r>
              <a:endParaRPr lang="zh-CN" altLang="en-US" sz="1200"/>
            </a:p>
          </p:txBody>
        </p:sp>
        <p:cxnSp>
          <p:nvCxnSpPr>
            <p:cNvPr id="48" name="AutoShape 18"/>
            <p:cNvCxnSpPr>
              <a:cxnSpLocks noChangeShapeType="1"/>
            </p:cNvCxnSpPr>
            <p:nvPr/>
          </p:nvCxnSpPr>
          <p:spPr bwMode="auto">
            <a:xfrm>
              <a:off x="1219619" y="4058510"/>
              <a:ext cx="222888" cy="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9" name="AutoShape 19"/>
            <p:cNvSpPr>
              <a:spLocks noChangeArrowheads="1"/>
            </p:cNvSpPr>
            <p:nvPr/>
          </p:nvSpPr>
          <p:spPr bwMode="auto">
            <a:xfrm>
              <a:off x="487272" y="4461199"/>
              <a:ext cx="748268" cy="303324"/>
            </a:xfrm>
            <a:prstGeom prst="flowChartMagneticDisk">
              <a:avLst/>
            </a:prstGeom>
            <a:gradFill rotWithShape="1">
              <a:gsLst>
                <a:gs pos="0">
                  <a:srgbClr val="33CC33">
                    <a:alpha val="50000"/>
                  </a:srgbClr>
                </a:gs>
                <a:gs pos="50000">
                  <a:srgbClr val="33CC33">
                    <a:gamma/>
                    <a:shade val="46275"/>
                    <a:invGamma/>
                  </a:srgbClr>
                </a:gs>
                <a:gs pos="100000">
                  <a:srgbClr val="33CC33">
                    <a:alpha val="50000"/>
                  </a:srgbClr>
                </a:gs>
              </a:gsLst>
              <a:lin ang="5400000" scaled="1"/>
            </a:gradFill>
            <a:ln w="12700">
              <a:solidFill>
                <a:srgbClr val="C0C0C0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 dirty="0">
                <a:solidFill>
                  <a:schemeClr val="bg1"/>
                </a:solidFill>
              </a:endParaRPr>
            </a:p>
            <a:p>
              <a:pPr>
                <a:defRPr/>
              </a:pPr>
              <a:r>
                <a:rPr lang="zh-CN" altLang="en-US" sz="1200" dirty="0">
                  <a:solidFill>
                    <a:schemeClr val="bg1"/>
                  </a:solidFill>
                </a:rPr>
                <a:t>源系统</a:t>
              </a:r>
              <a:r>
                <a:rPr lang="en-US" altLang="zh-CN" sz="1200" dirty="0">
                  <a:solidFill>
                    <a:schemeClr val="bg1"/>
                  </a:solidFill>
                </a:rPr>
                <a:t>2</a:t>
              </a:r>
              <a:endParaRPr lang="en-US" altLang="zh-CN" sz="1200" dirty="0">
                <a:solidFill>
                  <a:schemeClr val="bg1"/>
                </a:solidFill>
              </a:endParaRPr>
            </a:p>
            <a:p>
              <a:pPr>
                <a:defRPr/>
              </a:pPr>
              <a:endParaRPr lang="zh-CN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50" name="AutoShape 20"/>
            <p:cNvSpPr>
              <a:spLocks noChangeArrowheads="1"/>
            </p:cNvSpPr>
            <p:nvPr/>
          </p:nvSpPr>
          <p:spPr bwMode="auto">
            <a:xfrm>
              <a:off x="1458428" y="4461199"/>
              <a:ext cx="827871" cy="303324"/>
            </a:xfrm>
            <a:prstGeom prst="flowChartMultidocument">
              <a:avLst/>
            </a:prstGeom>
            <a:solidFill>
              <a:srgbClr val="FFFF99"/>
            </a:solidFill>
            <a:ln w="12700">
              <a:solidFill>
                <a:srgbClr val="969696"/>
              </a:solidFill>
              <a:miter lim="800000"/>
            </a:ln>
          </p:spPr>
          <p:txBody>
            <a:bodyPr wrap="none" anchor="ctr"/>
            <a:lstStyle/>
            <a:p>
              <a:r>
                <a:rPr lang="zh-CN" altLang="en-US" sz="1200"/>
                <a:t>数据文件</a:t>
              </a:r>
              <a:endParaRPr lang="zh-CN" altLang="en-US" sz="1200"/>
            </a:p>
          </p:txBody>
        </p:sp>
        <p:cxnSp>
          <p:nvCxnSpPr>
            <p:cNvPr id="51" name="AutoShape 21"/>
            <p:cNvCxnSpPr>
              <a:cxnSpLocks noChangeShapeType="1"/>
            </p:cNvCxnSpPr>
            <p:nvPr/>
          </p:nvCxnSpPr>
          <p:spPr bwMode="auto">
            <a:xfrm>
              <a:off x="1235540" y="4612860"/>
              <a:ext cx="222888" cy="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2" name="AutoShape 22"/>
            <p:cNvSpPr>
              <a:spLocks noChangeArrowheads="1"/>
            </p:cNvSpPr>
            <p:nvPr/>
          </p:nvSpPr>
          <p:spPr bwMode="auto">
            <a:xfrm>
              <a:off x="473340" y="5027315"/>
              <a:ext cx="748268" cy="303324"/>
            </a:xfrm>
            <a:prstGeom prst="flowChartMagneticDisk">
              <a:avLst/>
            </a:prstGeom>
            <a:gradFill rotWithShape="1">
              <a:gsLst>
                <a:gs pos="0">
                  <a:srgbClr val="33CC33">
                    <a:alpha val="50000"/>
                  </a:srgbClr>
                </a:gs>
                <a:gs pos="50000">
                  <a:srgbClr val="33CC33">
                    <a:gamma/>
                    <a:shade val="46275"/>
                    <a:invGamma/>
                  </a:srgbClr>
                </a:gs>
                <a:gs pos="100000">
                  <a:srgbClr val="33CC33">
                    <a:alpha val="50000"/>
                  </a:srgbClr>
                </a:gs>
              </a:gsLst>
              <a:lin ang="5400000" scaled="1"/>
            </a:gradFill>
            <a:ln w="12700">
              <a:solidFill>
                <a:srgbClr val="C0C0C0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 dirty="0">
                <a:solidFill>
                  <a:schemeClr val="bg1"/>
                </a:solidFill>
              </a:endParaRPr>
            </a:p>
            <a:p>
              <a:pPr>
                <a:defRPr/>
              </a:pPr>
              <a:r>
                <a:rPr lang="zh-CN" altLang="en-US" sz="1200" dirty="0">
                  <a:solidFill>
                    <a:schemeClr val="bg1"/>
                  </a:solidFill>
                </a:rPr>
                <a:t>源系统</a:t>
              </a:r>
              <a:r>
                <a:rPr lang="en-US" altLang="zh-CN" sz="1200" dirty="0">
                  <a:solidFill>
                    <a:schemeClr val="bg1"/>
                  </a:solidFill>
                </a:rPr>
                <a:t>n</a:t>
              </a:r>
              <a:endParaRPr lang="en-US" altLang="zh-CN" sz="1200" dirty="0">
                <a:solidFill>
                  <a:schemeClr val="bg1"/>
                </a:solidFill>
              </a:endParaRPr>
            </a:p>
            <a:p>
              <a:pPr>
                <a:defRPr/>
              </a:pPr>
              <a:endParaRPr lang="zh-CN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53" name="AutoShape 23"/>
            <p:cNvSpPr>
              <a:spLocks noChangeArrowheads="1"/>
            </p:cNvSpPr>
            <p:nvPr/>
          </p:nvSpPr>
          <p:spPr bwMode="auto">
            <a:xfrm>
              <a:off x="1444497" y="5027315"/>
              <a:ext cx="827871" cy="303324"/>
            </a:xfrm>
            <a:prstGeom prst="flowChartMultidocument">
              <a:avLst/>
            </a:prstGeom>
            <a:solidFill>
              <a:srgbClr val="FFFF99"/>
            </a:solidFill>
            <a:ln w="12700">
              <a:solidFill>
                <a:srgbClr val="969696"/>
              </a:solidFill>
              <a:miter lim="800000"/>
            </a:ln>
          </p:spPr>
          <p:txBody>
            <a:bodyPr wrap="none" anchor="ctr"/>
            <a:lstStyle/>
            <a:p>
              <a:r>
                <a:rPr lang="zh-CN" altLang="en-US" sz="1200"/>
                <a:t>数据文件</a:t>
              </a:r>
              <a:endParaRPr lang="zh-CN" altLang="en-US" sz="1200"/>
            </a:p>
          </p:txBody>
        </p:sp>
        <p:cxnSp>
          <p:nvCxnSpPr>
            <p:cNvPr id="54" name="AutoShape 24"/>
            <p:cNvCxnSpPr>
              <a:cxnSpLocks noChangeShapeType="1"/>
            </p:cNvCxnSpPr>
            <p:nvPr/>
          </p:nvCxnSpPr>
          <p:spPr bwMode="auto">
            <a:xfrm>
              <a:off x="1221609" y="5178977"/>
              <a:ext cx="222888" cy="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5" name="Text Box 28"/>
            <p:cNvSpPr txBox="1">
              <a:spLocks noChangeArrowheads="1"/>
            </p:cNvSpPr>
            <p:nvPr/>
          </p:nvSpPr>
          <p:spPr bwMode="auto">
            <a:xfrm>
              <a:off x="2604712" y="2092134"/>
              <a:ext cx="143285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76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400" b="1" dirty="0"/>
                <a:t>ETL</a:t>
              </a:r>
              <a:r>
                <a:rPr lang="zh-CN" altLang="en-US" sz="1400" b="1" dirty="0"/>
                <a:t>服务层</a:t>
              </a:r>
              <a:endParaRPr lang="zh-CN" altLang="en-US" sz="1400" b="1" dirty="0"/>
            </a:p>
          </p:txBody>
        </p:sp>
        <p:sp>
          <p:nvSpPr>
            <p:cNvPr id="56" name="Line 29"/>
            <p:cNvSpPr>
              <a:spLocks noChangeShapeType="1"/>
            </p:cNvSpPr>
            <p:nvPr/>
          </p:nvSpPr>
          <p:spPr bwMode="auto">
            <a:xfrm>
              <a:off x="2668394" y="2352313"/>
              <a:ext cx="1432854" cy="0"/>
            </a:xfrm>
            <a:prstGeom prst="line">
              <a:avLst/>
            </a:prstGeom>
            <a:noFill/>
            <a:ln w="3175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" name="AutoShape 30"/>
            <p:cNvSpPr>
              <a:spLocks noChangeArrowheads="1"/>
            </p:cNvSpPr>
            <p:nvPr/>
          </p:nvSpPr>
          <p:spPr bwMode="auto">
            <a:xfrm>
              <a:off x="2795759" y="2744542"/>
              <a:ext cx="1178125" cy="303324"/>
            </a:xfrm>
            <a:prstGeom prst="flowChartPredefinedProcess">
              <a:avLst/>
            </a:prstGeom>
            <a:solidFill>
              <a:srgbClr val="FFFF99"/>
            </a:solidFill>
            <a:ln w="12700" algn="ctr">
              <a:solidFill>
                <a:schemeClr val="tx2"/>
              </a:solidFill>
              <a:miter lim="800000"/>
            </a:ln>
          </p:spPr>
          <p:txBody>
            <a:bodyPr wrap="none" anchor="ctr"/>
            <a:lstStyle/>
            <a:p>
              <a:r>
                <a:rPr lang="zh-CN" altLang="en-US" sz="1200"/>
                <a:t>抽取</a:t>
              </a:r>
              <a:endParaRPr lang="zh-CN" altLang="en-US" sz="1200"/>
            </a:p>
          </p:txBody>
        </p:sp>
        <p:sp>
          <p:nvSpPr>
            <p:cNvPr id="58" name="AutoShape 31"/>
            <p:cNvSpPr>
              <a:spLocks noChangeArrowheads="1"/>
            </p:cNvSpPr>
            <p:nvPr/>
          </p:nvSpPr>
          <p:spPr bwMode="auto">
            <a:xfrm>
              <a:off x="2797748" y="3258362"/>
              <a:ext cx="1178125" cy="303324"/>
            </a:xfrm>
            <a:prstGeom prst="flowChartPredefinedProcess">
              <a:avLst/>
            </a:prstGeom>
            <a:solidFill>
              <a:srgbClr val="FFFF99"/>
            </a:solidFill>
            <a:ln w="12700" algn="ctr">
              <a:solidFill>
                <a:schemeClr val="tx2"/>
              </a:solidFill>
              <a:miter lim="800000"/>
            </a:ln>
          </p:spPr>
          <p:txBody>
            <a:bodyPr wrap="none" anchor="ctr"/>
            <a:lstStyle/>
            <a:p>
              <a:r>
                <a:rPr lang="zh-CN" altLang="en-US" sz="1200"/>
                <a:t>清洗</a:t>
              </a:r>
              <a:endParaRPr lang="zh-CN" altLang="en-US" sz="1200"/>
            </a:p>
          </p:txBody>
        </p:sp>
        <p:sp>
          <p:nvSpPr>
            <p:cNvPr id="59" name="AutoShape 32"/>
            <p:cNvSpPr>
              <a:spLocks noChangeArrowheads="1"/>
            </p:cNvSpPr>
            <p:nvPr/>
          </p:nvSpPr>
          <p:spPr bwMode="auto">
            <a:xfrm>
              <a:off x="2813669" y="3823173"/>
              <a:ext cx="1178125" cy="303324"/>
            </a:xfrm>
            <a:prstGeom prst="flowChartPredefinedProcess">
              <a:avLst/>
            </a:prstGeom>
            <a:solidFill>
              <a:srgbClr val="FFFF99"/>
            </a:solidFill>
            <a:ln w="12700" algn="ctr">
              <a:solidFill>
                <a:schemeClr val="tx2"/>
              </a:solidFill>
              <a:miter lim="800000"/>
            </a:ln>
          </p:spPr>
          <p:txBody>
            <a:bodyPr wrap="none" anchor="ctr"/>
            <a:lstStyle/>
            <a:p>
              <a:r>
                <a:rPr lang="zh-CN" altLang="en-US" sz="1200"/>
                <a:t>转换</a:t>
              </a:r>
              <a:endParaRPr lang="zh-CN" altLang="en-US" sz="1200"/>
            </a:p>
          </p:txBody>
        </p:sp>
        <p:sp>
          <p:nvSpPr>
            <p:cNvPr id="60" name="AutoShape 33"/>
            <p:cNvSpPr>
              <a:spLocks noChangeArrowheads="1"/>
            </p:cNvSpPr>
            <p:nvPr/>
          </p:nvSpPr>
          <p:spPr bwMode="auto">
            <a:xfrm>
              <a:off x="2795759" y="4340914"/>
              <a:ext cx="1178125" cy="303324"/>
            </a:xfrm>
            <a:prstGeom prst="flowChartPredefinedProcess">
              <a:avLst/>
            </a:prstGeom>
            <a:solidFill>
              <a:srgbClr val="FFFF99"/>
            </a:solidFill>
            <a:ln w="12700" algn="ctr">
              <a:solidFill>
                <a:schemeClr val="tx2"/>
              </a:solidFill>
              <a:miter lim="800000"/>
            </a:ln>
          </p:spPr>
          <p:txBody>
            <a:bodyPr wrap="none" anchor="ctr"/>
            <a:lstStyle/>
            <a:p>
              <a:r>
                <a:rPr lang="zh-CN" altLang="en-US" sz="1200"/>
                <a:t>作业及</a:t>
              </a:r>
              <a:endParaRPr lang="zh-CN" altLang="en-US" sz="1200"/>
            </a:p>
            <a:p>
              <a:r>
                <a:rPr lang="zh-CN" altLang="en-US" sz="1200"/>
                <a:t>作业流管理</a:t>
              </a:r>
              <a:endParaRPr lang="zh-CN" altLang="en-US" sz="1200"/>
            </a:p>
          </p:txBody>
        </p:sp>
        <p:sp>
          <p:nvSpPr>
            <p:cNvPr id="61" name="AutoShape 34"/>
            <p:cNvSpPr>
              <a:spLocks noChangeArrowheads="1"/>
            </p:cNvSpPr>
            <p:nvPr/>
          </p:nvSpPr>
          <p:spPr bwMode="auto">
            <a:xfrm>
              <a:off x="2797748" y="4823356"/>
              <a:ext cx="1178125" cy="303324"/>
            </a:xfrm>
            <a:prstGeom prst="flowChartPredefinedProcess">
              <a:avLst/>
            </a:prstGeom>
            <a:solidFill>
              <a:srgbClr val="FFFF99"/>
            </a:solidFill>
            <a:ln w="12700" algn="ctr">
              <a:solidFill>
                <a:schemeClr val="tx2"/>
              </a:solidFill>
              <a:miter lim="800000"/>
            </a:ln>
          </p:spPr>
          <p:txBody>
            <a:bodyPr wrap="none" anchor="ctr"/>
            <a:lstStyle/>
            <a:p>
              <a:r>
                <a:rPr lang="zh-CN" altLang="en-US" sz="1200"/>
                <a:t>作业监控</a:t>
              </a:r>
              <a:endParaRPr lang="zh-CN" altLang="en-US" sz="1200"/>
            </a:p>
          </p:txBody>
        </p:sp>
        <p:sp>
          <p:nvSpPr>
            <p:cNvPr id="62" name="AutoShape 35"/>
            <p:cNvSpPr>
              <a:spLocks noChangeArrowheads="1"/>
            </p:cNvSpPr>
            <p:nvPr/>
          </p:nvSpPr>
          <p:spPr bwMode="auto">
            <a:xfrm>
              <a:off x="2799739" y="5368554"/>
              <a:ext cx="1192055" cy="303324"/>
            </a:xfrm>
            <a:prstGeom prst="flowChartPredefinedProcess">
              <a:avLst/>
            </a:prstGeom>
            <a:solidFill>
              <a:srgbClr val="FFFF99"/>
            </a:solidFill>
            <a:ln w="12700" algn="ctr">
              <a:solidFill>
                <a:schemeClr val="tx2"/>
              </a:solidFill>
              <a:miter lim="800000"/>
            </a:ln>
          </p:spPr>
          <p:txBody>
            <a:bodyPr wrap="none" anchor="ctr"/>
            <a:lstStyle/>
            <a:p>
              <a:r>
                <a:rPr lang="zh-CN" altLang="en-US" sz="1200" dirty="0"/>
                <a:t>数据质量</a:t>
              </a:r>
              <a:endParaRPr lang="zh-CN" altLang="en-US" sz="1200" dirty="0"/>
            </a:p>
            <a:p>
              <a:r>
                <a:rPr lang="zh-CN" altLang="en-US" sz="1200" dirty="0"/>
                <a:t>监控</a:t>
              </a:r>
              <a:endParaRPr lang="zh-CN" altLang="en-US" sz="1200" dirty="0"/>
            </a:p>
          </p:txBody>
        </p:sp>
        <p:cxnSp>
          <p:nvCxnSpPr>
            <p:cNvPr id="63" name="AutoShape 37"/>
            <p:cNvCxnSpPr>
              <a:cxnSpLocks noChangeShapeType="1"/>
              <a:stCxn id="41" idx="3"/>
              <a:endCxn id="53" idx="3"/>
            </p:cNvCxnSpPr>
            <p:nvPr/>
          </p:nvCxnSpPr>
          <p:spPr bwMode="auto">
            <a:xfrm flipH="1">
              <a:off x="2272368" y="2896725"/>
              <a:ext cx="11940" cy="2282948"/>
            </a:xfrm>
            <a:prstGeom prst="bentConnector3">
              <a:avLst>
                <a:gd name="adj1" fmla="val -2500000"/>
              </a:avLst>
            </a:prstGeom>
            <a:noFill/>
            <a:ln w="12700">
              <a:solidFill>
                <a:schemeClr val="accent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4" name="AutoShape 39"/>
            <p:cNvCxnSpPr>
              <a:cxnSpLocks noChangeShapeType="1"/>
              <a:stCxn id="44" idx="3"/>
            </p:cNvCxnSpPr>
            <p:nvPr/>
          </p:nvCxnSpPr>
          <p:spPr bwMode="auto">
            <a:xfrm>
              <a:off x="2270379" y="3463019"/>
              <a:ext cx="268660" cy="0"/>
            </a:xfrm>
            <a:prstGeom prst="straightConnector1">
              <a:avLst/>
            </a:prstGeom>
            <a:noFill/>
            <a:ln w="12700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" name="AutoShape 40"/>
            <p:cNvCxnSpPr>
              <a:cxnSpLocks noChangeShapeType="1"/>
            </p:cNvCxnSpPr>
            <p:nvPr/>
          </p:nvCxnSpPr>
          <p:spPr bwMode="auto">
            <a:xfrm>
              <a:off x="2272370" y="4017978"/>
              <a:ext cx="587073" cy="0"/>
            </a:xfrm>
            <a:prstGeom prst="straightConnector1">
              <a:avLst/>
            </a:prstGeom>
            <a:noFill/>
            <a:ln w="12700">
              <a:solidFill>
                <a:schemeClr val="accent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6" name="AutoShape 41"/>
            <p:cNvCxnSpPr>
              <a:cxnSpLocks noChangeShapeType="1"/>
            </p:cNvCxnSpPr>
            <p:nvPr/>
          </p:nvCxnSpPr>
          <p:spPr bwMode="auto">
            <a:xfrm>
              <a:off x="2288290" y="4582788"/>
              <a:ext cx="268661" cy="0"/>
            </a:xfrm>
            <a:prstGeom prst="straightConnector1">
              <a:avLst/>
            </a:prstGeom>
            <a:noFill/>
            <a:ln w="12700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7" name="Text Box 91"/>
            <p:cNvSpPr txBox="1">
              <a:spLocks noChangeArrowheads="1"/>
            </p:cNvSpPr>
            <p:nvPr/>
          </p:nvSpPr>
          <p:spPr bwMode="auto">
            <a:xfrm>
              <a:off x="4903249" y="2773305"/>
              <a:ext cx="579113" cy="1115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200">
                  <a:solidFill>
                    <a:schemeClr val="bg1"/>
                  </a:solidFill>
                </a:rPr>
                <a:t>数据缓存区</a:t>
              </a:r>
              <a:endParaRPr lang="zh-CN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68" name="AutoShape 43"/>
            <p:cNvSpPr>
              <a:spLocks noChangeArrowheads="1"/>
            </p:cNvSpPr>
            <p:nvPr/>
          </p:nvSpPr>
          <p:spPr bwMode="auto">
            <a:xfrm>
              <a:off x="4720161" y="2374539"/>
              <a:ext cx="3034865" cy="1187147"/>
            </a:xfrm>
            <a:prstGeom prst="flowChartMagneticDisk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 cap="rnd">
              <a:solidFill>
                <a:srgbClr val="C0C0C0"/>
              </a:solidFill>
              <a:prstDash val="sysDot"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altLang="zh-CN" sz="1200">
                <a:solidFill>
                  <a:schemeClr val="bg1"/>
                </a:solidFill>
              </a:endParaRPr>
            </a:p>
            <a:p>
              <a:pPr>
                <a:defRPr/>
              </a:pPr>
              <a:r>
                <a:rPr lang="en-US" altLang="zh-CN" sz="1200">
                  <a:solidFill>
                    <a:schemeClr val="bg1"/>
                  </a:solidFill>
                </a:rPr>
                <a:t>Excel</a:t>
              </a:r>
              <a:endParaRPr lang="en-US" altLang="zh-CN" sz="1200">
                <a:solidFill>
                  <a:schemeClr val="bg1"/>
                </a:solidFill>
              </a:endParaRPr>
            </a:p>
            <a:p>
              <a:pPr>
                <a:defRPr/>
              </a:pPr>
              <a:r>
                <a:rPr lang="zh-CN" altLang="en-US" sz="1200">
                  <a:solidFill>
                    <a:schemeClr val="bg1"/>
                  </a:solidFill>
                </a:rPr>
                <a:t>文件</a:t>
              </a:r>
              <a:endParaRPr lang="zh-CN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69" name="直接连接符 16453"/>
            <p:cNvSpPr>
              <a:spLocks noChangeShapeType="1"/>
            </p:cNvSpPr>
            <p:nvPr/>
          </p:nvSpPr>
          <p:spPr bwMode="auto">
            <a:xfrm>
              <a:off x="5171909" y="3280588"/>
              <a:ext cx="340302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0" name="直接连接符 16454"/>
            <p:cNvSpPr>
              <a:spLocks noChangeShapeType="1"/>
            </p:cNvSpPr>
            <p:nvPr/>
          </p:nvSpPr>
          <p:spPr bwMode="auto">
            <a:xfrm>
              <a:off x="6885364" y="3280588"/>
              <a:ext cx="340303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pic>
          <p:nvPicPr>
            <p:cNvPr id="71" name="Picture 161" descr="orange gradient embossed oval disc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20173" y="3012565"/>
              <a:ext cx="1367182" cy="584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" name="Text Box 162"/>
            <p:cNvSpPr txBox="1">
              <a:spLocks noChangeArrowheads="1"/>
            </p:cNvSpPr>
            <p:nvPr/>
          </p:nvSpPr>
          <p:spPr bwMode="auto">
            <a:xfrm>
              <a:off x="5605744" y="2913201"/>
              <a:ext cx="1494547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200" dirty="0"/>
                <a:t>逻辑数据模型</a:t>
              </a:r>
              <a:endParaRPr lang="zh-CN" altLang="en-US" sz="1200" dirty="0"/>
            </a:p>
          </p:txBody>
        </p:sp>
        <p:pic>
          <p:nvPicPr>
            <p:cNvPr id="73" name="Picture 164" descr="disc orange glow blue">
              <a:hlinkClick r:id="rId2" action="ppaction://hlinksldjump"/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84341" y="3019102"/>
              <a:ext cx="579113" cy="5007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4" name="Text Box 165"/>
            <p:cNvSpPr txBox="1">
              <a:spLocks noChangeArrowheads="1"/>
            </p:cNvSpPr>
            <p:nvPr/>
          </p:nvSpPr>
          <p:spPr bwMode="auto">
            <a:xfrm>
              <a:off x="4545919" y="2817846"/>
              <a:ext cx="1278735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200" dirty="0"/>
                <a:t>数据缓存区</a:t>
              </a:r>
              <a:endParaRPr lang="zh-CN" altLang="en-US" sz="1200" dirty="0"/>
            </a:p>
          </p:txBody>
        </p:sp>
        <p:grpSp>
          <p:nvGrpSpPr>
            <p:cNvPr id="75" name="Group 166"/>
            <p:cNvGrpSpPr/>
            <p:nvPr/>
          </p:nvGrpSpPr>
          <p:grpSpPr bwMode="auto">
            <a:xfrm>
              <a:off x="5864456" y="3221754"/>
              <a:ext cx="513439" cy="207881"/>
              <a:chOff x="3360" y="3024"/>
              <a:chExt cx="192" cy="192"/>
            </a:xfrm>
          </p:grpSpPr>
          <p:sp>
            <p:nvSpPr>
              <p:cNvPr id="165" name="AutoShape 167"/>
              <p:cNvSpPr>
                <a:spLocks noChangeArrowheads="1"/>
              </p:cNvSpPr>
              <p:nvPr/>
            </p:nvSpPr>
            <p:spPr bwMode="auto">
              <a:xfrm>
                <a:off x="3360" y="3024"/>
                <a:ext cx="48" cy="64"/>
              </a:xfrm>
              <a:prstGeom prst="roundRect">
                <a:avLst>
                  <a:gd name="adj" fmla="val 16667"/>
                </a:avLst>
              </a:prstGeom>
              <a:solidFill>
                <a:srgbClr val="9966FF"/>
              </a:solidFill>
              <a:ln w="9525" cap="rnd">
                <a:solidFill>
                  <a:schemeClr val="tx1"/>
                </a:solidFill>
                <a:prstDash val="sysDot"/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" name="AutoShape 168"/>
              <p:cNvSpPr>
                <a:spLocks noChangeArrowheads="1"/>
              </p:cNvSpPr>
              <p:nvPr/>
            </p:nvSpPr>
            <p:spPr bwMode="auto">
              <a:xfrm>
                <a:off x="3360" y="3152"/>
                <a:ext cx="48" cy="64"/>
              </a:xfrm>
              <a:prstGeom prst="roundRect">
                <a:avLst>
                  <a:gd name="adj" fmla="val 16667"/>
                </a:avLst>
              </a:prstGeom>
              <a:solidFill>
                <a:srgbClr val="009999"/>
              </a:solidFill>
              <a:ln w="9525" cap="rnd">
                <a:solidFill>
                  <a:schemeClr val="tx1"/>
                </a:solidFill>
                <a:prstDash val="sysDot"/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7" name="AutoShape 169"/>
              <p:cNvSpPr>
                <a:spLocks noChangeArrowheads="1"/>
              </p:cNvSpPr>
              <p:nvPr/>
            </p:nvSpPr>
            <p:spPr bwMode="auto">
              <a:xfrm>
                <a:off x="3432" y="3088"/>
                <a:ext cx="48" cy="64"/>
              </a:xfrm>
              <a:prstGeom prst="roundRect">
                <a:avLst>
                  <a:gd name="adj" fmla="val 16667"/>
                </a:avLst>
              </a:prstGeom>
              <a:solidFill>
                <a:srgbClr val="C0C0C0"/>
              </a:solidFill>
              <a:ln w="9525" cap="rnd">
                <a:solidFill>
                  <a:schemeClr val="tx1"/>
                </a:solidFill>
                <a:prstDash val="sysDot"/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8" name="AutoShape 170"/>
              <p:cNvSpPr>
                <a:spLocks noChangeArrowheads="1"/>
              </p:cNvSpPr>
              <p:nvPr/>
            </p:nvSpPr>
            <p:spPr bwMode="auto">
              <a:xfrm>
                <a:off x="3504" y="3024"/>
                <a:ext cx="48" cy="64"/>
              </a:xfrm>
              <a:prstGeom prst="roundRect">
                <a:avLst>
                  <a:gd name="adj" fmla="val 16667"/>
                </a:avLst>
              </a:prstGeom>
              <a:solidFill>
                <a:srgbClr val="0066CC"/>
              </a:solidFill>
              <a:ln w="9525" cap="rnd">
                <a:solidFill>
                  <a:schemeClr val="tx1"/>
                </a:solidFill>
                <a:prstDash val="sysDot"/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9" name="AutoShape 171"/>
              <p:cNvSpPr>
                <a:spLocks noChangeArrowheads="1"/>
              </p:cNvSpPr>
              <p:nvPr/>
            </p:nvSpPr>
            <p:spPr bwMode="auto">
              <a:xfrm>
                <a:off x="3504" y="3152"/>
                <a:ext cx="48" cy="64"/>
              </a:xfrm>
              <a:prstGeom prst="roundRect">
                <a:avLst>
                  <a:gd name="adj" fmla="val 16667"/>
                </a:avLst>
              </a:prstGeom>
              <a:solidFill>
                <a:srgbClr val="FFCC66"/>
              </a:solidFill>
              <a:ln w="9525" cap="rnd">
                <a:solidFill>
                  <a:schemeClr val="tx1"/>
                </a:solidFill>
                <a:prstDash val="sysDot"/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cxnSp>
            <p:nvCxnSpPr>
              <p:cNvPr id="170" name="AutoShape 172"/>
              <p:cNvCxnSpPr>
                <a:cxnSpLocks noChangeShapeType="1"/>
                <a:stCxn id="165" idx="2"/>
                <a:endCxn id="167" idx="1"/>
              </p:cNvCxnSpPr>
              <p:nvPr/>
            </p:nvCxnSpPr>
            <p:spPr bwMode="auto">
              <a:xfrm rot="16200000" flipH="1">
                <a:off x="3392" y="3080"/>
                <a:ext cx="32" cy="48"/>
              </a:xfrm>
              <a:prstGeom prst="bentConnector2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1" name="AutoShape 173"/>
              <p:cNvCxnSpPr>
                <a:cxnSpLocks noChangeShapeType="1"/>
              </p:cNvCxnSpPr>
              <p:nvPr/>
            </p:nvCxnSpPr>
            <p:spPr bwMode="auto">
              <a:xfrm rot="16200000" flipH="1">
                <a:off x="3464" y="3144"/>
                <a:ext cx="32" cy="48"/>
              </a:xfrm>
              <a:prstGeom prst="bentConnector2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2" name="AutoShape 174"/>
              <p:cNvCxnSpPr>
                <a:cxnSpLocks noChangeShapeType="1"/>
              </p:cNvCxnSpPr>
              <p:nvPr/>
            </p:nvCxnSpPr>
            <p:spPr bwMode="auto">
              <a:xfrm flipV="1">
                <a:off x="3408" y="3152"/>
                <a:ext cx="48" cy="32"/>
              </a:xfrm>
              <a:prstGeom prst="bentConnector3">
                <a:avLst>
                  <a:gd name="adj1" fmla="val 50000"/>
                </a:avLst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3" name="AutoShape 175"/>
              <p:cNvCxnSpPr>
                <a:cxnSpLocks noChangeShapeType="1"/>
              </p:cNvCxnSpPr>
              <p:nvPr/>
            </p:nvCxnSpPr>
            <p:spPr bwMode="auto">
              <a:xfrm rot="-5400000">
                <a:off x="3448" y="3032"/>
                <a:ext cx="64" cy="48"/>
              </a:xfrm>
              <a:prstGeom prst="bentConnector3">
                <a:avLst>
                  <a:gd name="adj1" fmla="val 50000"/>
                </a:avLst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76" name="AutoShape 176"/>
            <p:cNvSpPr>
              <a:spLocks noChangeArrowheads="1"/>
            </p:cNvSpPr>
            <p:nvPr/>
          </p:nvSpPr>
          <p:spPr bwMode="auto">
            <a:xfrm>
              <a:off x="7189846" y="3136771"/>
              <a:ext cx="599012" cy="334702"/>
            </a:xfrm>
            <a:prstGeom prst="can">
              <a:avLst>
                <a:gd name="adj" fmla="val 25000"/>
              </a:avLst>
            </a:prstGeom>
            <a:solidFill>
              <a:srgbClr val="33CC33"/>
            </a:solidFill>
            <a:ln w="9525" cap="rnd">
              <a:solidFill>
                <a:schemeClr val="tx1"/>
              </a:solidFill>
              <a:prstDash val="sysDot"/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77" name="Group 177"/>
            <p:cNvGrpSpPr/>
            <p:nvPr/>
          </p:nvGrpSpPr>
          <p:grpSpPr bwMode="auto">
            <a:xfrm>
              <a:off x="7359001" y="3221754"/>
              <a:ext cx="342293" cy="166043"/>
              <a:chOff x="1374" y="1943"/>
              <a:chExt cx="394" cy="222"/>
            </a:xfrm>
          </p:grpSpPr>
          <p:sp>
            <p:nvSpPr>
              <p:cNvPr id="149" name="Rectangle 178"/>
              <p:cNvSpPr>
                <a:spLocks noChangeArrowheads="1"/>
              </p:cNvSpPr>
              <p:nvPr/>
            </p:nvSpPr>
            <p:spPr bwMode="auto">
              <a:xfrm>
                <a:off x="1374" y="2034"/>
                <a:ext cx="77" cy="46"/>
              </a:xfrm>
              <a:prstGeom prst="rect">
                <a:avLst/>
              </a:prstGeom>
              <a:solidFill>
                <a:srgbClr val="FFFF99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eaLnBrk="1" hangingPunct="1"/>
                <a:endParaRPr kumimoji="1" lang="zh-CN" altLang="en-US" sz="900">
                  <a:latin typeface="Times New Roman" panose="02020603050405020304" charset="0"/>
                </a:endParaRPr>
              </a:p>
            </p:txBody>
          </p:sp>
          <p:grpSp>
            <p:nvGrpSpPr>
              <p:cNvPr id="150" name="Group 179"/>
              <p:cNvGrpSpPr/>
              <p:nvPr/>
            </p:nvGrpSpPr>
            <p:grpSpPr bwMode="auto">
              <a:xfrm>
                <a:off x="1509" y="1970"/>
                <a:ext cx="125" cy="195"/>
                <a:chOff x="2755" y="2340"/>
                <a:chExt cx="125" cy="195"/>
              </a:xfrm>
            </p:grpSpPr>
            <p:sp>
              <p:nvSpPr>
                <p:cNvPr id="160" name="Rectangle 180"/>
                <p:cNvSpPr>
                  <a:spLocks noChangeArrowheads="1"/>
                </p:cNvSpPr>
                <p:nvPr/>
              </p:nvSpPr>
              <p:spPr bwMode="auto">
                <a:xfrm>
                  <a:off x="2755" y="2340"/>
                  <a:ext cx="125" cy="195"/>
                </a:xfrm>
                <a:prstGeom prst="rect">
                  <a:avLst/>
                </a:prstGeom>
                <a:solidFill>
                  <a:srgbClr val="FFFF99"/>
                </a:solidFill>
                <a:ln w="12700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pPr eaLnBrk="1" hangingPunct="1"/>
                  <a:endParaRPr kumimoji="1" lang="zh-CN" altLang="en-US" sz="900">
                    <a:latin typeface="Times New Roman" panose="02020603050405020304" charset="0"/>
                  </a:endParaRPr>
                </a:p>
              </p:txBody>
            </p:sp>
            <p:sp>
              <p:nvSpPr>
                <p:cNvPr id="161" name="Line 181"/>
                <p:cNvSpPr>
                  <a:spLocks noChangeShapeType="1"/>
                </p:cNvSpPr>
                <p:nvPr/>
              </p:nvSpPr>
              <p:spPr bwMode="auto">
                <a:xfrm flipV="1">
                  <a:off x="2793" y="2394"/>
                  <a:ext cx="71" cy="2"/>
                </a:xfrm>
                <a:prstGeom prst="line">
                  <a:avLst/>
                </a:prstGeom>
                <a:noFill/>
                <a:ln w="63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2" name="Line 182"/>
                <p:cNvSpPr>
                  <a:spLocks noChangeShapeType="1"/>
                </p:cNvSpPr>
                <p:nvPr/>
              </p:nvSpPr>
              <p:spPr bwMode="auto">
                <a:xfrm>
                  <a:off x="2793" y="2423"/>
                  <a:ext cx="77" cy="0"/>
                </a:xfrm>
                <a:prstGeom prst="line">
                  <a:avLst/>
                </a:prstGeom>
                <a:noFill/>
                <a:ln w="63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3" name="Line 183"/>
                <p:cNvSpPr>
                  <a:spLocks noChangeShapeType="1"/>
                </p:cNvSpPr>
                <p:nvPr/>
              </p:nvSpPr>
              <p:spPr bwMode="auto">
                <a:xfrm>
                  <a:off x="2779" y="2453"/>
                  <a:ext cx="77" cy="0"/>
                </a:xfrm>
                <a:prstGeom prst="line">
                  <a:avLst/>
                </a:prstGeom>
                <a:noFill/>
                <a:ln w="63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4" name="Line 184"/>
                <p:cNvSpPr>
                  <a:spLocks noChangeShapeType="1"/>
                </p:cNvSpPr>
                <p:nvPr/>
              </p:nvSpPr>
              <p:spPr bwMode="auto">
                <a:xfrm>
                  <a:off x="2779" y="2469"/>
                  <a:ext cx="77" cy="0"/>
                </a:xfrm>
                <a:prstGeom prst="line">
                  <a:avLst/>
                </a:prstGeom>
                <a:noFill/>
                <a:ln w="63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51" name="Rectangle 185"/>
              <p:cNvSpPr>
                <a:spLocks noChangeArrowheads="1"/>
              </p:cNvSpPr>
              <p:nvPr/>
            </p:nvSpPr>
            <p:spPr bwMode="auto">
              <a:xfrm>
                <a:off x="1684" y="1989"/>
                <a:ext cx="84" cy="44"/>
              </a:xfrm>
              <a:prstGeom prst="rect">
                <a:avLst/>
              </a:prstGeom>
              <a:solidFill>
                <a:srgbClr val="FFFF99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eaLnBrk="1" hangingPunct="1"/>
                <a:endParaRPr kumimoji="1" lang="zh-CN" altLang="en-US" sz="900">
                  <a:latin typeface="Times New Roman" panose="02020603050405020304" charset="0"/>
                </a:endParaRPr>
              </a:p>
            </p:txBody>
          </p:sp>
          <p:sp>
            <p:nvSpPr>
              <p:cNvPr id="152" name="Rectangle 186"/>
              <p:cNvSpPr>
                <a:spLocks noChangeArrowheads="1"/>
              </p:cNvSpPr>
              <p:nvPr/>
            </p:nvSpPr>
            <p:spPr bwMode="auto">
              <a:xfrm>
                <a:off x="1684" y="2076"/>
                <a:ext cx="77" cy="46"/>
              </a:xfrm>
              <a:prstGeom prst="rect">
                <a:avLst/>
              </a:prstGeom>
              <a:solidFill>
                <a:srgbClr val="FFFF99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eaLnBrk="1" hangingPunct="1"/>
                <a:endParaRPr kumimoji="1" lang="zh-CN" altLang="en-US" sz="900">
                  <a:latin typeface="Times New Roman" panose="02020603050405020304" charset="0"/>
                </a:endParaRPr>
              </a:p>
            </p:txBody>
          </p:sp>
          <p:sp>
            <p:nvSpPr>
              <p:cNvPr id="153" name="Rectangle 187"/>
              <p:cNvSpPr>
                <a:spLocks noChangeArrowheads="1"/>
              </p:cNvSpPr>
              <p:nvPr/>
            </p:nvSpPr>
            <p:spPr bwMode="auto">
              <a:xfrm>
                <a:off x="1383" y="1943"/>
                <a:ext cx="67" cy="45"/>
              </a:xfrm>
              <a:prstGeom prst="rect">
                <a:avLst/>
              </a:prstGeom>
              <a:solidFill>
                <a:srgbClr val="FFFF99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eaLnBrk="1" hangingPunct="1"/>
                <a:endParaRPr kumimoji="1" lang="zh-CN" altLang="en-US" sz="900">
                  <a:latin typeface="Times New Roman" panose="02020603050405020304" charset="0"/>
                </a:endParaRPr>
              </a:p>
            </p:txBody>
          </p:sp>
          <p:sp>
            <p:nvSpPr>
              <p:cNvPr id="154" name="Rectangle 188"/>
              <p:cNvSpPr>
                <a:spLocks noChangeArrowheads="1"/>
              </p:cNvSpPr>
              <p:nvPr/>
            </p:nvSpPr>
            <p:spPr bwMode="auto">
              <a:xfrm>
                <a:off x="1375" y="2115"/>
                <a:ext cx="77" cy="46"/>
              </a:xfrm>
              <a:prstGeom prst="rect">
                <a:avLst/>
              </a:prstGeom>
              <a:solidFill>
                <a:srgbClr val="FFFF99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eaLnBrk="1" hangingPunct="1"/>
                <a:endParaRPr kumimoji="1" lang="zh-CN" altLang="en-US" sz="900">
                  <a:latin typeface="Times New Roman" panose="02020603050405020304" charset="0"/>
                </a:endParaRPr>
              </a:p>
            </p:txBody>
          </p:sp>
          <p:sp>
            <p:nvSpPr>
              <p:cNvPr id="155" name="Line 189"/>
              <p:cNvSpPr>
                <a:spLocks noChangeShapeType="1"/>
              </p:cNvSpPr>
              <p:nvPr/>
            </p:nvSpPr>
            <p:spPr bwMode="auto">
              <a:xfrm>
                <a:off x="1450" y="1957"/>
                <a:ext cx="52" cy="63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6" name="Line 190"/>
              <p:cNvSpPr>
                <a:spLocks noChangeShapeType="1"/>
              </p:cNvSpPr>
              <p:nvPr/>
            </p:nvSpPr>
            <p:spPr bwMode="auto">
              <a:xfrm>
                <a:off x="1450" y="2053"/>
                <a:ext cx="65" cy="13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7" name="Line 191"/>
              <p:cNvSpPr>
                <a:spLocks noChangeShapeType="1"/>
              </p:cNvSpPr>
              <p:nvPr/>
            </p:nvSpPr>
            <p:spPr bwMode="auto">
              <a:xfrm flipV="1">
                <a:off x="1459" y="2115"/>
                <a:ext cx="48" cy="42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" name="Line 192"/>
              <p:cNvSpPr>
                <a:spLocks noChangeShapeType="1"/>
              </p:cNvSpPr>
              <p:nvPr/>
            </p:nvSpPr>
            <p:spPr bwMode="auto">
              <a:xfrm flipV="1">
                <a:off x="1625" y="2020"/>
                <a:ext cx="64" cy="1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9" name="Line 193"/>
              <p:cNvSpPr>
                <a:spLocks noChangeShapeType="1"/>
              </p:cNvSpPr>
              <p:nvPr/>
            </p:nvSpPr>
            <p:spPr bwMode="auto">
              <a:xfrm flipV="1">
                <a:off x="1633" y="2099"/>
                <a:ext cx="56" cy="5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8" name="Text Box 233"/>
            <p:cNvSpPr txBox="1">
              <a:spLocks noChangeArrowheads="1"/>
            </p:cNvSpPr>
            <p:nvPr/>
          </p:nvSpPr>
          <p:spPr bwMode="auto">
            <a:xfrm>
              <a:off x="5101711" y="2450404"/>
              <a:ext cx="2651969" cy="3067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76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400" b="1" dirty="0" err="1">
                  <a:solidFill>
                    <a:srgbClr val="FF3300"/>
                  </a:solidFill>
                </a:rPr>
                <a:t>Oracle</a:t>
              </a:r>
              <a:r>
                <a:rPr lang="zh-CN" altLang="en-US" sz="1400" b="1" dirty="0">
                  <a:solidFill>
                    <a:srgbClr val="FF3300"/>
                  </a:solidFill>
                </a:rPr>
                <a:t>（旧集群）</a:t>
              </a:r>
              <a:endParaRPr lang="en-US" altLang="zh-CN" sz="1400" b="1" dirty="0">
                <a:solidFill>
                  <a:srgbClr val="FF3300"/>
                </a:solidFill>
              </a:endParaRPr>
            </a:p>
          </p:txBody>
        </p:sp>
        <p:sp>
          <p:nvSpPr>
            <p:cNvPr id="79" name="Text Box 163"/>
            <p:cNvSpPr txBox="1">
              <a:spLocks noChangeArrowheads="1"/>
            </p:cNvSpPr>
            <p:nvPr/>
          </p:nvSpPr>
          <p:spPr bwMode="auto">
            <a:xfrm>
              <a:off x="7084372" y="2845214"/>
              <a:ext cx="977128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200" dirty="0"/>
                <a:t>数据集市</a:t>
              </a:r>
              <a:endParaRPr lang="zh-CN" altLang="en-US" sz="1200" dirty="0"/>
            </a:p>
          </p:txBody>
        </p:sp>
        <p:sp>
          <p:nvSpPr>
            <p:cNvPr id="80" name="Rectangle 286"/>
            <p:cNvSpPr>
              <a:spLocks noChangeArrowheads="1"/>
            </p:cNvSpPr>
            <p:nvPr/>
          </p:nvSpPr>
          <p:spPr bwMode="auto">
            <a:xfrm>
              <a:off x="8463493" y="2060756"/>
              <a:ext cx="1799028" cy="379677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81" name="TextBox 16438"/>
            <p:cNvSpPr txBox="1">
              <a:spLocks noChangeArrowheads="1"/>
            </p:cNvSpPr>
            <p:nvPr/>
          </p:nvSpPr>
          <p:spPr bwMode="auto">
            <a:xfrm>
              <a:off x="8513246" y="2666097"/>
              <a:ext cx="1701515" cy="304174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>
              <a:lvl1pPr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200">
                  <a:solidFill>
                    <a:schemeClr val="bg1"/>
                  </a:solidFill>
                </a:rPr>
                <a:t>WEB</a:t>
              </a:r>
              <a:r>
                <a:rPr lang="zh-CN" altLang="en-US" sz="1200">
                  <a:solidFill>
                    <a:schemeClr val="bg1"/>
                  </a:solidFill>
                </a:rPr>
                <a:t>服务器</a:t>
              </a:r>
              <a:endParaRPr lang="en-US" altLang="zh-CN" sz="1200">
                <a:solidFill>
                  <a:schemeClr val="bg1"/>
                </a:solidFill>
              </a:endParaRPr>
            </a:p>
          </p:txBody>
        </p:sp>
        <p:sp>
          <p:nvSpPr>
            <p:cNvPr id="82" name="TextBox 16440"/>
            <p:cNvSpPr txBox="1">
              <a:spLocks noChangeArrowheads="1"/>
            </p:cNvSpPr>
            <p:nvPr/>
          </p:nvSpPr>
          <p:spPr bwMode="auto">
            <a:xfrm>
              <a:off x="8511255" y="3134156"/>
              <a:ext cx="1703504" cy="304174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>
              <a:lvl1pPr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200">
                  <a:solidFill>
                    <a:schemeClr val="bg1"/>
                  </a:solidFill>
                </a:rPr>
                <a:t>OLAP Tool</a:t>
              </a:r>
              <a:endParaRPr lang="en-US" altLang="zh-CN" sz="1200">
                <a:solidFill>
                  <a:schemeClr val="bg1"/>
                </a:solidFill>
              </a:endParaRPr>
            </a:p>
          </p:txBody>
        </p:sp>
        <p:sp>
          <p:nvSpPr>
            <p:cNvPr id="83" name="TextBox 16441"/>
            <p:cNvSpPr txBox="1">
              <a:spLocks noChangeArrowheads="1"/>
            </p:cNvSpPr>
            <p:nvPr/>
          </p:nvSpPr>
          <p:spPr bwMode="auto">
            <a:xfrm>
              <a:off x="8513246" y="2900126"/>
              <a:ext cx="1701515" cy="304174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>
              <a:lvl1pPr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200">
                  <a:solidFill>
                    <a:schemeClr val="bg1"/>
                  </a:solidFill>
                </a:rPr>
                <a:t>Query Tool</a:t>
              </a:r>
              <a:endParaRPr lang="en-US" altLang="zh-CN" sz="1200">
                <a:solidFill>
                  <a:schemeClr val="bg1"/>
                </a:solidFill>
              </a:endParaRPr>
            </a:p>
          </p:txBody>
        </p:sp>
        <p:sp>
          <p:nvSpPr>
            <p:cNvPr id="84" name="Text Box 291"/>
            <p:cNvSpPr txBox="1">
              <a:spLocks noChangeArrowheads="1"/>
            </p:cNvSpPr>
            <p:nvPr/>
          </p:nvSpPr>
          <p:spPr bwMode="auto">
            <a:xfrm>
              <a:off x="8608768" y="2113053"/>
              <a:ext cx="143285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76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400" b="1" dirty="0"/>
                <a:t>数据展现层</a:t>
              </a:r>
              <a:endParaRPr lang="zh-CN" altLang="en-US" sz="1400" b="1" dirty="0"/>
            </a:p>
          </p:txBody>
        </p:sp>
        <p:sp>
          <p:nvSpPr>
            <p:cNvPr id="85" name="Line 292"/>
            <p:cNvSpPr>
              <a:spLocks noChangeShapeType="1"/>
            </p:cNvSpPr>
            <p:nvPr/>
          </p:nvSpPr>
          <p:spPr bwMode="auto">
            <a:xfrm>
              <a:off x="8513246" y="2364080"/>
              <a:ext cx="1755246" cy="0"/>
            </a:xfrm>
            <a:prstGeom prst="line">
              <a:avLst/>
            </a:prstGeom>
            <a:noFill/>
            <a:ln w="9525">
              <a:solidFill>
                <a:srgbClr val="C0C0C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" name="TextBox 16440"/>
            <p:cNvSpPr txBox="1">
              <a:spLocks noChangeArrowheads="1"/>
            </p:cNvSpPr>
            <p:nvPr/>
          </p:nvSpPr>
          <p:spPr bwMode="auto">
            <a:xfrm>
              <a:off x="8511255" y="5061309"/>
              <a:ext cx="1703504" cy="304174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>
              <a:lvl1pPr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200">
                  <a:solidFill>
                    <a:schemeClr val="bg1"/>
                  </a:solidFill>
                </a:rPr>
                <a:t>Data Interface</a:t>
              </a:r>
              <a:endParaRPr lang="en-US" altLang="zh-CN" sz="1200">
                <a:solidFill>
                  <a:schemeClr val="bg1"/>
                </a:solidFill>
              </a:endParaRPr>
            </a:p>
          </p:txBody>
        </p:sp>
        <p:pic>
          <p:nvPicPr>
            <p:cNvPr id="87" name="矩形 16419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6756" y="2062064"/>
              <a:ext cx="766178" cy="379547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8" name="矩形 1642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60538" y="2417685"/>
              <a:ext cx="766178" cy="406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9" name="矩形 16424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60538" y="3338116"/>
              <a:ext cx="766178" cy="406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0" name="矩形 1642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60538" y="4253316"/>
              <a:ext cx="766178" cy="406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1" name="直接连接符 16426"/>
            <p:cNvSpPr>
              <a:spLocks noChangeShapeType="1"/>
            </p:cNvSpPr>
            <p:nvPr/>
          </p:nvSpPr>
          <p:spPr bwMode="auto">
            <a:xfrm>
              <a:off x="10612776" y="2357543"/>
              <a:ext cx="768169" cy="0"/>
            </a:xfrm>
            <a:prstGeom prst="line">
              <a:avLst/>
            </a:prstGeom>
            <a:noFill/>
            <a:ln w="9525" algn="ctr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92" name="TextBox 16427"/>
            <p:cNvSpPr txBox="1">
              <a:spLocks noChangeArrowheads="1"/>
            </p:cNvSpPr>
            <p:nvPr/>
          </p:nvSpPr>
          <p:spPr bwMode="auto">
            <a:xfrm>
              <a:off x="10632010" y="2073355"/>
              <a:ext cx="993047" cy="337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400" b="1" dirty="0">
                  <a:solidFill>
                    <a:srgbClr val="FFFFCC"/>
                  </a:solidFill>
                </a:rPr>
                <a:t>用户层</a:t>
              </a:r>
              <a:endParaRPr lang="en-US" altLang="zh-CN" sz="1400" b="1" dirty="0">
                <a:solidFill>
                  <a:srgbClr val="FFFFCC"/>
                </a:solidFill>
              </a:endParaRPr>
            </a:p>
          </p:txBody>
        </p:sp>
        <p:sp>
          <p:nvSpPr>
            <p:cNvPr id="93" name="直接连接符 16429"/>
            <p:cNvSpPr>
              <a:spLocks noChangeShapeType="1"/>
            </p:cNvSpPr>
            <p:nvPr/>
          </p:nvSpPr>
          <p:spPr bwMode="auto">
            <a:xfrm>
              <a:off x="10479439" y="2654330"/>
              <a:ext cx="0" cy="207620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94" name="直接连接符 16430"/>
            <p:cNvSpPr>
              <a:spLocks noChangeShapeType="1"/>
            </p:cNvSpPr>
            <p:nvPr/>
          </p:nvSpPr>
          <p:spPr bwMode="auto">
            <a:xfrm>
              <a:off x="10135157" y="3425714"/>
              <a:ext cx="344282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95" name="直接连接符 16431"/>
            <p:cNvSpPr>
              <a:spLocks noChangeShapeType="1"/>
            </p:cNvSpPr>
            <p:nvPr/>
          </p:nvSpPr>
          <p:spPr bwMode="auto">
            <a:xfrm>
              <a:off x="10479439" y="3781335"/>
              <a:ext cx="270650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96" name="直接连接符 16432"/>
            <p:cNvSpPr>
              <a:spLocks noChangeShapeType="1"/>
            </p:cNvSpPr>
            <p:nvPr/>
          </p:nvSpPr>
          <p:spPr bwMode="auto">
            <a:xfrm>
              <a:off x="10479439" y="4730528"/>
              <a:ext cx="270650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97" name="直接连接符 16433"/>
            <p:cNvSpPr>
              <a:spLocks noChangeShapeType="1"/>
            </p:cNvSpPr>
            <p:nvPr/>
          </p:nvSpPr>
          <p:spPr bwMode="auto">
            <a:xfrm>
              <a:off x="10479439" y="2654330"/>
              <a:ext cx="270650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98" name="TextBox 16434"/>
            <p:cNvSpPr txBox="1">
              <a:spLocks noChangeArrowheads="1"/>
            </p:cNvSpPr>
            <p:nvPr/>
          </p:nvSpPr>
          <p:spPr bwMode="auto">
            <a:xfrm rot="5400000">
              <a:off x="10234674" y="3047497"/>
              <a:ext cx="489533" cy="1791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>
                <a:spcBef>
                  <a:spcPct val="50000"/>
                </a:spcBef>
              </a:pPr>
              <a:r>
                <a:rPr lang="en-US" altLang="zh-CN" sz="1000"/>
                <a:t>HTTP</a:t>
              </a:r>
              <a:endParaRPr lang="en-US" altLang="zh-CN" sz="1000"/>
            </a:p>
          </p:txBody>
        </p:sp>
        <p:cxnSp>
          <p:nvCxnSpPr>
            <p:cNvPr id="99" name="AutoShape 313"/>
            <p:cNvCxnSpPr>
              <a:cxnSpLocks noChangeShapeType="1"/>
              <a:stCxn id="113" idx="3"/>
              <a:endCxn id="83" idx="1"/>
            </p:cNvCxnSpPr>
            <p:nvPr/>
          </p:nvCxnSpPr>
          <p:spPr bwMode="auto">
            <a:xfrm flipV="1">
              <a:off x="7881108" y="3052213"/>
              <a:ext cx="632138" cy="1568405"/>
            </a:xfrm>
            <a:prstGeom prst="bentConnector3">
              <a:avLst>
                <a:gd name="adj1" fmla="val 50000"/>
              </a:avLst>
            </a:prstGeom>
            <a:noFill/>
            <a:ln w="12700">
              <a:solidFill>
                <a:schemeClr val="tx1"/>
              </a:solidFill>
              <a:miter lim="800000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00" name="Line 316"/>
            <p:cNvSpPr>
              <a:spLocks noChangeShapeType="1"/>
            </p:cNvSpPr>
            <p:nvPr/>
          </p:nvSpPr>
          <p:spPr bwMode="auto">
            <a:xfrm>
              <a:off x="4117169" y="4900495"/>
              <a:ext cx="5253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" name="Text Box 317"/>
            <p:cNvSpPr txBox="1">
              <a:spLocks noChangeArrowheads="1"/>
            </p:cNvSpPr>
            <p:nvPr/>
          </p:nvSpPr>
          <p:spPr bwMode="auto">
            <a:xfrm>
              <a:off x="5666877" y="2060429"/>
              <a:ext cx="1870671" cy="337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76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400" b="1">
                  <a:solidFill>
                    <a:schemeClr val="bg1"/>
                  </a:solidFill>
                </a:rPr>
                <a:t>数据服务层</a:t>
              </a:r>
              <a:endParaRPr lang="zh-CN" altLang="en-US" sz="1400" b="1">
                <a:solidFill>
                  <a:schemeClr val="bg1"/>
                </a:solidFill>
              </a:endParaRPr>
            </a:p>
          </p:txBody>
        </p:sp>
        <p:sp>
          <p:nvSpPr>
            <p:cNvPr id="102" name="Line 318"/>
            <p:cNvSpPr>
              <a:spLocks noChangeShapeType="1"/>
            </p:cNvSpPr>
            <p:nvPr/>
          </p:nvSpPr>
          <p:spPr bwMode="auto">
            <a:xfrm>
              <a:off x="4684340" y="2343161"/>
              <a:ext cx="3263723" cy="10459"/>
            </a:xfrm>
            <a:prstGeom prst="line">
              <a:avLst/>
            </a:prstGeom>
            <a:noFill/>
            <a:ln w="9525">
              <a:solidFill>
                <a:srgbClr val="C0C0C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" name="直接连接符 16453"/>
            <p:cNvSpPr>
              <a:spLocks noChangeShapeType="1"/>
            </p:cNvSpPr>
            <p:nvPr/>
          </p:nvSpPr>
          <p:spPr bwMode="auto">
            <a:xfrm>
              <a:off x="5152009" y="4883498"/>
              <a:ext cx="330352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04" name="直接连接符 16454"/>
            <p:cNvSpPr>
              <a:spLocks noChangeShapeType="1"/>
            </p:cNvSpPr>
            <p:nvPr/>
          </p:nvSpPr>
          <p:spPr bwMode="auto">
            <a:xfrm>
              <a:off x="6813720" y="4883498"/>
              <a:ext cx="328363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pic>
          <p:nvPicPr>
            <p:cNvPr id="105" name="Picture 87" descr="orange gradient embossed oval disc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21950" y="4629403"/>
              <a:ext cx="1325390" cy="5059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6" name="Text Box 88"/>
            <p:cNvSpPr txBox="1">
              <a:spLocks noChangeArrowheads="1"/>
            </p:cNvSpPr>
            <p:nvPr/>
          </p:nvSpPr>
          <p:spPr bwMode="auto">
            <a:xfrm>
              <a:off x="5494301" y="4471658"/>
              <a:ext cx="1490989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200" dirty="0"/>
                <a:t>逻辑数据模型</a:t>
              </a:r>
              <a:endParaRPr lang="zh-CN" altLang="en-US" sz="1200" dirty="0"/>
            </a:p>
          </p:txBody>
        </p:sp>
        <p:pic>
          <p:nvPicPr>
            <p:cNvPr id="107" name="Picture 90" descr="disc orange glow blue">
              <a:hlinkClick r:id="rId2" action="ppaction://hlinksldjump"/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80361" y="4657312"/>
              <a:ext cx="561201" cy="4340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08" name="Group 92"/>
            <p:cNvGrpSpPr/>
            <p:nvPr/>
          </p:nvGrpSpPr>
          <p:grpSpPr bwMode="auto">
            <a:xfrm>
              <a:off x="5824655" y="4832509"/>
              <a:ext cx="497519" cy="180425"/>
              <a:chOff x="3360" y="3024"/>
              <a:chExt cx="192" cy="192"/>
            </a:xfrm>
          </p:grpSpPr>
          <p:sp>
            <p:nvSpPr>
              <p:cNvPr id="140" name="AutoShape 93"/>
              <p:cNvSpPr>
                <a:spLocks noChangeArrowheads="1"/>
              </p:cNvSpPr>
              <p:nvPr/>
            </p:nvSpPr>
            <p:spPr bwMode="auto">
              <a:xfrm>
                <a:off x="3360" y="3024"/>
                <a:ext cx="48" cy="64"/>
              </a:xfrm>
              <a:prstGeom prst="roundRect">
                <a:avLst>
                  <a:gd name="adj" fmla="val 16667"/>
                </a:avLst>
              </a:prstGeom>
              <a:solidFill>
                <a:srgbClr val="9966FF"/>
              </a:solidFill>
              <a:ln w="9525" cap="rnd">
                <a:solidFill>
                  <a:schemeClr val="tx1"/>
                </a:solidFill>
                <a:prstDash val="sysDot"/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1" name="AutoShape 94"/>
              <p:cNvSpPr>
                <a:spLocks noChangeArrowheads="1"/>
              </p:cNvSpPr>
              <p:nvPr/>
            </p:nvSpPr>
            <p:spPr bwMode="auto">
              <a:xfrm>
                <a:off x="3360" y="3152"/>
                <a:ext cx="48" cy="64"/>
              </a:xfrm>
              <a:prstGeom prst="roundRect">
                <a:avLst>
                  <a:gd name="adj" fmla="val 16667"/>
                </a:avLst>
              </a:prstGeom>
              <a:solidFill>
                <a:srgbClr val="009999"/>
              </a:solidFill>
              <a:ln w="9525" cap="rnd">
                <a:solidFill>
                  <a:schemeClr val="tx1"/>
                </a:solidFill>
                <a:prstDash val="sysDot"/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2" name="AutoShape 95"/>
              <p:cNvSpPr>
                <a:spLocks noChangeArrowheads="1"/>
              </p:cNvSpPr>
              <p:nvPr/>
            </p:nvSpPr>
            <p:spPr bwMode="auto">
              <a:xfrm>
                <a:off x="3432" y="3088"/>
                <a:ext cx="48" cy="64"/>
              </a:xfrm>
              <a:prstGeom prst="roundRect">
                <a:avLst>
                  <a:gd name="adj" fmla="val 16667"/>
                </a:avLst>
              </a:prstGeom>
              <a:solidFill>
                <a:srgbClr val="C0C0C0"/>
              </a:solidFill>
              <a:ln w="9525" cap="rnd">
                <a:solidFill>
                  <a:schemeClr val="tx1"/>
                </a:solidFill>
                <a:prstDash val="sysDot"/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" name="AutoShape 96"/>
              <p:cNvSpPr>
                <a:spLocks noChangeArrowheads="1"/>
              </p:cNvSpPr>
              <p:nvPr/>
            </p:nvSpPr>
            <p:spPr bwMode="auto">
              <a:xfrm>
                <a:off x="3504" y="3024"/>
                <a:ext cx="48" cy="64"/>
              </a:xfrm>
              <a:prstGeom prst="roundRect">
                <a:avLst>
                  <a:gd name="adj" fmla="val 16667"/>
                </a:avLst>
              </a:prstGeom>
              <a:solidFill>
                <a:srgbClr val="0066CC"/>
              </a:solidFill>
              <a:ln w="9525" cap="rnd">
                <a:solidFill>
                  <a:schemeClr val="tx1"/>
                </a:solidFill>
                <a:prstDash val="sysDot"/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4" name="AutoShape 97"/>
              <p:cNvSpPr>
                <a:spLocks noChangeArrowheads="1"/>
              </p:cNvSpPr>
              <p:nvPr/>
            </p:nvSpPr>
            <p:spPr bwMode="auto">
              <a:xfrm>
                <a:off x="3504" y="3152"/>
                <a:ext cx="48" cy="64"/>
              </a:xfrm>
              <a:prstGeom prst="roundRect">
                <a:avLst>
                  <a:gd name="adj" fmla="val 16667"/>
                </a:avLst>
              </a:prstGeom>
              <a:solidFill>
                <a:srgbClr val="FFCC66"/>
              </a:solidFill>
              <a:ln w="9525" cap="rnd">
                <a:solidFill>
                  <a:schemeClr val="tx1"/>
                </a:solidFill>
                <a:prstDash val="sysDot"/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cxnSp>
            <p:nvCxnSpPr>
              <p:cNvPr id="145" name="AutoShape 98"/>
              <p:cNvCxnSpPr>
                <a:cxnSpLocks noChangeShapeType="1"/>
                <a:stCxn id="140" idx="2"/>
                <a:endCxn id="142" idx="1"/>
              </p:cNvCxnSpPr>
              <p:nvPr/>
            </p:nvCxnSpPr>
            <p:spPr bwMode="auto">
              <a:xfrm rot="16200000" flipH="1">
                <a:off x="3392" y="3080"/>
                <a:ext cx="32" cy="48"/>
              </a:xfrm>
              <a:prstGeom prst="bentConnector2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46" name="AutoShape 99"/>
              <p:cNvCxnSpPr>
                <a:cxnSpLocks noChangeShapeType="1"/>
              </p:cNvCxnSpPr>
              <p:nvPr/>
            </p:nvCxnSpPr>
            <p:spPr bwMode="auto">
              <a:xfrm rot="16200000" flipH="1">
                <a:off x="3464" y="3144"/>
                <a:ext cx="32" cy="48"/>
              </a:xfrm>
              <a:prstGeom prst="bentConnector2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47" name="AutoShape 100"/>
              <p:cNvCxnSpPr>
                <a:cxnSpLocks noChangeShapeType="1"/>
              </p:cNvCxnSpPr>
              <p:nvPr/>
            </p:nvCxnSpPr>
            <p:spPr bwMode="auto">
              <a:xfrm flipV="1">
                <a:off x="3408" y="3152"/>
                <a:ext cx="48" cy="32"/>
              </a:xfrm>
              <a:prstGeom prst="bentConnector3">
                <a:avLst>
                  <a:gd name="adj1" fmla="val 50000"/>
                </a:avLst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48" name="AutoShape 101"/>
              <p:cNvCxnSpPr>
                <a:cxnSpLocks noChangeShapeType="1"/>
              </p:cNvCxnSpPr>
              <p:nvPr/>
            </p:nvCxnSpPr>
            <p:spPr bwMode="auto">
              <a:xfrm rot="16200000">
                <a:off x="3448" y="3032"/>
                <a:ext cx="64" cy="48"/>
              </a:xfrm>
              <a:prstGeom prst="bentConnector3">
                <a:avLst>
                  <a:gd name="adj1" fmla="val 50000"/>
                </a:avLst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09" name="AutoShape 102"/>
            <p:cNvSpPr>
              <a:spLocks noChangeArrowheads="1"/>
            </p:cNvSpPr>
            <p:nvPr/>
          </p:nvSpPr>
          <p:spPr bwMode="auto">
            <a:xfrm>
              <a:off x="7108251" y="4759292"/>
              <a:ext cx="581102" cy="290250"/>
            </a:xfrm>
            <a:prstGeom prst="can">
              <a:avLst>
                <a:gd name="adj" fmla="val 25000"/>
              </a:avLst>
            </a:prstGeom>
            <a:solidFill>
              <a:srgbClr val="33CC33"/>
            </a:solidFill>
            <a:ln w="9525" cap="rnd">
              <a:solidFill>
                <a:schemeClr val="tx1"/>
              </a:solidFill>
              <a:prstDash val="sysDot"/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10" name="Group 103"/>
            <p:cNvGrpSpPr/>
            <p:nvPr/>
          </p:nvGrpSpPr>
          <p:grpSpPr bwMode="auto">
            <a:xfrm>
              <a:off x="7271439" y="4832508"/>
              <a:ext cx="332343" cy="143818"/>
              <a:chOff x="1374" y="1943"/>
              <a:chExt cx="394" cy="222"/>
            </a:xfrm>
          </p:grpSpPr>
          <p:sp>
            <p:nvSpPr>
              <p:cNvPr id="124" name="Rectangle 104"/>
              <p:cNvSpPr>
                <a:spLocks noChangeArrowheads="1"/>
              </p:cNvSpPr>
              <p:nvPr/>
            </p:nvSpPr>
            <p:spPr bwMode="auto">
              <a:xfrm>
                <a:off x="1374" y="2034"/>
                <a:ext cx="77" cy="46"/>
              </a:xfrm>
              <a:prstGeom prst="rect">
                <a:avLst/>
              </a:prstGeom>
              <a:solidFill>
                <a:srgbClr val="FFFF99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eaLnBrk="1" hangingPunct="1"/>
                <a:endParaRPr kumimoji="1" lang="zh-CN" altLang="en-US" sz="900">
                  <a:latin typeface="Times New Roman" panose="02020603050405020304" charset="0"/>
                </a:endParaRPr>
              </a:p>
            </p:txBody>
          </p:sp>
          <p:grpSp>
            <p:nvGrpSpPr>
              <p:cNvPr id="125" name="Group 105"/>
              <p:cNvGrpSpPr/>
              <p:nvPr/>
            </p:nvGrpSpPr>
            <p:grpSpPr bwMode="auto">
              <a:xfrm>
                <a:off x="1509" y="1970"/>
                <a:ext cx="125" cy="195"/>
                <a:chOff x="2755" y="2340"/>
                <a:chExt cx="125" cy="195"/>
              </a:xfrm>
            </p:grpSpPr>
            <p:sp>
              <p:nvSpPr>
                <p:cNvPr id="135" name="Rectangle 106"/>
                <p:cNvSpPr>
                  <a:spLocks noChangeArrowheads="1"/>
                </p:cNvSpPr>
                <p:nvPr/>
              </p:nvSpPr>
              <p:spPr bwMode="auto">
                <a:xfrm>
                  <a:off x="2755" y="2340"/>
                  <a:ext cx="125" cy="195"/>
                </a:xfrm>
                <a:prstGeom prst="rect">
                  <a:avLst/>
                </a:prstGeom>
                <a:solidFill>
                  <a:srgbClr val="FFFF99"/>
                </a:solidFill>
                <a:ln w="12700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pPr eaLnBrk="1" hangingPunct="1"/>
                  <a:endParaRPr kumimoji="1" lang="zh-CN" altLang="en-US" sz="900">
                    <a:latin typeface="Times New Roman" panose="02020603050405020304" charset="0"/>
                  </a:endParaRPr>
                </a:p>
              </p:txBody>
            </p:sp>
            <p:sp>
              <p:nvSpPr>
                <p:cNvPr id="136" name="Line 107"/>
                <p:cNvSpPr>
                  <a:spLocks noChangeShapeType="1"/>
                </p:cNvSpPr>
                <p:nvPr/>
              </p:nvSpPr>
              <p:spPr bwMode="auto">
                <a:xfrm flipV="1">
                  <a:off x="2793" y="2394"/>
                  <a:ext cx="71" cy="2"/>
                </a:xfrm>
                <a:prstGeom prst="line">
                  <a:avLst/>
                </a:prstGeom>
                <a:noFill/>
                <a:ln w="63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7" name="Line 108"/>
                <p:cNvSpPr>
                  <a:spLocks noChangeShapeType="1"/>
                </p:cNvSpPr>
                <p:nvPr/>
              </p:nvSpPr>
              <p:spPr bwMode="auto">
                <a:xfrm>
                  <a:off x="2793" y="2423"/>
                  <a:ext cx="77" cy="0"/>
                </a:xfrm>
                <a:prstGeom prst="line">
                  <a:avLst/>
                </a:prstGeom>
                <a:noFill/>
                <a:ln w="63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8" name="Line 109"/>
                <p:cNvSpPr>
                  <a:spLocks noChangeShapeType="1"/>
                </p:cNvSpPr>
                <p:nvPr/>
              </p:nvSpPr>
              <p:spPr bwMode="auto">
                <a:xfrm>
                  <a:off x="2779" y="2453"/>
                  <a:ext cx="77" cy="0"/>
                </a:xfrm>
                <a:prstGeom prst="line">
                  <a:avLst/>
                </a:prstGeom>
                <a:noFill/>
                <a:ln w="63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9" name="Line 110"/>
                <p:cNvSpPr>
                  <a:spLocks noChangeShapeType="1"/>
                </p:cNvSpPr>
                <p:nvPr/>
              </p:nvSpPr>
              <p:spPr bwMode="auto">
                <a:xfrm>
                  <a:off x="2779" y="2469"/>
                  <a:ext cx="77" cy="0"/>
                </a:xfrm>
                <a:prstGeom prst="line">
                  <a:avLst/>
                </a:prstGeom>
                <a:noFill/>
                <a:ln w="63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26" name="Rectangle 111"/>
              <p:cNvSpPr>
                <a:spLocks noChangeArrowheads="1"/>
              </p:cNvSpPr>
              <p:nvPr/>
            </p:nvSpPr>
            <p:spPr bwMode="auto">
              <a:xfrm>
                <a:off x="1684" y="1989"/>
                <a:ext cx="84" cy="44"/>
              </a:xfrm>
              <a:prstGeom prst="rect">
                <a:avLst/>
              </a:prstGeom>
              <a:solidFill>
                <a:srgbClr val="FFFF99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eaLnBrk="1" hangingPunct="1"/>
                <a:endParaRPr kumimoji="1" lang="zh-CN" altLang="en-US" sz="900">
                  <a:latin typeface="Times New Roman" panose="02020603050405020304" charset="0"/>
                </a:endParaRPr>
              </a:p>
            </p:txBody>
          </p:sp>
          <p:sp>
            <p:nvSpPr>
              <p:cNvPr id="127" name="Rectangle 112"/>
              <p:cNvSpPr>
                <a:spLocks noChangeArrowheads="1"/>
              </p:cNvSpPr>
              <p:nvPr/>
            </p:nvSpPr>
            <p:spPr bwMode="auto">
              <a:xfrm>
                <a:off x="1684" y="2076"/>
                <a:ext cx="77" cy="46"/>
              </a:xfrm>
              <a:prstGeom prst="rect">
                <a:avLst/>
              </a:prstGeom>
              <a:solidFill>
                <a:srgbClr val="FFFF99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eaLnBrk="1" hangingPunct="1"/>
                <a:endParaRPr kumimoji="1" lang="zh-CN" altLang="en-US" sz="900">
                  <a:latin typeface="Times New Roman" panose="02020603050405020304" charset="0"/>
                </a:endParaRPr>
              </a:p>
            </p:txBody>
          </p:sp>
          <p:sp>
            <p:nvSpPr>
              <p:cNvPr id="128" name="Rectangle 113"/>
              <p:cNvSpPr>
                <a:spLocks noChangeArrowheads="1"/>
              </p:cNvSpPr>
              <p:nvPr/>
            </p:nvSpPr>
            <p:spPr bwMode="auto">
              <a:xfrm>
                <a:off x="1383" y="1943"/>
                <a:ext cx="67" cy="45"/>
              </a:xfrm>
              <a:prstGeom prst="rect">
                <a:avLst/>
              </a:prstGeom>
              <a:solidFill>
                <a:srgbClr val="FFFF99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eaLnBrk="1" hangingPunct="1"/>
                <a:endParaRPr kumimoji="1" lang="zh-CN" altLang="en-US" sz="900">
                  <a:latin typeface="Times New Roman" panose="02020603050405020304" charset="0"/>
                </a:endParaRPr>
              </a:p>
            </p:txBody>
          </p:sp>
          <p:sp>
            <p:nvSpPr>
              <p:cNvPr id="129" name="Rectangle 114"/>
              <p:cNvSpPr>
                <a:spLocks noChangeArrowheads="1"/>
              </p:cNvSpPr>
              <p:nvPr/>
            </p:nvSpPr>
            <p:spPr bwMode="auto">
              <a:xfrm>
                <a:off x="1375" y="2115"/>
                <a:ext cx="77" cy="46"/>
              </a:xfrm>
              <a:prstGeom prst="rect">
                <a:avLst/>
              </a:prstGeom>
              <a:solidFill>
                <a:srgbClr val="FFFF99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eaLnBrk="1" hangingPunct="1"/>
                <a:endParaRPr kumimoji="1" lang="zh-CN" altLang="en-US" sz="900">
                  <a:latin typeface="Times New Roman" panose="02020603050405020304" charset="0"/>
                </a:endParaRPr>
              </a:p>
            </p:txBody>
          </p:sp>
          <p:sp>
            <p:nvSpPr>
              <p:cNvPr id="130" name="Line 115"/>
              <p:cNvSpPr>
                <a:spLocks noChangeShapeType="1"/>
              </p:cNvSpPr>
              <p:nvPr/>
            </p:nvSpPr>
            <p:spPr bwMode="auto">
              <a:xfrm>
                <a:off x="1450" y="1957"/>
                <a:ext cx="52" cy="63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" name="Line 116"/>
              <p:cNvSpPr>
                <a:spLocks noChangeShapeType="1"/>
              </p:cNvSpPr>
              <p:nvPr/>
            </p:nvSpPr>
            <p:spPr bwMode="auto">
              <a:xfrm>
                <a:off x="1450" y="2053"/>
                <a:ext cx="65" cy="13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2" name="Line 117"/>
              <p:cNvSpPr>
                <a:spLocks noChangeShapeType="1"/>
              </p:cNvSpPr>
              <p:nvPr/>
            </p:nvSpPr>
            <p:spPr bwMode="auto">
              <a:xfrm flipV="1">
                <a:off x="1459" y="2115"/>
                <a:ext cx="48" cy="42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" name="Line 118"/>
              <p:cNvSpPr>
                <a:spLocks noChangeShapeType="1"/>
              </p:cNvSpPr>
              <p:nvPr/>
            </p:nvSpPr>
            <p:spPr bwMode="auto">
              <a:xfrm flipV="1">
                <a:off x="1625" y="2020"/>
                <a:ext cx="64" cy="1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" name="Line 119"/>
              <p:cNvSpPr>
                <a:spLocks noChangeShapeType="1"/>
              </p:cNvSpPr>
              <p:nvPr/>
            </p:nvSpPr>
            <p:spPr bwMode="auto">
              <a:xfrm flipV="1">
                <a:off x="1633" y="2099"/>
                <a:ext cx="56" cy="5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1" name="Text Box 271"/>
            <p:cNvSpPr txBox="1">
              <a:spLocks noChangeArrowheads="1"/>
            </p:cNvSpPr>
            <p:nvPr/>
          </p:nvSpPr>
          <p:spPr bwMode="auto">
            <a:xfrm>
              <a:off x="4585019" y="4506305"/>
              <a:ext cx="1099848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200" dirty="0"/>
                <a:t>数据缓存区</a:t>
              </a:r>
              <a:endParaRPr lang="zh-CN" altLang="en-US" sz="1200" dirty="0"/>
            </a:p>
          </p:txBody>
        </p:sp>
        <p:sp>
          <p:nvSpPr>
            <p:cNvPr id="112" name="TextBox 16458"/>
            <p:cNvSpPr txBox="1">
              <a:spLocks noChangeArrowheads="1"/>
            </p:cNvSpPr>
            <p:nvPr/>
          </p:nvSpPr>
          <p:spPr bwMode="auto">
            <a:xfrm>
              <a:off x="5411006" y="4215209"/>
              <a:ext cx="2369221" cy="30777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defTabSz="1079500">
                <a:spcBef>
                  <a:spcPct val="50000"/>
                </a:spcBef>
                <a:defRPr/>
              </a:pPr>
              <a:r>
                <a:rPr lang="en-US" altLang="zh-CN" sz="1400" b="1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DWS</a:t>
              </a:r>
              <a:r>
                <a:rPr lang="zh-CN" altLang="en-US" sz="1400" b="1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（新集群）</a:t>
              </a:r>
              <a:endParaRPr lang="en-US" altLang="zh-CN" sz="14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13" name="Text Box 89"/>
            <p:cNvSpPr txBox="1">
              <a:spLocks noChangeArrowheads="1"/>
            </p:cNvSpPr>
            <p:nvPr/>
          </p:nvSpPr>
          <p:spPr bwMode="auto">
            <a:xfrm>
              <a:off x="6960987" y="4482117"/>
              <a:ext cx="920121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200" dirty="0"/>
                <a:t>数据集市</a:t>
              </a:r>
              <a:endParaRPr lang="zh-CN" altLang="en-US" sz="1200" dirty="0"/>
            </a:p>
          </p:txBody>
        </p:sp>
        <p:sp>
          <p:nvSpPr>
            <p:cNvPr id="114" name="AutoShape 273"/>
            <p:cNvSpPr>
              <a:spLocks noChangeArrowheads="1"/>
            </p:cNvSpPr>
            <p:nvPr/>
          </p:nvSpPr>
          <p:spPr bwMode="auto">
            <a:xfrm>
              <a:off x="5850524" y="3462321"/>
              <a:ext cx="788070" cy="883823"/>
            </a:xfrm>
            <a:prstGeom prst="downArrow">
              <a:avLst>
                <a:gd name="adj1" fmla="val 50000"/>
                <a:gd name="adj2" fmla="val 42677"/>
              </a:avLst>
            </a:prstGeom>
            <a:solidFill>
              <a:srgbClr val="CCFFFF"/>
            </a:solidFill>
            <a:ln w="12700" algn="ctr">
              <a:solidFill>
                <a:schemeClr val="tx1"/>
              </a:solidFill>
              <a:prstDash val="dash"/>
              <a:miter lim="800000"/>
            </a:ln>
          </p:spPr>
          <p:txBody>
            <a:bodyPr wrap="none" anchor="ctr"/>
            <a:lstStyle/>
            <a:p>
              <a:r>
                <a:rPr lang="zh-CN" altLang="en-US" sz="1600" b="1">
                  <a:solidFill>
                    <a:srgbClr val="FF3300"/>
                  </a:solidFill>
                </a:rPr>
                <a:t>系</a:t>
              </a:r>
              <a:endParaRPr lang="zh-CN" altLang="en-US" sz="1600" b="1">
                <a:solidFill>
                  <a:srgbClr val="FF3300"/>
                </a:solidFill>
              </a:endParaRPr>
            </a:p>
            <a:p>
              <a:r>
                <a:rPr lang="zh-CN" altLang="en-US" sz="1600" b="1">
                  <a:solidFill>
                    <a:srgbClr val="FF3300"/>
                  </a:solidFill>
                </a:rPr>
                <a:t>统</a:t>
              </a:r>
              <a:endParaRPr lang="zh-CN" altLang="en-US" sz="1600" b="1">
                <a:solidFill>
                  <a:srgbClr val="FF3300"/>
                </a:solidFill>
              </a:endParaRPr>
            </a:p>
            <a:p>
              <a:r>
                <a:rPr lang="zh-CN" altLang="en-US" sz="1600" b="1">
                  <a:solidFill>
                    <a:srgbClr val="FF3300"/>
                  </a:solidFill>
                </a:rPr>
                <a:t>迁</a:t>
              </a:r>
              <a:endParaRPr lang="zh-CN" altLang="en-US" sz="1600" b="1">
                <a:solidFill>
                  <a:srgbClr val="FF3300"/>
                </a:solidFill>
              </a:endParaRPr>
            </a:p>
            <a:p>
              <a:r>
                <a:rPr lang="zh-CN" altLang="en-US" sz="1600" b="1">
                  <a:solidFill>
                    <a:srgbClr val="FF3300"/>
                  </a:solidFill>
                </a:rPr>
                <a:t>移</a:t>
              </a:r>
              <a:endParaRPr lang="zh-CN" altLang="en-US" sz="1600" b="1">
                <a:solidFill>
                  <a:srgbClr val="FF3300"/>
                </a:solidFill>
              </a:endParaRPr>
            </a:p>
          </p:txBody>
        </p:sp>
        <p:sp>
          <p:nvSpPr>
            <p:cNvPr id="115" name="TextBox 16421"/>
            <p:cNvSpPr txBox="1">
              <a:spLocks noChangeArrowheads="1"/>
            </p:cNvSpPr>
            <p:nvPr/>
          </p:nvSpPr>
          <p:spPr bwMode="auto">
            <a:xfrm>
              <a:off x="10668139" y="3629848"/>
              <a:ext cx="967177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>
                <a:spcBef>
                  <a:spcPct val="50000"/>
                </a:spcBef>
              </a:pPr>
              <a:r>
                <a:rPr lang="zh-CN" altLang="en-US" sz="1200" b="1" dirty="0"/>
                <a:t>决策人员</a:t>
              </a:r>
              <a:endParaRPr lang="en-US" altLang="zh-CN" sz="1200" b="1" dirty="0"/>
            </a:p>
          </p:txBody>
        </p:sp>
        <p:sp>
          <p:nvSpPr>
            <p:cNvPr id="116" name="TextBox 16420"/>
            <p:cNvSpPr txBox="1">
              <a:spLocks noChangeArrowheads="1"/>
            </p:cNvSpPr>
            <p:nvPr/>
          </p:nvSpPr>
          <p:spPr bwMode="auto">
            <a:xfrm>
              <a:off x="10612775" y="2790302"/>
              <a:ext cx="929363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>
                <a:spcBef>
                  <a:spcPct val="50000"/>
                </a:spcBef>
              </a:pPr>
              <a:r>
                <a:rPr lang="zh-CN" altLang="en-US" sz="1200" b="1" dirty="0"/>
                <a:t>业务用户</a:t>
              </a:r>
              <a:endParaRPr lang="en-US" altLang="zh-CN" sz="1200" b="1" dirty="0"/>
            </a:p>
          </p:txBody>
        </p:sp>
        <p:sp>
          <p:nvSpPr>
            <p:cNvPr id="117" name="TextBox 16422"/>
            <p:cNvSpPr txBox="1">
              <a:spLocks noChangeArrowheads="1"/>
            </p:cNvSpPr>
            <p:nvPr/>
          </p:nvSpPr>
          <p:spPr bwMode="auto">
            <a:xfrm>
              <a:off x="10687114" y="4613501"/>
              <a:ext cx="90349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>
                <a:spcBef>
                  <a:spcPct val="50000"/>
                </a:spcBef>
              </a:pPr>
              <a:r>
                <a:rPr lang="zh-CN" altLang="en-US" sz="1200" b="1" dirty="0"/>
                <a:t>分析人员</a:t>
              </a:r>
              <a:endParaRPr lang="en-US" altLang="zh-CN" sz="1200" b="1" dirty="0"/>
            </a:p>
          </p:txBody>
        </p:sp>
        <p:sp>
          <p:nvSpPr>
            <p:cNvPr id="118" name="Line 322"/>
            <p:cNvSpPr>
              <a:spLocks noChangeShapeType="1"/>
            </p:cNvSpPr>
            <p:nvPr/>
          </p:nvSpPr>
          <p:spPr bwMode="auto">
            <a:xfrm>
              <a:off x="7788858" y="5178977"/>
              <a:ext cx="6746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" name="AutoShape 323"/>
            <p:cNvSpPr>
              <a:spLocks noChangeArrowheads="1"/>
            </p:cNvSpPr>
            <p:nvPr/>
          </p:nvSpPr>
          <p:spPr bwMode="auto">
            <a:xfrm>
              <a:off x="10618744" y="5095302"/>
              <a:ext cx="740308" cy="342547"/>
            </a:xfrm>
            <a:prstGeom prst="flowChartMultidocumen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" name="Line 324"/>
            <p:cNvSpPr>
              <a:spLocks noChangeShapeType="1"/>
            </p:cNvSpPr>
            <p:nvPr/>
          </p:nvSpPr>
          <p:spPr bwMode="auto">
            <a:xfrm>
              <a:off x="10262521" y="5178977"/>
              <a:ext cx="35025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1" name="TextBox 16422"/>
            <p:cNvSpPr txBox="1">
              <a:spLocks noChangeArrowheads="1"/>
            </p:cNvSpPr>
            <p:nvPr/>
          </p:nvSpPr>
          <p:spPr bwMode="auto">
            <a:xfrm>
              <a:off x="10541133" y="5163288"/>
              <a:ext cx="90349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10795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defTabSz="10795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>
                <a:spcBef>
                  <a:spcPct val="50000"/>
                </a:spcBef>
              </a:pPr>
              <a:r>
                <a:rPr lang="zh-CN" altLang="en-US" sz="1200" dirty="0"/>
                <a:t>格式文件</a:t>
              </a:r>
              <a:endParaRPr lang="zh-CN" altLang="en-US" sz="1200" dirty="0"/>
            </a:p>
          </p:txBody>
        </p:sp>
        <p:sp>
          <p:nvSpPr>
            <p:cNvPr id="122" name="Text Box 326"/>
            <p:cNvSpPr txBox="1">
              <a:spLocks noChangeArrowheads="1"/>
            </p:cNvSpPr>
            <p:nvPr/>
          </p:nvSpPr>
          <p:spPr bwMode="auto">
            <a:xfrm>
              <a:off x="7368952" y="3759107"/>
              <a:ext cx="1432854" cy="304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76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200"/>
                <a:t>ODBC/JDBC</a:t>
              </a:r>
              <a:endParaRPr lang="zh-CN" altLang="en-US" sz="1200"/>
            </a:p>
          </p:txBody>
        </p:sp>
        <p:sp>
          <p:nvSpPr>
            <p:cNvPr id="123" name="Oval 327"/>
            <p:cNvSpPr>
              <a:spLocks noChangeArrowheads="1"/>
            </p:cNvSpPr>
            <p:nvPr/>
          </p:nvSpPr>
          <p:spPr bwMode="auto">
            <a:xfrm>
              <a:off x="4720162" y="1987540"/>
              <a:ext cx="3134369" cy="3900064"/>
            </a:xfrm>
            <a:prstGeom prst="ellipse">
              <a:avLst/>
            </a:prstGeom>
            <a:noFill/>
            <a:ln w="28575" algn="ctr">
              <a:solidFill>
                <a:schemeClr val="accent2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4" name="文本框 173"/>
          <p:cNvSpPr txBox="1"/>
          <p:nvPr/>
        </p:nvSpPr>
        <p:spPr>
          <a:xfrm>
            <a:off x="309540" y="906193"/>
            <a:ext cx="4932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marR="0" lvl="0" indent="-28575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 kumimoji="0" b="1" i="0" u="none" strike="noStrike" cap="none" spc="0" normalizeH="0" baseline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dirty="0">
                <a:sym typeface="+mn-ea"/>
              </a:rPr>
              <a:t>系统迁移架构图</a:t>
            </a:r>
            <a:r>
              <a:rPr lang="zh-CN" altLang="en-US" sz="1800" b="1" kern="100" dirty="0">
                <a:solidFill>
                  <a:srgbClr val="FF0000"/>
                </a:solidFill>
                <a:effectLst/>
                <a:latin typeface="等线" panose="02010600030101010101" charset="-122"/>
                <a:ea typeface="宋体" panose="02010600030101010101" pitchFamily="2" charset="-122"/>
                <a:cs typeface="Times New Roman" panose="02020603050405020304" charset="0"/>
              </a:rPr>
              <a:t>（根据实际情况修改）</a:t>
            </a:r>
            <a:endParaRPr lang="zh-CN" altLang="en-US" dirty="0"/>
          </a:p>
        </p:txBody>
      </p:sp>
      <p:sp>
        <p:nvSpPr>
          <p:cNvPr id="175" name="文本框 174"/>
          <p:cNvSpPr txBox="1"/>
          <p:nvPr/>
        </p:nvSpPr>
        <p:spPr>
          <a:xfrm>
            <a:off x="457668" y="1366901"/>
            <a:ext cx="11104584" cy="880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/>
              <a:t>         为了实现系统迁移目标，我们将最大限度的保留和复用旧系统的</a:t>
            </a:r>
            <a:r>
              <a:rPr lang="en-US" altLang="zh-CN" b="1" dirty="0"/>
              <a:t>ETL</a:t>
            </a:r>
            <a:r>
              <a:rPr lang="zh-CN" altLang="en-US" b="1" dirty="0"/>
              <a:t>服务层、数据展现层、数据仓库模型，</a:t>
            </a:r>
            <a:r>
              <a:rPr lang="zh-CN" altLang="en-US" b="1" dirty="0">
                <a:highlight>
                  <a:srgbClr val="FFFF00"/>
                </a:highlight>
              </a:rPr>
              <a:t>将数仓从旧集群平台快速迁移到</a:t>
            </a:r>
            <a:r>
              <a:rPr lang="en-US" altLang="zh-CN" b="1" dirty="0">
                <a:highlight>
                  <a:srgbClr val="FFFF00"/>
                </a:highlight>
              </a:rPr>
              <a:t>DWS</a:t>
            </a:r>
            <a:r>
              <a:rPr lang="zh-CN" altLang="en-US" b="1" dirty="0">
                <a:highlight>
                  <a:srgbClr val="FFFF00"/>
                </a:highlight>
              </a:rPr>
              <a:t>平台</a:t>
            </a:r>
            <a:r>
              <a:rPr lang="zh-CN" altLang="en-US" b="1" dirty="0"/>
              <a:t>。因此，从总体上看只需切换数据服务层的数仓平台。</a:t>
            </a:r>
            <a:endParaRPr lang="zh-CN" altLang="en-US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572770" y="205106"/>
            <a:ext cx="813054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 dirty="0"/>
              <a:t>海通期货迁移方案（讨论稿）</a:t>
            </a:r>
            <a:endParaRPr lang="en-US" altLang="zh-CN" dirty="0"/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72770" y="1385570"/>
          <a:ext cx="11149330" cy="5062220"/>
        </p:xfrm>
        <a:graphic>
          <a:graphicData uri="http://schemas.openxmlformats.org/drawingml/2006/table">
            <a:tbl>
              <a:tblPr firstRow="1" firstCol="1" bandRow="1">
                <a:tableStyleId>{F2DE63D5-997A-4646-A377-4702673A728D}</a:tableStyleId>
              </a:tblPr>
              <a:tblGrid>
                <a:gridCol w="1133475"/>
                <a:gridCol w="3460750"/>
                <a:gridCol w="1824990"/>
                <a:gridCol w="1522095"/>
                <a:gridCol w="1530985"/>
                <a:gridCol w="1677035"/>
              </a:tblGrid>
              <a:tr h="4546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4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序号</a:t>
                      </a:r>
                      <a:endParaRPr lang="zh-CN" sz="14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60945" marR="60945" marT="0" marB="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altLang="en-US" sz="14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项目阶段</a:t>
                      </a:r>
                      <a:r>
                        <a:rPr lang="en-US" altLang="zh-CN" sz="14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</a:t>
                      </a:r>
                      <a:r>
                        <a:rPr lang="zh-CN" altLang="en-US" sz="14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工作内容</a:t>
                      </a:r>
                      <a:endParaRPr lang="zh-CN" sz="14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0945" marR="60945" marT="0" marB="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altLang="en-US" sz="14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计划天数</a:t>
                      </a:r>
                      <a:endParaRPr lang="zh-CN" altLang="en-US" sz="14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0945" marR="60945" marT="0" marB="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altLang="en-US" sz="14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计划人数</a:t>
                      </a:r>
                      <a:endParaRPr lang="zh-CN" altLang="en-US" sz="14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60945" marR="60945" marT="0" marB="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CN" altLang="en-US" sz="14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工作量</a:t>
                      </a:r>
                      <a:r>
                        <a:rPr lang="en-US" altLang="zh-CN" sz="14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</a:t>
                      </a:r>
                      <a:r>
                        <a:rPr lang="zh-CN" altLang="en-US" sz="14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人月</a:t>
                      </a:r>
                      <a:endParaRPr lang="zh-CN" altLang="en-US" sz="14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0945" marR="60945" marT="0" marB="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4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工作量占比</a:t>
                      </a:r>
                      <a:endParaRPr lang="zh-CN" sz="14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60945" marR="60945" marT="0" marB="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46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altLang="zh-CN" sz="12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12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60945" marR="60945" marT="0" marB="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迁移调研与方案涉及</a:t>
                      </a:r>
                      <a:endParaRPr lang="en-US" altLang="en-US" sz="14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400" b="0" dirty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400" b="0" dirty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400" b="0" dirty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5.71%</a:t>
                      </a:r>
                      <a:endParaRPr lang="en-US" altLang="en-US" sz="1400" b="0" dirty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46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altLang="zh-CN" sz="12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12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60945" marR="60945" marT="0" marB="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元数据迁移（表结构</a:t>
                      </a:r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+</a:t>
                      </a: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其他数据库对象）</a:t>
                      </a:r>
                      <a:endParaRPr lang="en-US" altLang="en-US" sz="14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400" b="0" dirty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400" b="0" dirty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400" b="0" dirty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4.29%</a:t>
                      </a:r>
                      <a:endParaRPr lang="en-US" altLang="en-US" sz="1400" b="0" dirty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51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altLang="zh-CN" sz="12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 sz="12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60945" marR="60945" marT="0" marB="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4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存储过程</a:t>
                      </a: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及函数改造迁移</a:t>
                      </a:r>
                      <a:endParaRPr lang="en-US" altLang="en-US" sz="14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400" b="0" dirty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400" b="0" dirty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400" b="0" dirty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28.57%</a:t>
                      </a:r>
                      <a:endParaRPr lang="en-US" altLang="en-US" sz="1400" b="0" dirty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46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altLang="zh-CN" sz="12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 sz="12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60945" marR="60945" marT="0" marB="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数据迁移（全量</a:t>
                      </a:r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+</a:t>
                      </a: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增量）</a:t>
                      </a:r>
                      <a:endParaRPr lang="en-US" altLang="en-US" sz="14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400" b="0" dirty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400" b="0" dirty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400" b="0" dirty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14.29%</a:t>
                      </a:r>
                      <a:endParaRPr lang="en-US" altLang="en-US" sz="1400" b="0" dirty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46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altLang="zh-CN" sz="12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endParaRPr lang="en-US" altLang="zh-CN" sz="12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60945" marR="60945" marT="0" marB="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调度运维</a:t>
                      </a:r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+ETL</a:t>
                      </a: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改造迁移</a:t>
                      </a:r>
                      <a:endParaRPr lang="en-US" altLang="en-US" sz="14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4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400" b="0" dirty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400" b="0" dirty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8.57%</a:t>
                      </a:r>
                      <a:endParaRPr lang="en-US" altLang="en-US" sz="1400" b="0" dirty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51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altLang="zh-CN" sz="12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  <a:endParaRPr lang="en-US" altLang="zh-CN" sz="12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60945" marR="60945" marT="0" marB="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同步版本更新</a:t>
                      </a:r>
                      <a:endParaRPr lang="zh-CN" sz="14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400" b="0" dirty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400" b="0" dirty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400" b="0" dirty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1.43%</a:t>
                      </a:r>
                      <a:endParaRPr lang="en-US" altLang="en-US" sz="1400" b="0" dirty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46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altLang="zh-CN" sz="12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7</a:t>
                      </a:r>
                      <a:endParaRPr lang="en-US" altLang="zh-CN" sz="12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60945" marR="60945" marT="0" marB="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数据核验</a:t>
                      </a:r>
                      <a:endParaRPr lang="zh-CN" sz="14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4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400" b="0" dirty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400" b="0" dirty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21.43%</a:t>
                      </a:r>
                      <a:endParaRPr lang="en-US" altLang="en-US" sz="1400" b="0" dirty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46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altLang="zh-CN" sz="12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8</a:t>
                      </a:r>
                      <a:endParaRPr lang="en-US" altLang="zh-CN" sz="12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60945" marR="60945" marT="0" marB="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试运行双系统并行</a:t>
                      </a:r>
                      <a:endParaRPr lang="en-US" altLang="en-US" sz="14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4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400" b="0" dirty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400" b="0" dirty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12.86%</a:t>
                      </a:r>
                      <a:endParaRPr lang="en-US" altLang="en-US" sz="1400" b="0" dirty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46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altLang="zh-CN" sz="12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9</a:t>
                      </a:r>
                      <a:endParaRPr lang="en-US" altLang="zh-CN" sz="12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60945" marR="60945" marT="0" marB="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迁移服务验收</a:t>
                      </a:r>
                      <a:endParaRPr lang="en-US" altLang="en-US" sz="1400" b="0" dirty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4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400" b="0" dirty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400" b="0" dirty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2.86%</a:t>
                      </a:r>
                      <a:endParaRPr lang="en-US" altLang="en-US" sz="1400" b="0" dirty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4660"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altLang="en-US" sz="12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合计</a:t>
                      </a:r>
                      <a:endParaRPr lang="zh-CN" altLang="en-US" sz="12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60945" marR="60945" marT="0" marB="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0945" marR="60945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4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400" b="0" dirty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400" b="0" dirty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altLang="zh-CN" sz="12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100%</a:t>
                      </a:r>
                      <a:endParaRPr lang="en-US" altLang="zh-CN" sz="12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60945" marR="60945" marT="0" marB="0" anchor="ctr">
                    <a:lnL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309540" y="906193"/>
            <a:ext cx="5878759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marR="0" lvl="0" indent="-28575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 kumimoji="0" b="1" i="0" u="none" strike="noStrike" cap="none" spc="0" normalizeH="0" baseline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dirty="0">
                <a:sym typeface="+mn-ea"/>
              </a:rPr>
              <a:t>集中迁移实施计划</a:t>
            </a:r>
            <a:endParaRPr lang="zh-CN" altLang="en-US" sz="1800" b="1" kern="100" dirty="0">
              <a:solidFill>
                <a:schemeClr val="tx1"/>
              </a:solidFill>
              <a:effectLst/>
              <a:latin typeface="等线" panose="02010600030101010101" charset="-122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572770" y="205106"/>
            <a:ext cx="813054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en-US" altLang="zh-CN" dirty="0"/>
              <a:t> </a:t>
            </a:r>
            <a:r>
              <a:rPr lang="zh-CN" altLang="en-US" dirty="0"/>
              <a:t>中金财富迁移方案（讨论稿）</a:t>
            </a:r>
            <a:endParaRPr lang="en-US" altLang="zh-CN" dirty="0"/>
          </a:p>
        </p:txBody>
      </p:sp>
      <p:sp>
        <p:nvSpPr>
          <p:cNvPr id="3" name="文本框 2"/>
          <p:cNvSpPr txBox="1"/>
          <p:nvPr/>
        </p:nvSpPr>
        <p:spPr>
          <a:xfrm>
            <a:off x="309540" y="906193"/>
            <a:ext cx="468951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marR="0" lvl="0" indent="-28575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 kumimoji="0" b="1" i="0" u="none" strike="noStrike" cap="none" spc="0" normalizeH="0" baseline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dirty="0">
                <a:sym typeface="+mn-ea"/>
              </a:rPr>
              <a:t>项目里程碑计划</a:t>
            </a:r>
            <a:endParaRPr lang="zh-CN" altLang="en-US" dirty="0"/>
          </a:p>
        </p:txBody>
      </p:sp>
      <p:sp>
        <p:nvSpPr>
          <p:cNvPr id="49" name="文本框 48"/>
          <p:cNvSpPr txBox="1"/>
          <p:nvPr>
            <p:custDataLst>
              <p:tags r:id="rId1"/>
            </p:custDataLst>
          </p:nvPr>
        </p:nvSpPr>
        <p:spPr>
          <a:xfrm>
            <a:off x="792463" y="1758048"/>
            <a:ext cx="459585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altLang="zh-CN" b="1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01</a:t>
            </a:r>
            <a:endParaRPr lang="zh-CN" altLang="en-US" b="1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2" name="任意多边形: 形状 5"/>
          <p:cNvSpPr/>
          <p:nvPr>
            <p:custDataLst>
              <p:tags r:id="rId2"/>
            </p:custDataLst>
          </p:nvPr>
        </p:nvSpPr>
        <p:spPr>
          <a:xfrm>
            <a:off x="2268627" y="1514054"/>
            <a:ext cx="2199045" cy="828110"/>
          </a:xfrm>
          <a:custGeom>
            <a:avLst/>
            <a:gdLst>
              <a:gd name="connsiteX0" fmla="*/ 0 w 3299658"/>
              <a:gd name="connsiteY0" fmla="*/ 269299 h 1077196"/>
              <a:gd name="connsiteX1" fmla="*/ 2761060 w 3299658"/>
              <a:gd name="connsiteY1" fmla="*/ 269299 h 1077196"/>
              <a:gd name="connsiteX2" fmla="*/ 2761060 w 3299658"/>
              <a:gd name="connsiteY2" fmla="*/ 0 h 1077196"/>
              <a:gd name="connsiteX3" fmla="*/ 3299658 w 3299658"/>
              <a:gd name="connsiteY3" fmla="*/ 538598 h 1077196"/>
              <a:gd name="connsiteX4" fmla="*/ 2761060 w 3299658"/>
              <a:gd name="connsiteY4" fmla="*/ 1077196 h 1077196"/>
              <a:gd name="connsiteX5" fmla="*/ 2761060 w 3299658"/>
              <a:gd name="connsiteY5" fmla="*/ 807897 h 1077196"/>
              <a:gd name="connsiteX6" fmla="*/ 0 w 3299658"/>
              <a:gd name="connsiteY6" fmla="*/ 807897 h 1077196"/>
              <a:gd name="connsiteX7" fmla="*/ 0 w 3299658"/>
              <a:gd name="connsiteY7" fmla="*/ 269299 h 1077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99658" h="1077196">
                <a:moveTo>
                  <a:pt x="0" y="269299"/>
                </a:moveTo>
                <a:lnTo>
                  <a:pt x="2761060" y="269299"/>
                </a:lnTo>
                <a:lnTo>
                  <a:pt x="2761060" y="0"/>
                </a:lnTo>
                <a:lnTo>
                  <a:pt x="3299658" y="538598"/>
                </a:lnTo>
                <a:lnTo>
                  <a:pt x="2761060" y="1077196"/>
                </a:lnTo>
                <a:lnTo>
                  <a:pt x="2761060" y="807897"/>
                </a:lnTo>
                <a:lnTo>
                  <a:pt x="0" y="807897"/>
                </a:lnTo>
                <a:lnTo>
                  <a:pt x="0" y="269299"/>
                </a:lnTo>
                <a:close/>
              </a:path>
            </a:pathLst>
          </a:custGeom>
          <a:solidFill>
            <a:srgbClr val="3498DB"/>
          </a:solidFill>
          <a:effectLst/>
        </p:spPr>
        <p:style>
          <a:lnRef idx="0">
            <a:sysClr val="window" lastClr="FFFFFF">
              <a:hueOff val="0"/>
              <a:satOff val="0"/>
              <a:lumOff val="0"/>
              <a:alphaOff val="0"/>
            </a:sysClr>
          </a:lnRef>
          <a:fillRef idx="3">
            <a:scrgbClr r="0" g="0" b="0"/>
          </a:fillRef>
          <a:effectRef idx="2">
            <a:srgbClr val="1F74AD">
              <a:hueOff val="0"/>
              <a:satOff val="0"/>
              <a:lumOff val="0"/>
              <a:alphaOff val="0"/>
            </a:srgbClr>
          </a:effectRef>
          <a:fontRef idx="minor">
            <a:sysClr val="window" lastClr="FFFFFF"/>
          </a:fontRef>
        </p:style>
        <p:txBody>
          <a:bodyPr spcFirstLastPara="0" vert="horz" wrap="square" lIns="80010" tIns="349309" rIns="523299" bIns="440304" numCol="1" spcCol="1270" anchor="ctr" anchorCtr="0">
            <a:noAutofit/>
          </a:bodyPr>
          <a:lstStyle/>
          <a:p>
            <a:pPr marL="0" lvl="0" indent="0" algn="l" defTabSz="933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2100" kern="12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3" name="文本框 52"/>
          <p:cNvSpPr txBox="1"/>
          <p:nvPr>
            <p:custDataLst>
              <p:tags r:id="rId3"/>
            </p:custDataLst>
          </p:nvPr>
        </p:nvSpPr>
        <p:spPr>
          <a:xfrm>
            <a:off x="2269052" y="1725028"/>
            <a:ext cx="459585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altLang="zh-CN" b="1" dirty="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01</a:t>
            </a:r>
            <a:endParaRPr lang="zh-CN" altLang="en-US" b="1" dirty="0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4" name="文本框 53"/>
          <p:cNvSpPr txBox="1"/>
          <p:nvPr>
            <p:custDataLst>
              <p:tags r:id="rId4"/>
            </p:custDataLst>
          </p:nvPr>
        </p:nvSpPr>
        <p:spPr>
          <a:xfrm>
            <a:off x="2662017" y="1692116"/>
            <a:ext cx="1553996" cy="43515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b="1" spc="300" dirty="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密集迁移期</a:t>
            </a:r>
            <a:endParaRPr lang="zh-CN" altLang="en-US" b="1" spc="300" dirty="0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5" name="文本框 54"/>
          <p:cNvSpPr txBox="1"/>
          <p:nvPr>
            <p:custDataLst>
              <p:tags r:id="rId5"/>
            </p:custDataLst>
          </p:nvPr>
        </p:nvSpPr>
        <p:spPr>
          <a:xfrm>
            <a:off x="1836420" y="4426120"/>
            <a:ext cx="2199348" cy="184995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endParaRPr lang="en-US" sz="1400" dirty="0">
              <a:sym typeface="+mn-ea"/>
            </a:endParaRPr>
          </a:p>
          <a:p>
            <a:pPr algn="ctr"/>
            <a:endParaRPr lang="en-US" sz="1400" dirty="0">
              <a:sym typeface="+mn-ea"/>
            </a:endParaRPr>
          </a:p>
          <a:p>
            <a:pPr algn="ctr"/>
            <a:endParaRPr lang="en-US" sz="1400" dirty="0">
              <a:sym typeface="+mn-ea"/>
            </a:endParaRPr>
          </a:p>
          <a:p>
            <a:pPr algn="ctr"/>
            <a:r>
              <a:rPr lang="zh-CN" altLang="en-US" sz="1400" dirty="0">
                <a:sym typeface="+mn-ea"/>
              </a:rPr>
              <a:t>月</a:t>
            </a:r>
            <a:endParaRPr lang="zh-CN" sz="1400" dirty="0"/>
          </a:p>
          <a:p>
            <a:pPr algn="ctr"/>
            <a:endParaRPr lang="en-US" altLang="zh-CN" sz="1400" spc="150" dirty="0">
              <a:solidFill>
                <a:srgbClr val="000000">
                  <a:lumMod val="50000"/>
                  <a:lumOff val="50000"/>
                </a:srgbClr>
              </a:solidFill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6" name="任意多边形: 形状 6"/>
          <p:cNvSpPr/>
          <p:nvPr>
            <p:custDataLst>
              <p:tags r:id="rId6"/>
            </p:custDataLst>
          </p:nvPr>
        </p:nvSpPr>
        <p:spPr>
          <a:xfrm>
            <a:off x="6684088" y="1528659"/>
            <a:ext cx="2199043" cy="828110"/>
          </a:xfrm>
          <a:custGeom>
            <a:avLst/>
            <a:gdLst>
              <a:gd name="connsiteX0" fmla="*/ 0 w 3299658"/>
              <a:gd name="connsiteY0" fmla="*/ 269299 h 1077196"/>
              <a:gd name="connsiteX1" fmla="*/ 2761060 w 3299658"/>
              <a:gd name="connsiteY1" fmla="*/ 269299 h 1077196"/>
              <a:gd name="connsiteX2" fmla="*/ 2761060 w 3299658"/>
              <a:gd name="connsiteY2" fmla="*/ 0 h 1077196"/>
              <a:gd name="connsiteX3" fmla="*/ 3299658 w 3299658"/>
              <a:gd name="connsiteY3" fmla="*/ 538598 h 1077196"/>
              <a:gd name="connsiteX4" fmla="*/ 2761060 w 3299658"/>
              <a:gd name="connsiteY4" fmla="*/ 1077196 h 1077196"/>
              <a:gd name="connsiteX5" fmla="*/ 2761060 w 3299658"/>
              <a:gd name="connsiteY5" fmla="*/ 807897 h 1077196"/>
              <a:gd name="connsiteX6" fmla="*/ 0 w 3299658"/>
              <a:gd name="connsiteY6" fmla="*/ 807897 h 1077196"/>
              <a:gd name="connsiteX7" fmla="*/ 0 w 3299658"/>
              <a:gd name="connsiteY7" fmla="*/ 269299 h 1077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99658" h="1077196">
                <a:moveTo>
                  <a:pt x="0" y="269299"/>
                </a:moveTo>
                <a:lnTo>
                  <a:pt x="2761060" y="269299"/>
                </a:lnTo>
                <a:lnTo>
                  <a:pt x="2761060" y="0"/>
                </a:lnTo>
                <a:lnTo>
                  <a:pt x="3299658" y="538598"/>
                </a:lnTo>
                <a:lnTo>
                  <a:pt x="2761060" y="1077196"/>
                </a:lnTo>
                <a:lnTo>
                  <a:pt x="2761060" y="807897"/>
                </a:lnTo>
                <a:lnTo>
                  <a:pt x="0" y="807897"/>
                </a:lnTo>
                <a:lnTo>
                  <a:pt x="0" y="269299"/>
                </a:lnTo>
                <a:close/>
              </a:path>
            </a:pathLst>
          </a:custGeom>
          <a:solidFill>
            <a:srgbClr val="1AA3AA"/>
          </a:solidFill>
          <a:effectLst/>
        </p:spPr>
        <p:style>
          <a:lnRef idx="0">
            <a:sysClr val="window" lastClr="FFFFFF">
              <a:hueOff val="0"/>
              <a:satOff val="0"/>
              <a:lumOff val="0"/>
              <a:alphaOff val="0"/>
            </a:sysClr>
          </a:lnRef>
          <a:fillRef idx="3">
            <a:scrgbClr r="0" g="0" b="0"/>
          </a:fillRef>
          <a:effectRef idx="2">
            <a:srgbClr val="1F74AD">
              <a:hueOff val="0"/>
              <a:satOff val="0"/>
              <a:lumOff val="0"/>
              <a:alphaOff val="0"/>
            </a:srgbClr>
          </a:effectRef>
          <a:fontRef idx="minor">
            <a:sysClr val="window" lastClr="FFFFFF"/>
          </a:fontRef>
        </p:style>
        <p:txBody>
          <a:bodyPr spcFirstLastPara="0" vert="horz" wrap="square" lIns="80010" tIns="349309" rIns="523299" bIns="440304" numCol="1" spcCol="1270" anchor="ctr" anchorCtr="0">
            <a:noAutofit/>
          </a:bodyPr>
          <a:lstStyle/>
          <a:p>
            <a:pPr marL="0" lvl="0" indent="0" algn="l" defTabSz="933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2100" kern="12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7" name="文本框 56"/>
          <p:cNvSpPr txBox="1"/>
          <p:nvPr>
            <p:custDataLst>
              <p:tags r:id="rId7"/>
            </p:custDataLst>
          </p:nvPr>
        </p:nvSpPr>
        <p:spPr>
          <a:xfrm>
            <a:off x="6684278" y="1758048"/>
            <a:ext cx="459585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altLang="zh-CN" b="1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02</a:t>
            </a:r>
            <a:endParaRPr lang="zh-CN" altLang="en-US" b="1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8" name="文本框 57"/>
          <p:cNvSpPr txBox="1"/>
          <p:nvPr>
            <p:custDataLst>
              <p:tags r:id="rId8"/>
            </p:custDataLst>
          </p:nvPr>
        </p:nvSpPr>
        <p:spPr>
          <a:xfrm>
            <a:off x="7119762" y="1725136"/>
            <a:ext cx="1553995" cy="435156"/>
          </a:xfrm>
          <a:prstGeom prst="rect">
            <a:avLst/>
          </a:prstGeom>
          <a:noFill/>
        </p:spPr>
        <p:txBody>
          <a:bodyPr wrap="square" rtlCol="0">
            <a:normAutofit fontScale="80000" lnSpcReduction="10000"/>
          </a:bodyPr>
          <a:lstStyle/>
          <a:p>
            <a:pPr algn="ctr">
              <a:lnSpc>
                <a:spcPct val="120000"/>
              </a:lnSpc>
            </a:pPr>
            <a:r>
              <a:rPr lang="zh-CN" altLang="en-US" b="1" spc="30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试运行及验收</a:t>
            </a:r>
            <a:endParaRPr lang="zh-CN" altLang="en-US" b="1" spc="300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9" name="文本框 58"/>
          <p:cNvSpPr txBox="1"/>
          <p:nvPr>
            <p:custDataLst>
              <p:tags r:id="rId9"/>
            </p:custDataLst>
          </p:nvPr>
        </p:nvSpPr>
        <p:spPr>
          <a:xfrm>
            <a:off x="6601587" y="4952407"/>
            <a:ext cx="2199345" cy="114359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zh-CN" altLang="en-US" sz="1400" dirty="0">
                <a:sym typeface="+mn-ea"/>
              </a:rPr>
              <a:t>人月</a:t>
            </a:r>
            <a:endParaRPr lang="zh-CN" sz="1400" dirty="0"/>
          </a:p>
          <a:p>
            <a:pPr>
              <a:lnSpc>
                <a:spcPct val="120000"/>
              </a:lnSpc>
            </a:pPr>
            <a:endParaRPr lang="en-US" altLang="zh-CN" sz="1400" spc="150" dirty="0">
              <a:solidFill>
                <a:srgbClr val="000000">
                  <a:lumMod val="50000"/>
                  <a:lumOff val="50000"/>
                </a:srgb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spc="150" dirty="0">
                <a:solidFill>
                  <a:srgbClr val="000000">
                    <a:lumMod val="50000"/>
                    <a:lumOff val="50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     </a:t>
            </a:r>
            <a:r>
              <a:rPr lang="zh-CN" altLang="en-US" sz="1400" spc="150" dirty="0">
                <a:solidFill>
                  <a:srgbClr val="000000">
                    <a:lumMod val="50000"/>
                    <a:lumOff val="50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en-US" altLang="zh-CN" sz="1400" spc="150" dirty="0">
                <a:solidFill>
                  <a:srgbClr val="000000">
                    <a:lumMod val="50000"/>
                    <a:lumOff val="50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 </a:t>
            </a:r>
            <a:endParaRPr lang="zh-CN" altLang="en-US" sz="1400" spc="150" dirty="0">
              <a:solidFill>
                <a:srgbClr val="000000">
                  <a:lumMod val="50000"/>
                  <a:lumOff val="50000"/>
                </a:srgb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65" name="直接连接符 64"/>
          <p:cNvCxnSpPr/>
          <p:nvPr>
            <p:custDataLst>
              <p:tags r:id="rId10"/>
            </p:custDataLst>
          </p:nvPr>
        </p:nvCxnSpPr>
        <p:spPr>
          <a:xfrm>
            <a:off x="6135953" y="2809341"/>
            <a:ext cx="0" cy="2520000"/>
          </a:xfrm>
          <a:prstGeom prst="line">
            <a:avLst/>
          </a:prstGeom>
          <a:noFill/>
          <a:ln w="3175" cap="flat" cmpd="sng" algn="ctr">
            <a:solidFill>
              <a:sysClr val="window" lastClr="FFFFFF">
                <a:lumMod val="75000"/>
              </a:sysClr>
            </a:solidFill>
            <a:prstDash val="sysDash"/>
            <a:miter lim="800000"/>
          </a:ln>
          <a:effectLst/>
        </p:spPr>
        <p:style>
          <a:lnRef idx="1">
            <a:srgbClr val="1F74AD"/>
          </a:lnRef>
          <a:fillRef idx="0">
            <a:srgbClr val="1F74AD"/>
          </a:fillRef>
          <a:effectRef idx="0">
            <a:srgbClr val="1F74AD"/>
          </a:effectRef>
          <a:fontRef idx="minor">
            <a:srgbClr val="000000"/>
          </a:fontRef>
        </p:style>
      </p:cxnSp>
      <p:sp>
        <p:nvSpPr>
          <p:cNvPr id="175" name="文本框 174"/>
          <p:cNvSpPr txBox="1"/>
          <p:nvPr>
            <p:custDataLst>
              <p:tags r:id="rId11"/>
            </p:custDataLst>
          </p:nvPr>
        </p:nvSpPr>
        <p:spPr>
          <a:xfrm>
            <a:off x="1059180" y="5649595"/>
            <a:ext cx="8070215" cy="303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buClrTx/>
              <a:buSzTx/>
              <a:buFontTx/>
            </a:pPr>
            <a:r>
              <a:rPr lang="zh-CN" altLang="en-US" sz="1200" b="1" kern="100" dirty="0">
                <a:solidFill>
                  <a:schemeClr val="accent2"/>
                </a:solidFill>
                <a:effectLst/>
              </a:rPr>
              <a:t>备注：掌数负责全部实施。</a:t>
            </a:r>
            <a:r>
              <a:rPr lang="en-US" altLang="zh-CN" sz="1200" b="1" kern="100" dirty="0">
                <a:solidFill>
                  <a:schemeClr val="accent2"/>
                </a:solidFill>
                <a:effectLst/>
              </a:rPr>
              <a:t>T</a:t>
            </a:r>
            <a:r>
              <a:rPr lang="zh-CN" altLang="en-US" sz="1200" b="1" kern="100" dirty="0">
                <a:solidFill>
                  <a:schemeClr val="accent2"/>
                </a:solidFill>
                <a:effectLst/>
              </a:rPr>
              <a:t>为具体入场时间。</a:t>
            </a:r>
            <a:endParaRPr lang="zh-CN" altLang="en-US" sz="1200" b="1" kern="100" dirty="0">
              <a:solidFill>
                <a:schemeClr val="accent2"/>
              </a:solidFill>
              <a:effectLst/>
            </a:endParaRPr>
          </a:p>
        </p:txBody>
      </p:sp>
      <p:sp>
        <p:nvSpPr>
          <p:cNvPr id="4" name="文本框 3"/>
          <p:cNvSpPr txBox="1"/>
          <p:nvPr>
            <p:custDataLst>
              <p:tags r:id="rId12"/>
            </p:custDataLst>
          </p:nvPr>
        </p:nvSpPr>
        <p:spPr>
          <a:xfrm>
            <a:off x="1101725" y="2414270"/>
            <a:ext cx="2743835" cy="320040"/>
          </a:xfrm>
          <a:prstGeom prst="rect">
            <a:avLst/>
          </a:prstGeom>
          <a:noFill/>
        </p:spPr>
        <p:txBody>
          <a:bodyPr wrap="square" rtlCol="0">
            <a:normAutofit fontScale="25000" lnSpcReduction="20000"/>
          </a:bodyPr>
          <a:lstStyle/>
          <a:p>
            <a:pPr algn="ctr"/>
            <a:endParaRPr lang="en-US" sz="1400" dirty="0">
              <a:sym typeface="+mn-ea"/>
            </a:endParaRPr>
          </a:p>
          <a:p>
            <a:pPr algn="ctr"/>
            <a:endParaRPr lang="en-US" sz="1400" dirty="0">
              <a:sym typeface="+mn-ea"/>
            </a:endParaRPr>
          </a:p>
          <a:p>
            <a:pPr algn="ctr"/>
            <a:r>
              <a:rPr lang="zh-CN" altLang="en-US" sz="4665" spc="150" dirty="0">
                <a:solidFill>
                  <a:srgbClr val="000000">
                    <a:lumMod val="50000"/>
                    <a:lumOff val="5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①</a:t>
            </a:r>
            <a:r>
              <a:rPr lang="zh-CN" altLang="en-US" sz="466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迁移调研与方案设计</a:t>
            </a:r>
            <a:r>
              <a:rPr lang="en-US" altLang="zh-CN" sz="466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T+1</a:t>
            </a:r>
            <a:r>
              <a:rPr lang="zh-CN" altLang="en-US" sz="466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个月</a:t>
            </a:r>
            <a:endParaRPr lang="zh-CN" altLang="en-US" sz="4665" b="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endParaRPr lang="zh-CN" altLang="en-US" sz="4665" spc="150" dirty="0">
              <a:solidFill>
                <a:srgbClr val="000000">
                  <a:lumMod val="50000"/>
                  <a:lumOff val="5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13"/>
            </p:custDataLst>
          </p:nvPr>
        </p:nvSpPr>
        <p:spPr>
          <a:xfrm>
            <a:off x="505460" y="3152775"/>
            <a:ext cx="2900680" cy="320040"/>
          </a:xfrm>
          <a:prstGeom prst="rect">
            <a:avLst/>
          </a:prstGeom>
          <a:noFill/>
        </p:spPr>
        <p:txBody>
          <a:bodyPr wrap="square" rtlCol="0">
            <a:normAutofit fontScale="25000" lnSpcReduction="20000"/>
          </a:bodyPr>
          <a:lstStyle/>
          <a:p>
            <a:pPr algn="ctr"/>
            <a:endParaRPr lang="en-US" sz="1400" dirty="0">
              <a:sym typeface="+mn-ea"/>
            </a:endParaRPr>
          </a:p>
          <a:p>
            <a:pPr algn="ctr"/>
            <a:endParaRPr lang="en-US" sz="1400" dirty="0">
              <a:sym typeface="+mn-ea"/>
            </a:endParaRPr>
          </a:p>
          <a:p>
            <a:pPr algn="ctr"/>
            <a:r>
              <a:rPr lang="zh-CN" altLang="en-US" sz="4665" spc="150" dirty="0">
                <a:solidFill>
                  <a:srgbClr val="000000">
                    <a:lumMod val="50000"/>
                    <a:lumOff val="5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②元数据及</a:t>
            </a:r>
            <a:r>
              <a:rPr lang="zh-CN" sz="466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存储过程函数迁移</a:t>
            </a:r>
            <a:r>
              <a:rPr lang="en-US" altLang="zh-CN" sz="466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T+2</a:t>
            </a:r>
            <a:r>
              <a:rPr lang="zh-CN" altLang="en-US" sz="466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个月</a:t>
            </a:r>
            <a:endParaRPr lang="zh-CN" altLang="en-US" sz="4665" b="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 sz="4665" spc="150" dirty="0">
              <a:solidFill>
                <a:srgbClr val="000000">
                  <a:lumMod val="50000"/>
                  <a:lumOff val="5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14"/>
            </p:custDataLst>
          </p:nvPr>
        </p:nvSpPr>
        <p:spPr>
          <a:xfrm>
            <a:off x="1101725" y="3927475"/>
            <a:ext cx="2743835" cy="320040"/>
          </a:xfrm>
          <a:prstGeom prst="rect">
            <a:avLst/>
          </a:prstGeom>
          <a:noFill/>
        </p:spPr>
        <p:txBody>
          <a:bodyPr wrap="square" rtlCol="0">
            <a:normAutofit fontScale="25000" lnSpcReduction="20000"/>
          </a:bodyPr>
          <a:lstStyle/>
          <a:p>
            <a:pPr algn="ctr"/>
            <a:endParaRPr lang="en-US" sz="1400" dirty="0">
              <a:sym typeface="+mn-ea"/>
            </a:endParaRPr>
          </a:p>
          <a:p>
            <a:pPr algn="ctr"/>
            <a:endParaRPr lang="en-US" sz="1400" dirty="0">
              <a:sym typeface="+mn-ea"/>
            </a:endParaRPr>
          </a:p>
          <a:p>
            <a:pPr algn="ctr"/>
            <a:r>
              <a:rPr lang="zh-CN" sz="466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③数据</a:t>
            </a:r>
            <a:r>
              <a:rPr lang="zh-CN" altLang="en-US" sz="466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迁移</a:t>
            </a:r>
            <a:r>
              <a:rPr lang="en-US" altLang="zh-CN" sz="466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+</a:t>
            </a:r>
            <a:r>
              <a:rPr lang="zh-CN" altLang="en-US" sz="466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程序验证</a:t>
            </a:r>
            <a:r>
              <a:rPr lang="en-US" altLang="zh-CN" sz="466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T+3</a:t>
            </a:r>
            <a:r>
              <a:rPr lang="zh-CN" altLang="en-US" sz="466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个月</a:t>
            </a:r>
            <a:endParaRPr lang="zh-CN" altLang="en-US" sz="4665" b="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 sz="4665" spc="150" dirty="0">
              <a:solidFill>
                <a:srgbClr val="000000">
                  <a:lumMod val="50000"/>
                  <a:lumOff val="5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15"/>
            </p:custDataLst>
          </p:nvPr>
        </p:nvSpPr>
        <p:spPr>
          <a:xfrm>
            <a:off x="1836420" y="4588510"/>
            <a:ext cx="3096895" cy="320040"/>
          </a:xfrm>
          <a:prstGeom prst="rect">
            <a:avLst/>
          </a:prstGeom>
          <a:noFill/>
        </p:spPr>
        <p:txBody>
          <a:bodyPr wrap="square" rtlCol="0">
            <a:normAutofit fontScale="25000" lnSpcReduction="20000"/>
          </a:bodyPr>
          <a:lstStyle/>
          <a:p>
            <a:pPr algn="ctr"/>
            <a:endParaRPr lang="en-US" sz="1400" dirty="0">
              <a:sym typeface="+mn-ea"/>
            </a:endParaRPr>
          </a:p>
          <a:p>
            <a:pPr algn="ctr"/>
            <a:endParaRPr lang="en-US" sz="1400" dirty="0">
              <a:sym typeface="+mn-ea"/>
            </a:endParaRPr>
          </a:p>
          <a:p>
            <a:pPr algn="ctr"/>
            <a:r>
              <a:rPr lang="zh-CN" sz="466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⑤数据迁移及验证、标准调整</a:t>
            </a:r>
            <a:r>
              <a:rPr lang="en-US" altLang="zh-CN" sz="466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T+6</a:t>
            </a:r>
            <a:r>
              <a:rPr lang="zh-CN" altLang="en-US" sz="466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个月</a:t>
            </a:r>
            <a:endParaRPr lang="zh-CN" altLang="en-US" sz="4665" b="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 sz="4665" spc="150" dirty="0">
              <a:solidFill>
                <a:srgbClr val="000000">
                  <a:lumMod val="50000"/>
                  <a:lumOff val="5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9" name="右箭头标注 8"/>
          <p:cNvSpPr/>
          <p:nvPr/>
        </p:nvSpPr>
        <p:spPr>
          <a:xfrm rot="5400000">
            <a:off x="2132330" y="1531620"/>
            <a:ext cx="693420" cy="2452370"/>
          </a:xfrm>
          <a:prstGeom prst="rightArrowCallout">
            <a:avLst>
              <a:gd name="adj1" fmla="val 24965"/>
              <a:gd name="adj2" fmla="val 31171"/>
              <a:gd name="adj3" fmla="val 29567"/>
              <a:gd name="adj4" fmla="val 64977"/>
            </a:avLst>
          </a:prstGeom>
          <a:noFill/>
          <a:ln w="28575" cmpd="sng">
            <a:solidFill>
              <a:schemeClr val="accent5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右箭头标注 10"/>
          <p:cNvSpPr/>
          <p:nvPr/>
        </p:nvSpPr>
        <p:spPr>
          <a:xfrm rot="5400000">
            <a:off x="1609090" y="2065655"/>
            <a:ext cx="693420" cy="2900680"/>
          </a:xfrm>
          <a:prstGeom prst="rightArrowCallout">
            <a:avLst>
              <a:gd name="adj1" fmla="val 24965"/>
              <a:gd name="adj2" fmla="val 31171"/>
              <a:gd name="adj3" fmla="val 29567"/>
              <a:gd name="adj4" fmla="val 64977"/>
            </a:avLst>
          </a:prstGeom>
          <a:noFill/>
          <a:ln w="28575" cmpd="sng">
            <a:solidFill>
              <a:schemeClr val="accent5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右箭头标注 11"/>
          <p:cNvSpPr/>
          <p:nvPr/>
        </p:nvSpPr>
        <p:spPr>
          <a:xfrm rot="5400000">
            <a:off x="2132330" y="3048000"/>
            <a:ext cx="693420" cy="2452370"/>
          </a:xfrm>
          <a:prstGeom prst="rightArrowCallout">
            <a:avLst>
              <a:gd name="adj1" fmla="val 24965"/>
              <a:gd name="adj2" fmla="val 31171"/>
              <a:gd name="adj3" fmla="val 29567"/>
              <a:gd name="adj4" fmla="val 64977"/>
            </a:avLst>
          </a:prstGeom>
          <a:noFill/>
          <a:ln w="28575" cmpd="sng">
            <a:solidFill>
              <a:schemeClr val="accent5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6"/>
            </p:custDataLst>
          </p:nvPr>
        </p:nvSpPr>
        <p:spPr>
          <a:xfrm>
            <a:off x="3853499" y="3324619"/>
            <a:ext cx="1952941" cy="516255"/>
          </a:xfrm>
          <a:prstGeom prst="rect">
            <a:avLst/>
          </a:prstGeom>
          <a:noFill/>
        </p:spPr>
        <p:txBody>
          <a:bodyPr wrap="square" rtlCol="0">
            <a:normAutofit fontScale="25000" lnSpcReduction="20000"/>
          </a:bodyPr>
          <a:lstStyle/>
          <a:p>
            <a:pPr algn="ctr"/>
            <a:endParaRPr lang="en-US" sz="1400" dirty="0">
              <a:sym typeface="+mn-ea"/>
            </a:endParaRPr>
          </a:p>
          <a:p>
            <a:pPr algn="ctr"/>
            <a:endParaRPr lang="en-US" sz="1400" dirty="0">
              <a:sym typeface="+mn-ea"/>
            </a:endParaRPr>
          </a:p>
          <a:p>
            <a:pPr algn="ctr"/>
            <a:r>
              <a:rPr lang="zh-CN" sz="466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④</a:t>
            </a:r>
            <a:r>
              <a:rPr lang="zh-CN" sz="466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调度运维+ETL改造迁移</a:t>
            </a:r>
            <a:endParaRPr lang="en-US" altLang="zh-CN" sz="4665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ctr"/>
            <a:r>
              <a:rPr lang="en-US" altLang="zh-CN" sz="466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T+5</a:t>
            </a:r>
            <a:r>
              <a:rPr lang="zh-CN" altLang="en-US" sz="466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个月</a:t>
            </a:r>
            <a:r>
              <a:rPr lang="en-US" altLang="zh-CN" sz="466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sz="4665" b="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endParaRPr lang="zh-CN" sz="4665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172845" y="4690110"/>
            <a:ext cx="4311015" cy="306070"/>
          </a:xfrm>
          <a:prstGeom prst="rect">
            <a:avLst/>
          </a:prstGeom>
          <a:noFill/>
          <a:ln w="28575" cmpd="sng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右箭头标注 14"/>
          <p:cNvSpPr/>
          <p:nvPr/>
        </p:nvSpPr>
        <p:spPr>
          <a:xfrm rot="5400000">
            <a:off x="4177665" y="2720340"/>
            <a:ext cx="1349375" cy="2452370"/>
          </a:xfrm>
          <a:prstGeom prst="rightArrowCallout">
            <a:avLst>
              <a:gd name="adj1" fmla="val 53595"/>
              <a:gd name="adj2" fmla="val 31647"/>
              <a:gd name="adj3" fmla="val 22408"/>
              <a:gd name="adj4" fmla="val 47788"/>
            </a:avLst>
          </a:prstGeom>
          <a:noFill/>
          <a:ln w="28575" cmpd="sng">
            <a:solidFill>
              <a:schemeClr val="accent5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7"/>
            </p:custDataLst>
          </p:nvPr>
        </p:nvSpPr>
        <p:spPr>
          <a:xfrm>
            <a:off x="7020560" y="3371215"/>
            <a:ext cx="3096895" cy="320040"/>
          </a:xfrm>
          <a:prstGeom prst="rect">
            <a:avLst/>
          </a:prstGeom>
          <a:noFill/>
        </p:spPr>
        <p:txBody>
          <a:bodyPr wrap="square" rtlCol="0">
            <a:normAutofit fontScale="25000" lnSpcReduction="20000"/>
          </a:bodyPr>
          <a:lstStyle/>
          <a:p>
            <a:pPr algn="ctr"/>
            <a:endParaRPr lang="en-US" sz="1400" dirty="0">
              <a:sym typeface="+mn-ea"/>
            </a:endParaRPr>
          </a:p>
          <a:p>
            <a:pPr algn="ctr"/>
            <a:endParaRPr lang="en-US" sz="1400" dirty="0">
              <a:sym typeface="+mn-ea"/>
            </a:endParaRPr>
          </a:p>
          <a:p>
            <a:pPr algn="ctr"/>
            <a:r>
              <a:rPr lang="zh-CN" sz="466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⑥</a:t>
            </a:r>
            <a:r>
              <a:rPr lang="zh-CN" sz="466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系统并行及验收</a:t>
            </a:r>
            <a:r>
              <a:rPr lang="en-US" altLang="zh-CN" sz="466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T+2</a:t>
            </a:r>
            <a:r>
              <a:rPr lang="zh-CN" altLang="en-US" sz="466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个月</a:t>
            </a:r>
            <a:endParaRPr lang="zh-CN" altLang="en-US" sz="4665" b="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 sz="4665" spc="150" dirty="0">
              <a:solidFill>
                <a:srgbClr val="000000">
                  <a:lumMod val="50000"/>
                  <a:lumOff val="5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7" name="矩形 16"/>
          <p:cNvSpPr/>
          <p:nvPr>
            <p:custDataLst>
              <p:tags r:id="rId18"/>
            </p:custDataLst>
          </p:nvPr>
        </p:nvSpPr>
        <p:spPr>
          <a:xfrm>
            <a:off x="6356985" y="3472815"/>
            <a:ext cx="4311015" cy="306070"/>
          </a:xfrm>
          <a:prstGeom prst="rect">
            <a:avLst/>
          </a:prstGeom>
          <a:noFill/>
          <a:ln w="28575" cmpd="sng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3799253" y="4712718"/>
            <a:ext cx="5114286" cy="982148"/>
            <a:chOff x="3946587" y="5242131"/>
            <a:chExt cx="5114286" cy="982148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027"/>
            <a:stretch>
              <a:fillRect/>
            </a:stretch>
          </p:blipFill>
          <p:spPr>
            <a:xfrm>
              <a:off x="3946587" y="5277589"/>
              <a:ext cx="948656" cy="892671"/>
            </a:xfrm>
            <a:prstGeom prst="rect">
              <a:avLst/>
            </a:prstGeom>
          </p:spPr>
        </p:pic>
        <p:sp>
          <p:nvSpPr>
            <p:cNvPr id="9" name="KSO_Shape"/>
            <p:cNvSpPr/>
            <p:nvPr/>
          </p:nvSpPr>
          <p:spPr>
            <a:xfrm>
              <a:off x="5095340" y="6018247"/>
              <a:ext cx="192225" cy="152013"/>
            </a:xfrm>
            <a:custGeom>
              <a:avLst/>
              <a:gdLst/>
              <a:ahLst/>
              <a:cxnLst/>
              <a:rect l="l" t="t" r="r" b="b"/>
              <a:pathLst>
                <a:path w="648072" h="400516">
                  <a:moveTo>
                    <a:pt x="324036" y="0"/>
                  </a:moveTo>
                  <a:lnTo>
                    <a:pt x="648072" y="216024"/>
                  </a:lnTo>
                  <a:lnTo>
                    <a:pt x="520183" y="216024"/>
                  </a:lnTo>
                  <a:cubicBezTo>
                    <a:pt x="521934" y="217353"/>
                    <a:pt x="522036" y="218913"/>
                    <a:pt x="522036" y="220497"/>
                  </a:cubicBezTo>
                  <a:lnTo>
                    <a:pt x="522036" y="364511"/>
                  </a:lnTo>
                  <a:cubicBezTo>
                    <a:pt x="522036" y="384396"/>
                    <a:pt x="505916" y="400516"/>
                    <a:pt x="486031" y="400516"/>
                  </a:cubicBezTo>
                  <a:lnTo>
                    <a:pt x="378042" y="400516"/>
                  </a:lnTo>
                  <a:lnTo>
                    <a:pt x="378042" y="256516"/>
                  </a:lnTo>
                  <a:lnTo>
                    <a:pt x="270030" y="256516"/>
                  </a:lnTo>
                  <a:lnTo>
                    <a:pt x="270030" y="400516"/>
                  </a:lnTo>
                  <a:lnTo>
                    <a:pt x="162041" y="400516"/>
                  </a:lnTo>
                  <a:cubicBezTo>
                    <a:pt x="142156" y="400516"/>
                    <a:pt x="126036" y="384396"/>
                    <a:pt x="126036" y="364511"/>
                  </a:cubicBezTo>
                  <a:lnTo>
                    <a:pt x="126036" y="220497"/>
                  </a:lnTo>
                  <a:lnTo>
                    <a:pt x="127889" y="216024"/>
                  </a:lnTo>
                  <a:lnTo>
                    <a:pt x="0" y="216024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600">
                <a:solidFill>
                  <a:schemeClr val="tx2">
                    <a:lumMod val="50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</a:endParaRPr>
            </a:p>
          </p:txBody>
        </p:sp>
        <p:sp>
          <p:nvSpPr>
            <p:cNvPr id="10" name="KSO_Shape"/>
            <p:cNvSpPr/>
            <p:nvPr/>
          </p:nvSpPr>
          <p:spPr>
            <a:xfrm>
              <a:off x="5140374" y="5529444"/>
              <a:ext cx="112042" cy="166131"/>
            </a:xfrm>
            <a:custGeom>
              <a:avLst/>
              <a:gdLst>
                <a:gd name="connsiteX0" fmla="*/ 608252 w 1978606"/>
                <a:gd name="connsiteY0" fmla="*/ 0 h 3092264"/>
                <a:gd name="connsiteX1" fmla="*/ 720410 w 1978606"/>
                <a:gd name="connsiteY1" fmla="*/ 112000 h 3092264"/>
                <a:gd name="connsiteX2" fmla="*/ 877432 w 1978606"/>
                <a:gd name="connsiteY2" fmla="*/ 672000 h 3092264"/>
                <a:gd name="connsiteX3" fmla="*/ 832568 w 1978606"/>
                <a:gd name="connsiteY3" fmla="*/ 828801 h 3092264"/>
                <a:gd name="connsiteX4" fmla="*/ 563388 w 1978606"/>
                <a:gd name="connsiteY4" fmla="*/ 985601 h 3092264"/>
                <a:gd name="connsiteX5" fmla="*/ 1079317 w 1978606"/>
                <a:gd name="connsiteY5" fmla="*/ 2172802 h 3092264"/>
                <a:gd name="connsiteX6" fmla="*/ 1348497 w 1978606"/>
                <a:gd name="connsiteY6" fmla="*/ 2016002 h 3092264"/>
                <a:gd name="connsiteX7" fmla="*/ 1505519 w 1978606"/>
                <a:gd name="connsiteY7" fmla="*/ 2038402 h 3092264"/>
                <a:gd name="connsiteX8" fmla="*/ 1931721 w 1978606"/>
                <a:gd name="connsiteY8" fmla="*/ 2464003 h 3092264"/>
                <a:gd name="connsiteX9" fmla="*/ 1954153 w 1978606"/>
                <a:gd name="connsiteY9" fmla="*/ 2620803 h 3092264"/>
                <a:gd name="connsiteX10" fmla="*/ 1707404 w 1978606"/>
                <a:gd name="connsiteY10" fmla="*/ 3001603 h 3092264"/>
                <a:gd name="connsiteX11" fmla="*/ 1483087 w 1978606"/>
                <a:gd name="connsiteY11" fmla="*/ 3046403 h 3092264"/>
                <a:gd name="connsiteX12" fmla="*/ 2596 w 1978606"/>
                <a:gd name="connsiteY12" fmla="*/ 179200 h 3092264"/>
                <a:gd name="connsiteX13" fmla="*/ 159618 w 1978606"/>
                <a:gd name="connsiteY13" fmla="*/ 44800 h 3092264"/>
                <a:gd name="connsiteX14" fmla="*/ 608252 w 1978606"/>
                <a:gd name="connsiteY14" fmla="*/ 0 h 3092264"/>
                <a:gd name="connsiteX0-1" fmla="*/ 608252 w 1978606"/>
                <a:gd name="connsiteY0-2" fmla="*/ 0 h 3092264"/>
                <a:gd name="connsiteX1-3" fmla="*/ 720410 w 1978606"/>
                <a:gd name="connsiteY1-4" fmla="*/ 112000 h 3092264"/>
                <a:gd name="connsiteX2-5" fmla="*/ 877432 w 1978606"/>
                <a:gd name="connsiteY2-6" fmla="*/ 672000 h 3092264"/>
                <a:gd name="connsiteX3-7" fmla="*/ 832568 w 1978606"/>
                <a:gd name="connsiteY3-8" fmla="*/ 828801 h 3092264"/>
                <a:gd name="connsiteX4-9" fmla="*/ 563388 w 1978606"/>
                <a:gd name="connsiteY4-10" fmla="*/ 985601 h 3092264"/>
                <a:gd name="connsiteX5-11" fmla="*/ 1079317 w 1978606"/>
                <a:gd name="connsiteY5-12" fmla="*/ 2172802 h 3092264"/>
                <a:gd name="connsiteX6-13" fmla="*/ 1348497 w 1978606"/>
                <a:gd name="connsiteY6-14" fmla="*/ 2016002 h 3092264"/>
                <a:gd name="connsiteX7-15" fmla="*/ 1505519 w 1978606"/>
                <a:gd name="connsiteY7-16" fmla="*/ 2038402 h 3092264"/>
                <a:gd name="connsiteX8-17" fmla="*/ 1931721 w 1978606"/>
                <a:gd name="connsiteY8-18" fmla="*/ 2464003 h 3092264"/>
                <a:gd name="connsiteX9-19" fmla="*/ 1954153 w 1978606"/>
                <a:gd name="connsiteY9-20" fmla="*/ 2620803 h 3092264"/>
                <a:gd name="connsiteX10-21" fmla="*/ 1707404 w 1978606"/>
                <a:gd name="connsiteY10-22" fmla="*/ 3001603 h 3092264"/>
                <a:gd name="connsiteX11-23" fmla="*/ 1483087 w 1978606"/>
                <a:gd name="connsiteY11-24" fmla="*/ 3046403 h 3092264"/>
                <a:gd name="connsiteX12-25" fmla="*/ 2596 w 1978606"/>
                <a:gd name="connsiteY12-26" fmla="*/ 179200 h 3092264"/>
                <a:gd name="connsiteX13-27" fmla="*/ 159618 w 1978606"/>
                <a:gd name="connsiteY13-28" fmla="*/ 44800 h 3092264"/>
                <a:gd name="connsiteX14-29" fmla="*/ 608252 w 1978606"/>
                <a:gd name="connsiteY14-30" fmla="*/ 0 h 3092264"/>
                <a:gd name="connsiteX0-31" fmla="*/ 608252 w 1978606"/>
                <a:gd name="connsiteY0-32" fmla="*/ 0 h 3092264"/>
                <a:gd name="connsiteX1-33" fmla="*/ 720410 w 1978606"/>
                <a:gd name="connsiteY1-34" fmla="*/ 112000 h 3092264"/>
                <a:gd name="connsiteX2-35" fmla="*/ 877432 w 1978606"/>
                <a:gd name="connsiteY2-36" fmla="*/ 672000 h 3092264"/>
                <a:gd name="connsiteX3-37" fmla="*/ 832568 w 1978606"/>
                <a:gd name="connsiteY3-38" fmla="*/ 828801 h 3092264"/>
                <a:gd name="connsiteX4-39" fmla="*/ 563388 w 1978606"/>
                <a:gd name="connsiteY4-40" fmla="*/ 985601 h 3092264"/>
                <a:gd name="connsiteX5-41" fmla="*/ 1079317 w 1978606"/>
                <a:gd name="connsiteY5-42" fmla="*/ 2172802 h 3092264"/>
                <a:gd name="connsiteX6-43" fmla="*/ 1326200 w 1978606"/>
                <a:gd name="connsiteY6-44" fmla="*/ 2010428 h 3092264"/>
                <a:gd name="connsiteX7-45" fmla="*/ 1505519 w 1978606"/>
                <a:gd name="connsiteY7-46" fmla="*/ 2038402 h 3092264"/>
                <a:gd name="connsiteX8-47" fmla="*/ 1931721 w 1978606"/>
                <a:gd name="connsiteY8-48" fmla="*/ 2464003 h 3092264"/>
                <a:gd name="connsiteX9-49" fmla="*/ 1954153 w 1978606"/>
                <a:gd name="connsiteY9-50" fmla="*/ 2620803 h 3092264"/>
                <a:gd name="connsiteX10-51" fmla="*/ 1707404 w 1978606"/>
                <a:gd name="connsiteY10-52" fmla="*/ 3001603 h 3092264"/>
                <a:gd name="connsiteX11-53" fmla="*/ 1483087 w 1978606"/>
                <a:gd name="connsiteY11-54" fmla="*/ 3046403 h 3092264"/>
                <a:gd name="connsiteX12-55" fmla="*/ 2596 w 1978606"/>
                <a:gd name="connsiteY12-56" fmla="*/ 179200 h 3092264"/>
                <a:gd name="connsiteX13-57" fmla="*/ 159618 w 1978606"/>
                <a:gd name="connsiteY13-58" fmla="*/ 44800 h 3092264"/>
                <a:gd name="connsiteX14-59" fmla="*/ 608252 w 1978606"/>
                <a:gd name="connsiteY14-60" fmla="*/ 0 h 3092264"/>
                <a:gd name="connsiteX0-61" fmla="*/ 608252 w 1978606"/>
                <a:gd name="connsiteY0-62" fmla="*/ 0 h 3092264"/>
                <a:gd name="connsiteX1-63" fmla="*/ 720410 w 1978606"/>
                <a:gd name="connsiteY1-64" fmla="*/ 112000 h 3092264"/>
                <a:gd name="connsiteX2-65" fmla="*/ 877432 w 1978606"/>
                <a:gd name="connsiteY2-66" fmla="*/ 672000 h 3092264"/>
                <a:gd name="connsiteX3-67" fmla="*/ 832568 w 1978606"/>
                <a:gd name="connsiteY3-68" fmla="*/ 828801 h 3092264"/>
                <a:gd name="connsiteX4-69" fmla="*/ 563388 w 1978606"/>
                <a:gd name="connsiteY4-70" fmla="*/ 985601 h 3092264"/>
                <a:gd name="connsiteX5-71" fmla="*/ 1079317 w 1978606"/>
                <a:gd name="connsiteY5-72" fmla="*/ 2172802 h 3092264"/>
                <a:gd name="connsiteX6-73" fmla="*/ 1337349 w 1978606"/>
                <a:gd name="connsiteY6-74" fmla="*/ 2010428 h 3092264"/>
                <a:gd name="connsiteX7-75" fmla="*/ 1505519 w 1978606"/>
                <a:gd name="connsiteY7-76" fmla="*/ 2038402 h 3092264"/>
                <a:gd name="connsiteX8-77" fmla="*/ 1931721 w 1978606"/>
                <a:gd name="connsiteY8-78" fmla="*/ 2464003 h 3092264"/>
                <a:gd name="connsiteX9-79" fmla="*/ 1954153 w 1978606"/>
                <a:gd name="connsiteY9-80" fmla="*/ 2620803 h 3092264"/>
                <a:gd name="connsiteX10-81" fmla="*/ 1707404 w 1978606"/>
                <a:gd name="connsiteY10-82" fmla="*/ 3001603 h 3092264"/>
                <a:gd name="connsiteX11-83" fmla="*/ 1483087 w 1978606"/>
                <a:gd name="connsiteY11-84" fmla="*/ 3046403 h 3092264"/>
                <a:gd name="connsiteX12-85" fmla="*/ 2596 w 1978606"/>
                <a:gd name="connsiteY12-86" fmla="*/ 179200 h 3092264"/>
                <a:gd name="connsiteX13-87" fmla="*/ 159618 w 1978606"/>
                <a:gd name="connsiteY13-88" fmla="*/ 44800 h 3092264"/>
                <a:gd name="connsiteX14-89" fmla="*/ 608252 w 1978606"/>
                <a:gd name="connsiteY14-90" fmla="*/ 0 h 3092264"/>
                <a:gd name="connsiteX0-91" fmla="*/ 608252 w 1978606"/>
                <a:gd name="connsiteY0-92" fmla="*/ 0 h 3092264"/>
                <a:gd name="connsiteX1-93" fmla="*/ 720410 w 1978606"/>
                <a:gd name="connsiteY1-94" fmla="*/ 112000 h 3092264"/>
                <a:gd name="connsiteX2-95" fmla="*/ 877432 w 1978606"/>
                <a:gd name="connsiteY2-96" fmla="*/ 672000 h 3092264"/>
                <a:gd name="connsiteX3-97" fmla="*/ 832568 w 1978606"/>
                <a:gd name="connsiteY3-98" fmla="*/ 828801 h 3092264"/>
                <a:gd name="connsiteX4-99" fmla="*/ 563388 w 1978606"/>
                <a:gd name="connsiteY4-100" fmla="*/ 985601 h 3092264"/>
                <a:gd name="connsiteX5-101" fmla="*/ 1079317 w 1978606"/>
                <a:gd name="connsiteY5-102" fmla="*/ 2172802 h 3092264"/>
                <a:gd name="connsiteX6-103" fmla="*/ 1337349 w 1978606"/>
                <a:gd name="connsiteY6-104" fmla="*/ 2010428 h 3092264"/>
                <a:gd name="connsiteX7-105" fmla="*/ 1505519 w 1978606"/>
                <a:gd name="connsiteY7-106" fmla="*/ 2038402 h 3092264"/>
                <a:gd name="connsiteX8-107" fmla="*/ 1931721 w 1978606"/>
                <a:gd name="connsiteY8-108" fmla="*/ 2464003 h 3092264"/>
                <a:gd name="connsiteX9-109" fmla="*/ 1954153 w 1978606"/>
                <a:gd name="connsiteY9-110" fmla="*/ 2620803 h 3092264"/>
                <a:gd name="connsiteX10-111" fmla="*/ 1707404 w 1978606"/>
                <a:gd name="connsiteY10-112" fmla="*/ 3001603 h 3092264"/>
                <a:gd name="connsiteX11-113" fmla="*/ 1483087 w 1978606"/>
                <a:gd name="connsiteY11-114" fmla="*/ 3046403 h 3092264"/>
                <a:gd name="connsiteX12-115" fmla="*/ 2596 w 1978606"/>
                <a:gd name="connsiteY12-116" fmla="*/ 179200 h 3092264"/>
                <a:gd name="connsiteX13-117" fmla="*/ 159618 w 1978606"/>
                <a:gd name="connsiteY13-118" fmla="*/ 44800 h 3092264"/>
                <a:gd name="connsiteX14-119" fmla="*/ 608252 w 1978606"/>
                <a:gd name="connsiteY14-120" fmla="*/ 0 h 3092264"/>
                <a:gd name="connsiteX0-121" fmla="*/ 608252 w 1978606"/>
                <a:gd name="connsiteY0-122" fmla="*/ 0 h 3092264"/>
                <a:gd name="connsiteX1-123" fmla="*/ 720410 w 1978606"/>
                <a:gd name="connsiteY1-124" fmla="*/ 112000 h 3092264"/>
                <a:gd name="connsiteX2-125" fmla="*/ 877432 w 1978606"/>
                <a:gd name="connsiteY2-126" fmla="*/ 672000 h 3092264"/>
                <a:gd name="connsiteX3-127" fmla="*/ 832568 w 1978606"/>
                <a:gd name="connsiteY3-128" fmla="*/ 828801 h 3092264"/>
                <a:gd name="connsiteX4-129" fmla="*/ 563388 w 1978606"/>
                <a:gd name="connsiteY4-130" fmla="*/ 985601 h 3092264"/>
                <a:gd name="connsiteX5-131" fmla="*/ 1079317 w 1978606"/>
                <a:gd name="connsiteY5-132" fmla="*/ 2172802 h 3092264"/>
                <a:gd name="connsiteX6-133" fmla="*/ 1337349 w 1978606"/>
                <a:gd name="connsiteY6-134" fmla="*/ 2010428 h 3092264"/>
                <a:gd name="connsiteX7-135" fmla="*/ 1505519 w 1978606"/>
                <a:gd name="connsiteY7-136" fmla="*/ 2038402 h 3092264"/>
                <a:gd name="connsiteX8-137" fmla="*/ 1931721 w 1978606"/>
                <a:gd name="connsiteY8-138" fmla="*/ 2464003 h 3092264"/>
                <a:gd name="connsiteX9-139" fmla="*/ 1954153 w 1978606"/>
                <a:gd name="connsiteY9-140" fmla="*/ 2620803 h 3092264"/>
                <a:gd name="connsiteX10-141" fmla="*/ 1707404 w 1978606"/>
                <a:gd name="connsiteY10-142" fmla="*/ 3001603 h 3092264"/>
                <a:gd name="connsiteX11-143" fmla="*/ 1483087 w 1978606"/>
                <a:gd name="connsiteY11-144" fmla="*/ 3046403 h 3092264"/>
                <a:gd name="connsiteX12-145" fmla="*/ 2596 w 1978606"/>
                <a:gd name="connsiteY12-146" fmla="*/ 179200 h 3092264"/>
                <a:gd name="connsiteX13-147" fmla="*/ 159618 w 1978606"/>
                <a:gd name="connsiteY13-148" fmla="*/ 44800 h 3092264"/>
                <a:gd name="connsiteX14-149" fmla="*/ 608252 w 1978606"/>
                <a:gd name="connsiteY14-150" fmla="*/ 0 h 309226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</a:cxnLst>
              <a:rect l="l" t="t" r="r" b="b"/>
              <a:pathLst>
                <a:path w="1978606" h="3092264">
                  <a:moveTo>
                    <a:pt x="608252" y="0"/>
                  </a:moveTo>
                  <a:cubicBezTo>
                    <a:pt x="675547" y="0"/>
                    <a:pt x="697978" y="44800"/>
                    <a:pt x="720410" y="112000"/>
                  </a:cubicBezTo>
                  <a:cubicBezTo>
                    <a:pt x="787705" y="291200"/>
                    <a:pt x="832568" y="492800"/>
                    <a:pt x="877432" y="672000"/>
                  </a:cubicBezTo>
                  <a:cubicBezTo>
                    <a:pt x="899864" y="761601"/>
                    <a:pt x="877432" y="806401"/>
                    <a:pt x="832568" y="828801"/>
                  </a:cubicBezTo>
                  <a:cubicBezTo>
                    <a:pt x="742842" y="896001"/>
                    <a:pt x="653115" y="940801"/>
                    <a:pt x="563388" y="985601"/>
                  </a:cubicBezTo>
                  <a:cubicBezTo>
                    <a:pt x="563388" y="1388801"/>
                    <a:pt x="675547" y="1747202"/>
                    <a:pt x="1079317" y="2172802"/>
                  </a:cubicBezTo>
                  <a:cubicBezTo>
                    <a:pt x="1169044" y="2105602"/>
                    <a:pt x="1270188" y="2055228"/>
                    <a:pt x="1337349" y="2010428"/>
                  </a:cubicBezTo>
                  <a:cubicBezTo>
                    <a:pt x="1404510" y="1965628"/>
                    <a:pt x="1454947" y="1993602"/>
                    <a:pt x="1505519" y="2038402"/>
                  </a:cubicBezTo>
                  <a:cubicBezTo>
                    <a:pt x="1640109" y="2172802"/>
                    <a:pt x="1797131" y="2307202"/>
                    <a:pt x="1931721" y="2464003"/>
                  </a:cubicBezTo>
                  <a:cubicBezTo>
                    <a:pt x="1976584" y="2508803"/>
                    <a:pt x="1999016" y="2576003"/>
                    <a:pt x="1954153" y="2620803"/>
                  </a:cubicBezTo>
                  <a:cubicBezTo>
                    <a:pt x="1864426" y="2755203"/>
                    <a:pt x="1797131" y="2867203"/>
                    <a:pt x="1707404" y="3001603"/>
                  </a:cubicBezTo>
                  <a:cubicBezTo>
                    <a:pt x="1640109" y="3113603"/>
                    <a:pt x="1572814" y="3113603"/>
                    <a:pt x="1483087" y="3046403"/>
                  </a:cubicBezTo>
                  <a:cubicBezTo>
                    <a:pt x="496093" y="2329602"/>
                    <a:pt x="-42267" y="1568002"/>
                    <a:pt x="2596" y="179200"/>
                  </a:cubicBezTo>
                  <a:cubicBezTo>
                    <a:pt x="2596" y="89600"/>
                    <a:pt x="25028" y="44800"/>
                    <a:pt x="159618" y="44800"/>
                  </a:cubicBezTo>
                  <a:cubicBezTo>
                    <a:pt x="294208" y="22400"/>
                    <a:pt x="451230" y="0"/>
                    <a:pt x="608252" y="0"/>
                  </a:cubicBez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600">
                <a:solidFill>
                  <a:schemeClr val="tx2">
                    <a:lumMod val="50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5320071" y="5493450"/>
              <a:ext cx="131898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chemeClr val="bg1"/>
                  </a:solidFill>
                  <a:latin typeface="思源黑体 CN Light" panose="020B0300000000000000" charset="-122"/>
                  <a:ea typeface="思源黑体 CN Light" panose="020B0300000000000000" charset="-122"/>
                </a:rPr>
                <a:t>021-58820906</a:t>
              </a:r>
              <a:endParaRPr lang="zh-CN" altLang="en-US" sz="1100" dirty="0">
                <a:solidFill>
                  <a:schemeClr val="bg1"/>
                </a:solidFill>
                <a:latin typeface="思源黑体 CN Light" panose="020B0300000000000000" charset="-122"/>
                <a:ea typeface="思源黑体 CN Light" panose="020B0300000000000000" charset="-122"/>
              </a:endParaRPr>
            </a:p>
          </p:txBody>
        </p:sp>
        <p:sp>
          <p:nvSpPr>
            <p:cNvPr id="12" name="KSO_Shape"/>
            <p:cNvSpPr/>
            <p:nvPr/>
          </p:nvSpPr>
          <p:spPr>
            <a:xfrm>
              <a:off x="5115105" y="5817478"/>
              <a:ext cx="156447" cy="109946"/>
            </a:xfrm>
            <a:custGeom>
              <a:avLst/>
              <a:gdLst>
                <a:gd name="connsiteX0" fmla="*/ 367281 w 529316"/>
                <a:gd name="connsiteY0" fmla="*/ 196274 h 401026"/>
                <a:gd name="connsiteX1" fmla="*/ 355293 w 529316"/>
                <a:gd name="connsiteY1" fmla="*/ 208263 h 401026"/>
                <a:gd name="connsiteX2" fmla="*/ 465090 w 529316"/>
                <a:gd name="connsiteY2" fmla="*/ 318060 h 401026"/>
                <a:gd name="connsiteX3" fmla="*/ 466739 w 529316"/>
                <a:gd name="connsiteY3" fmla="*/ 320716 h 401026"/>
                <a:gd name="connsiteX4" fmla="*/ 491723 w 529316"/>
                <a:gd name="connsiteY4" fmla="*/ 320716 h 401026"/>
                <a:gd name="connsiteX5" fmla="*/ 162035 w 529316"/>
                <a:gd name="connsiteY5" fmla="*/ 196274 h 401026"/>
                <a:gd name="connsiteX6" fmla="*/ 37593 w 529316"/>
                <a:gd name="connsiteY6" fmla="*/ 320716 h 401026"/>
                <a:gd name="connsiteX7" fmla="*/ 62577 w 529316"/>
                <a:gd name="connsiteY7" fmla="*/ 320716 h 401026"/>
                <a:gd name="connsiteX8" fmla="*/ 64225 w 529316"/>
                <a:gd name="connsiteY8" fmla="*/ 318061 h 401026"/>
                <a:gd name="connsiteX9" fmla="*/ 174023 w 529316"/>
                <a:gd name="connsiteY9" fmla="*/ 208263 h 401026"/>
                <a:gd name="connsiteX10" fmla="*/ 46349 w 529316"/>
                <a:gd name="connsiteY10" fmla="*/ 80311 h 401026"/>
                <a:gd name="connsiteX11" fmla="*/ 222791 w 529316"/>
                <a:gd name="connsiteY11" fmla="*/ 256753 h 401026"/>
                <a:gd name="connsiteX12" fmla="*/ 263500 w 529316"/>
                <a:gd name="connsiteY12" fmla="*/ 273616 h 401026"/>
                <a:gd name="connsiteX13" fmla="*/ 264659 w 529316"/>
                <a:gd name="connsiteY13" fmla="*/ 273504 h 401026"/>
                <a:gd name="connsiteX14" fmla="*/ 306525 w 529316"/>
                <a:gd name="connsiteY14" fmla="*/ 256753 h 401026"/>
                <a:gd name="connsiteX15" fmla="*/ 482968 w 529316"/>
                <a:gd name="connsiteY15" fmla="*/ 80311 h 401026"/>
                <a:gd name="connsiteX16" fmla="*/ 458990 w 529316"/>
                <a:gd name="connsiteY16" fmla="*/ 80311 h 401026"/>
                <a:gd name="connsiteX17" fmla="*/ 300904 w 529316"/>
                <a:gd name="connsiteY17" fmla="*/ 238397 h 401026"/>
                <a:gd name="connsiteX18" fmla="*/ 264659 w 529316"/>
                <a:gd name="connsiteY18" fmla="*/ 252899 h 401026"/>
                <a:gd name="connsiteX19" fmla="*/ 263656 w 529316"/>
                <a:gd name="connsiteY19" fmla="*/ 252995 h 401026"/>
                <a:gd name="connsiteX20" fmla="*/ 228412 w 529316"/>
                <a:gd name="connsiteY20" fmla="*/ 238397 h 401026"/>
                <a:gd name="connsiteX21" fmla="*/ 70326 w 529316"/>
                <a:gd name="connsiteY21" fmla="*/ 80311 h 401026"/>
                <a:gd name="connsiteX22" fmla="*/ 92015 w 529316"/>
                <a:gd name="connsiteY22" fmla="*/ 0 h 401026"/>
                <a:gd name="connsiteX23" fmla="*/ 437301 w 529316"/>
                <a:gd name="connsiteY23" fmla="*/ 0 h 401026"/>
                <a:gd name="connsiteX24" fmla="*/ 529316 w 529316"/>
                <a:gd name="connsiteY24" fmla="*/ 92015 h 401026"/>
                <a:gd name="connsiteX25" fmla="*/ 529316 w 529316"/>
                <a:gd name="connsiteY25" fmla="*/ 309011 h 401026"/>
                <a:gd name="connsiteX26" fmla="*/ 437301 w 529316"/>
                <a:gd name="connsiteY26" fmla="*/ 401026 h 401026"/>
                <a:gd name="connsiteX27" fmla="*/ 92015 w 529316"/>
                <a:gd name="connsiteY27" fmla="*/ 401026 h 401026"/>
                <a:gd name="connsiteX28" fmla="*/ 0 w 529316"/>
                <a:gd name="connsiteY28" fmla="*/ 309011 h 401026"/>
                <a:gd name="connsiteX29" fmla="*/ 0 w 529316"/>
                <a:gd name="connsiteY29" fmla="*/ 92015 h 401026"/>
                <a:gd name="connsiteX30" fmla="*/ 92015 w 529316"/>
                <a:gd name="connsiteY30" fmla="*/ 0 h 401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29316" h="401026">
                  <a:moveTo>
                    <a:pt x="367281" y="196274"/>
                  </a:moveTo>
                  <a:lnTo>
                    <a:pt x="355293" y="208263"/>
                  </a:lnTo>
                  <a:lnTo>
                    <a:pt x="465090" y="318060"/>
                  </a:lnTo>
                  <a:cubicBezTo>
                    <a:pt x="465822" y="318792"/>
                    <a:pt x="466527" y="319541"/>
                    <a:pt x="466739" y="320716"/>
                  </a:cubicBezTo>
                  <a:lnTo>
                    <a:pt x="491723" y="320716"/>
                  </a:lnTo>
                  <a:close/>
                  <a:moveTo>
                    <a:pt x="162035" y="196274"/>
                  </a:moveTo>
                  <a:lnTo>
                    <a:pt x="37593" y="320716"/>
                  </a:lnTo>
                  <a:lnTo>
                    <a:pt x="62577" y="320716"/>
                  </a:lnTo>
                  <a:lnTo>
                    <a:pt x="64225" y="318061"/>
                  </a:lnTo>
                  <a:lnTo>
                    <a:pt x="174023" y="208263"/>
                  </a:lnTo>
                  <a:close/>
                  <a:moveTo>
                    <a:pt x="46349" y="80311"/>
                  </a:moveTo>
                  <a:lnTo>
                    <a:pt x="222791" y="256753"/>
                  </a:lnTo>
                  <a:cubicBezTo>
                    <a:pt x="234032" y="267995"/>
                    <a:pt x="248767" y="273616"/>
                    <a:pt x="263500" y="273616"/>
                  </a:cubicBezTo>
                  <a:cubicBezTo>
                    <a:pt x="263887" y="273616"/>
                    <a:pt x="264274" y="273611"/>
                    <a:pt x="264659" y="273504"/>
                  </a:cubicBezTo>
                  <a:cubicBezTo>
                    <a:pt x="279774" y="273906"/>
                    <a:pt x="294989" y="268289"/>
                    <a:pt x="306525" y="256753"/>
                  </a:cubicBezTo>
                  <a:lnTo>
                    <a:pt x="482968" y="80311"/>
                  </a:lnTo>
                  <a:lnTo>
                    <a:pt x="458990" y="80311"/>
                  </a:lnTo>
                  <a:lnTo>
                    <a:pt x="300904" y="238397"/>
                  </a:lnTo>
                  <a:cubicBezTo>
                    <a:pt x="290917" y="248385"/>
                    <a:pt x="277745" y="253247"/>
                    <a:pt x="264659" y="252899"/>
                  </a:cubicBezTo>
                  <a:cubicBezTo>
                    <a:pt x="264325" y="252991"/>
                    <a:pt x="263990" y="252995"/>
                    <a:pt x="263656" y="252995"/>
                  </a:cubicBezTo>
                  <a:cubicBezTo>
                    <a:pt x="250900" y="252995"/>
                    <a:pt x="238144" y="248128"/>
                    <a:pt x="228412" y="238397"/>
                  </a:cubicBezTo>
                  <a:lnTo>
                    <a:pt x="70326" y="80311"/>
                  </a:lnTo>
                  <a:close/>
                  <a:moveTo>
                    <a:pt x="92015" y="0"/>
                  </a:moveTo>
                  <a:lnTo>
                    <a:pt x="437301" y="0"/>
                  </a:lnTo>
                  <a:cubicBezTo>
                    <a:pt x="488119" y="0"/>
                    <a:pt x="529316" y="41197"/>
                    <a:pt x="529316" y="92015"/>
                  </a:cubicBezTo>
                  <a:lnTo>
                    <a:pt x="529316" y="309011"/>
                  </a:lnTo>
                  <a:cubicBezTo>
                    <a:pt x="529316" y="359829"/>
                    <a:pt x="488119" y="401026"/>
                    <a:pt x="437301" y="401026"/>
                  </a:cubicBezTo>
                  <a:lnTo>
                    <a:pt x="92015" y="401026"/>
                  </a:lnTo>
                  <a:cubicBezTo>
                    <a:pt x="41197" y="401026"/>
                    <a:pt x="0" y="359829"/>
                    <a:pt x="0" y="309011"/>
                  </a:cubicBezTo>
                  <a:lnTo>
                    <a:pt x="0" y="92015"/>
                  </a:lnTo>
                  <a:cubicBezTo>
                    <a:pt x="0" y="41197"/>
                    <a:pt x="41197" y="0"/>
                    <a:pt x="92015" y="0"/>
                  </a:cubicBez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600">
                <a:solidFill>
                  <a:schemeClr val="tx2">
                    <a:lumMod val="50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5320072" y="5715495"/>
              <a:ext cx="37408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chemeClr val="bg1"/>
                  </a:solidFill>
                  <a:latin typeface="思源黑体 CN Light" panose="020B0300000000000000" charset="-122"/>
                  <a:ea typeface="思源黑体 CN Light" panose="020B0300000000000000" charset="-122"/>
                </a:rPr>
                <a:t>zhangshu@dataknown.cn</a:t>
              </a:r>
              <a:endParaRPr lang="zh-CN" altLang="en-US" sz="1100" dirty="0">
                <a:solidFill>
                  <a:schemeClr val="bg1"/>
                </a:solidFill>
                <a:latin typeface="思源黑体 CN Light" panose="020B0300000000000000" charset="-122"/>
                <a:ea typeface="思源黑体 CN Light" panose="020B0300000000000000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5320073" y="5962669"/>
              <a:ext cx="364612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思源黑体 CN Light" panose="020B0300000000000000" charset="-122"/>
                  <a:ea typeface="思源黑体 CN Light" panose="020B0300000000000000" charset="-122"/>
                </a:rPr>
                <a:t>www.dataknown.cn 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Light" panose="020B0300000000000000" charset="-122"/>
                <a:ea typeface="思源黑体 CN Light" panose="020B0300000000000000" charset="-122"/>
              </a:endParaRPr>
            </a:p>
          </p:txBody>
        </p:sp>
        <p:sp>
          <p:nvSpPr>
            <p:cNvPr id="15" name="KSO_Shape"/>
            <p:cNvSpPr/>
            <p:nvPr/>
          </p:nvSpPr>
          <p:spPr>
            <a:xfrm>
              <a:off x="5134014" y="5277589"/>
              <a:ext cx="109615" cy="173645"/>
            </a:xfrm>
            <a:custGeom>
              <a:avLst/>
              <a:gdLst/>
              <a:ahLst/>
              <a:cxnLst/>
              <a:rect l="l" t="t" r="r" b="b"/>
              <a:pathLst>
                <a:path w="559792" h="955625">
                  <a:moveTo>
                    <a:pt x="279896" y="194422"/>
                  </a:moveTo>
                  <a:cubicBezTo>
                    <a:pt x="168660" y="194422"/>
                    <a:pt x="78485" y="284596"/>
                    <a:pt x="78485" y="395833"/>
                  </a:cubicBezTo>
                  <a:cubicBezTo>
                    <a:pt x="78485" y="507069"/>
                    <a:pt x="168660" y="597244"/>
                    <a:pt x="279896" y="597244"/>
                  </a:cubicBezTo>
                  <a:cubicBezTo>
                    <a:pt x="391133" y="597244"/>
                    <a:pt x="481307" y="507069"/>
                    <a:pt x="481307" y="395833"/>
                  </a:cubicBezTo>
                  <a:cubicBezTo>
                    <a:pt x="481307" y="284596"/>
                    <a:pt x="391133" y="194422"/>
                    <a:pt x="279896" y="194422"/>
                  </a:cubicBezTo>
                  <a:close/>
                  <a:moveTo>
                    <a:pt x="279896" y="0"/>
                  </a:moveTo>
                  <a:cubicBezTo>
                    <a:pt x="381198" y="-1"/>
                    <a:pt x="482501" y="38646"/>
                    <a:pt x="559792" y="115937"/>
                  </a:cubicBezTo>
                  <a:cubicBezTo>
                    <a:pt x="714375" y="270519"/>
                    <a:pt x="714375" y="521146"/>
                    <a:pt x="559792" y="675729"/>
                  </a:cubicBezTo>
                  <a:lnTo>
                    <a:pt x="279896" y="955625"/>
                  </a:lnTo>
                  <a:lnTo>
                    <a:pt x="0" y="675729"/>
                  </a:lnTo>
                  <a:cubicBezTo>
                    <a:pt x="-154583" y="521146"/>
                    <a:pt x="-154583" y="270519"/>
                    <a:pt x="0" y="115937"/>
                  </a:cubicBezTo>
                  <a:cubicBezTo>
                    <a:pt x="77291" y="38646"/>
                    <a:pt x="178594" y="-1"/>
                    <a:pt x="279896" y="0"/>
                  </a:cubicBez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324000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tx2">
                    <a:lumMod val="50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5309912" y="5242131"/>
              <a:ext cx="353879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solidFill>
                    <a:schemeClr val="bg1"/>
                  </a:solidFill>
                  <a:latin typeface="思源黑体 CN Light" panose="020B0300000000000000" charset="-122"/>
                  <a:ea typeface="思源黑体 CN Light" panose="020B0300000000000000" charset="-122"/>
                </a:rPr>
                <a:t>上海</a:t>
              </a:r>
              <a:r>
                <a:rPr lang="en-US" altLang="zh-CN" sz="1100" dirty="0">
                  <a:solidFill>
                    <a:schemeClr val="bg1"/>
                  </a:solidFill>
                  <a:latin typeface="思源黑体 CN Light" panose="020B0300000000000000" charset="-122"/>
                  <a:ea typeface="思源黑体 CN Light" panose="020B0300000000000000" charset="-122"/>
                </a:rPr>
                <a:t>·</a:t>
              </a:r>
              <a:r>
                <a:rPr lang="zh-CN" altLang="en-US" sz="1100" dirty="0">
                  <a:solidFill>
                    <a:schemeClr val="bg1"/>
                  </a:solidFill>
                  <a:latin typeface="思源黑体 CN Light" panose="020B0300000000000000" charset="-122"/>
                  <a:ea typeface="思源黑体 CN Light" panose="020B0300000000000000" charset="-122"/>
                </a:rPr>
                <a:t>复旦软件园</a:t>
              </a:r>
              <a:r>
                <a:rPr lang="en-US" altLang="zh-CN" sz="1100" dirty="0">
                  <a:solidFill>
                    <a:schemeClr val="bg1"/>
                  </a:solidFill>
                  <a:latin typeface="思源黑体 CN Light" panose="020B0300000000000000" charset="-122"/>
                  <a:ea typeface="思源黑体 CN Light" panose="020B0300000000000000" charset="-122"/>
                </a:rPr>
                <a:t>·</a:t>
              </a:r>
              <a:r>
                <a:rPr lang="zh-CN" altLang="en-US" sz="1100" dirty="0">
                  <a:solidFill>
                    <a:schemeClr val="bg1"/>
                  </a:solidFill>
                  <a:latin typeface="思源黑体 CN Light" panose="020B0300000000000000" charset="-122"/>
                  <a:ea typeface="思源黑体 CN Light" panose="020B0300000000000000" charset="-122"/>
                </a:rPr>
                <a:t>周家嘴路</a:t>
              </a:r>
              <a:r>
                <a:rPr lang="en-US" altLang="zh-CN" sz="1100" dirty="0">
                  <a:solidFill>
                    <a:schemeClr val="bg1"/>
                  </a:solidFill>
                  <a:latin typeface="思源黑体 CN Light" panose="020B0300000000000000" charset="-122"/>
                  <a:ea typeface="思源黑体 CN Light" panose="020B0300000000000000" charset="-122"/>
                </a:rPr>
                <a:t>3388</a:t>
              </a:r>
              <a:r>
                <a:rPr lang="zh-CN" altLang="en-US" sz="1100" dirty="0">
                  <a:solidFill>
                    <a:schemeClr val="bg1"/>
                  </a:solidFill>
                  <a:latin typeface="思源黑体 CN Light" panose="020B0300000000000000" charset="-122"/>
                  <a:ea typeface="思源黑体 CN Light" panose="020B0300000000000000" charset="-122"/>
                </a:rPr>
                <a:t>号</a:t>
              </a:r>
              <a:r>
                <a:rPr lang="en-US" altLang="zh-CN" sz="1100" dirty="0">
                  <a:solidFill>
                    <a:schemeClr val="bg1"/>
                  </a:solidFill>
                  <a:latin typeface="思源黑体 CN Light" panose="020B0300000000000000" charset="-122"/>
                  <a:ea typeface="思源黑体 CN Light" panose="020B0300000000000000" charset="-122"/>
                </a:rPr>
                <a:t>13</a:t>
              </a:r>
              <a:r>
                <a:rPr lang="zh-CN" altLang="en-US" sz="1100" dirty="0">
                  <a:solidFill>
                    <a:schemeClr val="bg1"/>
                  </a:solidFill>
                  <a:latin typeface="思源黑体 CN Light" panose="020B0300000000000000" charset="-122"/>
                  <a:ea typeface="思源黑体 CN Light" panose="020B0300000000000000" charset="-122"/>
                </a:rPr>
                <a:t>号楼</a:t>
              </a:r>
              <a:r>
                <a:rPr lang="en-US" altLang="zh-CN" sz="1100" dirty="0">
                  <a:solidFill>
                    <a:schemeClr val="bg1"/>
                  </a:solidFill>
                  <a:latin typeface="思源黑体 CN Light" panose="020B0300000000000000" charset="-122"/>
                  <a:ea typeface="思源黑体 CN Light" panose="020B0300000000000000" charset="-122"/>
                </a:rPr>
                <a:t>C01-C04</a:t>
              </a:r>
              <a:endParaRPr lang="zh-CN" altLang="en-US" sz="1100" dirty="0">
                <a:solidFill>
                  <a:schemeClr val="bg1"/>
                </a:solidFill>
                <a:latin typeface="思源黑体 CN Light" panose="020B0300000000000000" charset="-122"/>
                <a:ea typeface="思源黑体 CN Light" panose="020B0300000000000000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3799253" y="3816103"/>
            <a:ext cx="4593494" cy="509512"/>
            <a:chOff x="6196426" y="4074695"/>
            <a:chExt cx="4593494" cy="509512"/>
          </a:xfrm>
        </p:grpSpPr>
        <p:sp>
          <p:nvSpPr>
            <p:cNvPr id="19" name="矩形: 圆角 18"/>
            <p:cNvSpPr/>
            <p:nvPr/>
          </p:nvSpPr>
          <p:spPr>
            <a:xfrm>
              <a:off x="6196426" y="4074695"/>
              <a:ext cx="4593494" cy="50951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37682" y="4167878"/>
              <a:ext cx="3710981" cy="321597"/>
            </a:xfrm>
            <a:prstGeom prst="rect">
              <a:avLst/>
            </a:prstGeom>
          </p:spPr>
        </p:pic>
      </p:grpSp>
      <p:grpSp>
        <p:nvGrpSpPr>
          <p:cNvPr id="28" name="组合 27"/>
          <p:cNvGrpSpPr/>
          <p:nvPr/>
        </p:nvGrpSpPr>
        <p:grpSpPr>
          <a:xfrm>
            <a:off x="1293320" y="1905428"/>
            <a:ext cx="9605360" cy="1329065"/>
            <a:chOff x="1543549" y="1898807"/>
            <a:chExt cx="9605360" cy="1329065"/>
          </a:xfrm>
        </p:grpSpPr>
        <p:sp>
          <p:nvSpPr>
            <p:cNvPr id="6" name="文本框 5"/>
            <p:cNvSpPr txBox="1"/>
            <p:nvPr/>
          </p:nvSpPr>
          <p:spPr>
            <a:xfrm>
              <a:off x="1543549" y="2396875"/>
              <a:ext cx="428867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800" dirty="0">
                  <a:solidFill>
                    <a:schemeClr val="bg1"/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</a:rPr>
                <a:t>Simplified For</a:t>
              </a:r>
              <a:endParaRPr lang="zh-CN" altLang="en-US" sz="4800" dirty="0">
                <a:solidFill>
                  <a:schemeClr val="accent2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543549" y="1898807"/>
              <a:ext cx="315248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000" dirty="0">
                  <a:solidFill>
                    <a:schemeClr val="bg1"/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</a:rPr>
                <a:t>呈现数据</a:t>
              </a:r>
              <a:r>
                <a:rPr lang="zh-CN" altLang="en-US" sz="2000" b="1" dirty="0">
                  <a:solidFill>
                    <a:schemeClr val="accent2"/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</a:rPr>
                <a:t>智能</a:t>
              </a:r>
              <a:r>
                <a:rPr lang="zh-CN" altLang="en-US" sz="2000" kern="1200" dirty="0">
                  <a:solidFill>
                    <a:schemeClr val="bg1"/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  <a:cs typeface="+mn-cs"/>
                </a:rPr>
                <a:t>简约</a:t>
              </a:r>
              <a:r>
                <a:rPr lang="zh-CN" altLang="en-US" sz="2000" dirty="0">
                  <a:solidFill>
                    <a:schemeClr val="bg1"/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</a:rPr>
                <a:t>之美</a:t>
              </a:r>
              <a:endParaRPr lang="zh-CN" altLang="en-US" sz="2000" dirty="0">
                <a:solidFill>
                  <a:schemeClr val="bg1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5272852" y="1989233"/>
              <a:ext cx="5876057" cy="1045088"/>
            </a:xfrm>
            <a:custGeom>
              <a:avLst/>
              <a:gdLst/>
              <a:ahLst/>
              <a:cxnLst/>
              <a:rect l="l" t="t" r="r" b="b"/>
              <a:pathLst>
                <a:path w="5876057" h="643633">
                  <a:moveTo>
                    <a:pt x="5486399" y="11734"/>
                  </a:moveTo>
                  <a:lnTo>
                    <a:pt x="5866837" y="11734"/>
                  </a:lnTo>
                  <a:lnTo>
                    <a:pt x="5866837" y="114728"/>
                  </a:lnTo>
                  <a:lnTo>
                    <a:pt x="5610348" y="114728"/>
                  </a:lnTo>
                  <a:lnTo>
                    <a:pt x="5610348" y="258165"/>
                  </a:lnTo>
                  <a:lnTo>
                    <a:pt x="5828280" y="258165"/>
                  </a:lnTo>
                  <a:lnTo>
                    <a:pt x="5828280" y="361997"/>
                  </a:lnTo>
                  <a:lnTo>
                    <a:pt x="5610348" y="361997"/>
                  </a:lnTo>
                  <a:lnTo>
                    <a:pt x="5610348" y="528066"/>
                  </a:lnTo>
                  <a:lnTo>
                    <a:pt x="5876057" y="528066"/>
                  </a:lnTo>
                  <a:lnTo>
                    <a:pt x="5876057" y="631898"/>
                  </a:lnTo>
                  <a:lnTo>
                    <a:pt x="5486399" y="631898"/>
                  </a:lnTo>
                  <a:close/>
                  <a:moveTo>
                    <a:pt x="4305300" y="11734"/>
                  </a:moveTo>
                  <a:lnTo>
                    <a:pt x="4431767" y="11734"/>
                  </a:lnTo>
                  <a:lnTo>
                    <a:pt x="4612060" y="341985"/>
                  </a:lnTo>
                  <a:lnTo>
                    <a:pt x="4674097" y="476097"/>
                  </a:lnTo>
                  <a:lnTo>
                    <a:pt x="4678285" y="476097"/>
                  </a:lnTo>
                  <a:cubicBezTo>
                    <a:pt x="4674690" y="443218"/>
                    <a:pt x="4671201" y="407764"/>
                    <a:pt x="4667817" y="369738"/>
                  </a:cubicBezTo>
                  <a:cubicBezTo>
                    <a:pt x="4664431" y="331711"/>
                    <a:pt x="4662617" y="294765"/>
                    <a:pt x="4662373" y="258899"/>
                  </a:cubicBezTo>
                  <a:lnTo>
                    <a:pt x="4662373" y="11734"/>
                  </a:lnTo>
                  <a:lnTo>
                    <a:pt x="4779616" y="11734"/>
                  </a:lnTo>
                  <a:lnTo>
                    <a:pt x="4779616" y="631898"/>
                  </a:lnTo>
                  <a:lnTo>
                    <a:pt x="4653989" y="631898"/>
                  </a:lnTo>
                  <a:lnTo>
                    <a:pt x="4474535" y="299971"/>
                  </a:lnTo>
                  <a:lnTo>
                    <a:pt x="4411655" y="166697"/>
                  </a:lnTo>
                  <a:lnTo>
                    <a:pt x="4407468" y="166697"/>
                  </a:lnTo>
                  <a:cubicBezTo>
                    <a:pt x="4410661" y="200591"/>
                    <a:pt x="4413906" y="236111"/>
                    <a:pt x="4417203" y="273258"/>
                  </a:cubicBezTo>
                  <a:cubicBezTo>
                    <a:pt x="4420501" y="310405"/>
                    <a:pt x="4422281" y="346984"/>
                    <a:pt x="4422543" y="382994"/>
                  </a:cubicBezTo>
                  <a:lnTo>
                    <a:pt x="4422543" y="631898"/>
                  </a:lnTo>
                  <a:lnTo>
                    <a:pt x="4305300" y="631898"/>
                  </a:lnTo>
                  <a:close/>
                  <a:moveTo>
                    <a:pt x="3790949" y="11734"/>
                  </a:moveTo>
                  <a:lnTo>
                    <a:pt x="4171387" y="11734"/>
                  </a:lnTo>
                  <a:lnTo>
                    <a:pt x="4171387" y="114728"/>
                  </a:lnTo>
                  <a:lnTo>
                    <a:pt x="3914898" y="114728"/>
                  </a:lnTo>
                  <a:lnTo>
                    <a:pt x="3914898" y="258165"/>
                  </a:lnTo>
                  <a:lnTo>
                    <a:pt x="4132831" y="258165"/>
                  </a:lnTo>
                  <a:lnTo>
                    <a:pt x="4132831" y="361997"/>
                  </a:lnTo>
                  <a:lnTo>
                    <a:pt x="3914898" y="361997"/>
                  </a:lnTo>
                  <a:lnTo>
                    <a:pt x="3914898" y="528066"/>
                  </a:lnTo>
                  <a:lnTo>
                    <a:pt x="4180607" y="528066"/>
                  </a:lnTo>
                  <a:lnTo>
                    <a:pt x="4180607" y="631898"/>
                  </a:lnTo>
                  <a:lnTo>
                    <a:pt x="3790949" y="631898"/>
                  </a:lnTo>
                  <a:close/>
                  <a:moveTo>
                    <a:pt x="2914650" y="11734"/>
                  </a:moveTo>
                  <a:lnTo>
                    <a:pt x="3038598" y="11734"/>
                  </a:lnTo>
                  <a:lnTo>
                    <a:pt x="3038598" y="631898"/>
                  </a:lnTo>
                  <a:lnTo>
                    <a:pt x="2914650" y="631898"/>
                  </a:lnTo>
                  <a:close/>
                  <a:moveTo>
                    <a:pt x="2428875" y="11734"/>
                  </a:moveTo>
                  <a:lnTo>
                    <a:pt x="2552823" y="11734"/>
                  </a:lnTo>
                  <a:lnTo>
                    <a:pt x="2552823" y="528066"/>
                  </a:lnTo>
                  <a:lnTo>
                    <a:pt x="2804284" y="528066"/>
                  </a:lnTo>
                  <a:lnTo>
                    <a:pt x="2804284" y="631898"/>
                  </a:lnTo>
                  <a:lnTo>
                    <a:pt x="2428875" y="631898"/>
                  </a:lnTo>
                  <a:close/>
                  <a:moveTo>
                    <a:pt x="1943100" y="11734"/>
                  </a:moveTo>
                  <a:lnTo>
                    <a:pt x="2067049" y="11734"/>
                  </a:lnTo>
                  <a:lnTo>
                    <a:pt x="2067049" y="528066"/>
                  </a:lnTo>
                  <a:lnTo>
                    <a:pt x="2318509" y="528066"/>
                  </a:lnTo>
                  <a:lnTo>
                    <a:pt x="2318509" y="631898"/>
                  </a:lnTo>
                  <a:lnTo>
                    <a:pt x="1943100" y="631898"/>
                  </a:lnTo>
                  <a:close/>
                  <a:moveTo>
                    <a:pt x="1428750" y="11734"/>
                  </a:moveTo>
                  <a:lnTo>
                    <a:pt x="1809188" y="11734"/>
                  </a:lnTo>
                  <a:lnTo>
                    <a:pt x="1809188" y="114728"/>
                  </a:lnTo>
                  <a:lnTo>
                    <a:pt x="1552699" y="114728"/>
                  </a:lnTo>
                  <a:lnTo>
                    <a:pt x="1552699" y="258165"/>
                  </a:lnTo>
                  <a:lnTo>
                    <a:pt x="1770631" y="258165"/>
                  </a:lnTo>
                  <a:lnTo>
                    <a:pt x="1770631" y="361997"/>
                  </a:lnTo>
                  <a:lnTo>
                    <a:pt x="1552699" y="361997"/>
                  </a:lnTo>
                  <a:lnTo>
                    <a:pt x="1552699" y="528066"/>
                  </a:lnTo>
                  <a:lnTo>
                    <a:pt x="1818408" y="528066"/>
                  </a:lnTo>
                  <a:lnTo>
                    <a:pt x="1818408" y="631898"/>
                  </a:lnTo>
                  <a:lnTo>
                    <a:pt x="1428750" y="631898"/>
                  </a:lnTo>
                  <a:close/>
                  <a:moveTo>
                    <a:pt x="853745" y="11734"/>
                  </a:moveTo>
                  <a:lnTo>
                    <a:pt x="1328061" y="11734"/>
                  </a:lnTo>
                  <a:lnTo>
                    <a:pt x="1328061" y="114728"/>
                  </a:lnTo>
                  <a:lnTo>
                    <a:pt x="1152039" y="114728"/>
                  </a:lnTo>
                  <a:lnTo>
                    <a:pt x="1152039" y="631898"/>
                  </a:lnTo>
                  <a:lnTo>
                    <a:pt x="1028090" y="631898"/>
                  </a:lnTo>
                  <a:lnTo>
                    <a:pt x="1028090" y="114728"/>
                  </a:lnTo>
                  <a:lnTo>
                    <a:pt x="853745" y="114728"/>
                  </a:lnTo>
                  <a:close/>
                  <a:moveTo>
                    <a:pt x="276225" y="11734"/>
                  </a:moveTo>
                  <a:lnTo>
                    <a:pt x="402692" y="11734"/>
                  </a:lnTo>
                  <a:lnTo>
                    <a:pt x="582985" y="341985"/>
                  </a:lnTo>
                  <a:lnTo>
                    <a:pt x="645022" y="476097"/>
                  </a:lnTo>
                  <a:lnTo>
                    <a:pt x="649210" y="476097"/>
                  </a:lnTo>
                  <a:cubicBezTo>
                    <a:pt x="645616" y="443218"/>
                    <a:pt x="642126" y="407764"/>
                    <a:pt x="638741" y="369738"/>
                  </a:cubicBezTo>
                  <a:cubicBezTo>
                    <a:pt x="635357" y="331711"/>
                    <a:pt x="633542" y="294765"/>
                    <a:pt x="633298" y="258899"/>
                  </a:cubicBezTo>
                  <a:lnTo>
                    <a:pt x="633298" y="11734"/>
                  </a:lnTo>
                  <a:lnTo>
                    <a:pt x="750541" y="11734"/>
                  </a:lnTo>
                  <a:lnTo>
                    <a:pt x="750541" y="631898"/>
                  </a:lnTo>
                  <a:lnTo>
                    <a:pt x="624914" y="631898"/>
                  </a:lnTo>
                  <a:lnTo>
                    <a:pt x="445459" y="299971"/>
                  </a:lnTo>
                  <a:lnTo>
                    <a:pt x="382580" y="166697"/>
                  </a:lnTo>
                  <a:lnTo>
                    <a:pt x="378393" y="166697"/>
                  </a:lnTo>
                  <a:cubicBezTo>
                    <a:pt x="381586" y="200591"/>
                    <a:pt x="384831" y="236111"/>
                    <a:pt x="388129" y="273258"/>
                  </a:cubicBezTo>
                  <a:cubicBezTo>
                    <a:pt x="391427" y="310405"/>
                    <a:pt x="393206" y="346984"/>
                    <a:pt x="393468" y="382994"/>
                  </a:cubicBezTo>
                  <a:lnTo>
                    <a:pt x="393468" y="631898"/>
                  </a:lnTo>
                  <a:lnTo>
                    <a:pt x="276225" y="631898"/>
                  </a:lnTo>
                  <a:close/>
                  <a:moveTo>
                    <a:pt x="0" y="11734"/>
                  </a:moveTo>
                  <a:lnTo>
                    <a:pt x="123949" y="11734"/>
                  </a:lnTo>
                  <a:lnTo>
                    <a:pt x="123949" y="631898"/>
                  </a:lnTo>
                  <a:lnTo>
                    <a:pt x="0" y="631898"/>
                  </a:lnTo>
                  <a:close/>
                  <a:moveTo>
                    <a:pt x="5191172" y="0"/>
                  </a:moveTo>
                  <a:cubicBezTo>
                    <a:pt x="5230707" y="698"/>
                    <a:pt x="5265841" y="8722"/>
                    <a:pt x="5296576" y="24074"/>
                  </a:cubicBezTo>
                  <a:cubicBezTo>
                    <a:pt x="5327309" y="39426"/>
                    <a:pt x="5352805" y="57918"/>
                    <a:pt x="5373061" y="79551"/>
                  </a:cubicBezTo>
                  <a:lnTo>
                    <a:pt x="5307681" y="158327"/>
                  </a:lnTo>
                  <a:cubicBezTo>
                    <a:pt x="5292297" y="142957"/>
                    <a:pt x="5275289" y="130520"/>
                    <a:pt x="5256657" y="121018"/>
                  </a:cubicBezTo>
                  <a:cubicBezTo>
                    <a:pt x="5238023" y="111516"/>
                    <a:pt x="5217033" y="106626"/>
                    <a:pt x="5193687" y="106346"/>
                  </a:cubicBezTo>
                  <a:cubicBezTo>
                    <a:pt x="5145769" y="106923"/>
                    <a:pt x="5106653" y="125892"/>
                    <a:pt x="5076339" y="163253"/>
                  </a:cubicBezTo>
                  <a:cubicBezTo>
                    <a:pt x="5046024" y="200614"/>
                    <a:pt x="5030377" y="252910"/>
                    <a:pt x="5029399" y="320139"/>
                  </a:cubicBezTo>
                  <a:cubicBezTo>
                    <a:pt x="5030011" y="388207"/>
                    <a:pt x="5044714" y="441132"/>
                    <a:pt x="5073510" y="478912"/>
                  </a:cubicBezTo>
                  <a:cubicBezTo>
                    <a:pt x="5102305" y="516693"/>
                    <a:pt x="5141526" y="535871"/>
                    <a:pt x="5191172" y="536448"/>
                  </a:cubicBezTo>
                  <a:cubicBezTo>
                    <a:pt x="5217523" y="536151"/>
                    <a:pt x="5241307" y="530457"/>
                    <a:pt x="5262524" y="519365"/>
                  </a:cubicBezTo>
                  <a:cubicBezTo>
                    <a:pt x="5283741" y="508274"/>
                    <a:pt x="5302705" y="493567"/>
                    <a:pt x="5319417" y="475244"/>
                  </a:cubicBezTo>
                  <a:lnTo>
                    <a:pt x="5384796" y="552358"/>
                  </a:lnTo>
                  <a:cubicBezTo>
                    <a:pt x="5359213" y="582172"/>
                    <a:pt x="5329911" y="604816"/>
                    <a:pt x="5296890" y="620291"/>
                  </a:cubicBezTo>
                  <a:cubicBezTo>
                    <a:pt x="5263868" y="635765"/>
                    <a:pt x="5227232" y="643545"/>
                    <a:pt x="5186981" y="643633"/>
                  </a:cubicBezTo>
                  <a:cubicBezTo>
                    <a:pt x="5134129" y="643525"/>
                    <a:pt x="5086361" y="631271"/>
                    <a:pt x="5043675" y="606870"/>
                  </a:cubicBezTo>
                  <a:cubicBezTo>
                    <a:pt x="5000991" y="582468"/>
                    <a:pt x="4967014" y="546562"/>
                    <a:pt x="4941745" y="499151"/>
                  </a:cubicBezTo>
                  <a:cubicBezTo>
                    <a:pt x="4916477" y="451740"/>
                    <a:pt x="4903540" y="393467"/>
                    <a:pt x="4902936" y="324331"/>
                  </a:cubicBezTo>
                  <a:cubicBezTo>
                    <a:pt x="4903592" y="255925"/>
                    <a:pt x="4916891" y="197590"/>
                    <a:pt x="4942832" y="149325"/>
                  </a:cubicBezTo>
                  <a:cubicBezTo>
                    <a:pt x="4968774" y="101060"/>
                    <a:pt x="5003423" y="64160"/>
                    <a:pt x="5046780" y="38626"/>
                  </a:cubicBezTo>
                  <a:cubicBezTo>
                    <a:pt x="5090138" y="13091"/>
                    <a:pt x="5138269" y="215"/>
                    <a:pt x="5191172" y="0"/>
                  </a:cubicBezTo>
                  <a:close/>
                  <a:moveTo>
                    <a:pt x="3457385" y="0"/>
                  </a:moveTo>
                  <a:cubicBezTo>
                    <a:pt x="3502123" y="750"/>
                    <a:pt x="3540295" y="8879"/>
                    <a:pt x="3571903" y="24388"/>
                  </a:cubicBezTo>
                  <a:cubicBezTo>
                    <a:pt x="3603511" y="39897"/>
                    <a:pt x="3629301" y="58285"/>
                    <a:pt x="3649274" y="79551"/>
                  </a:cubicBezTo>
                  <a:lnTo>
                    <a:pt x="3583119" y="158344"/>
                  </a:lnTo>
                  <a:cubicBezTo>
                    <a:pt x="3568377" y="143335"/>
                    <a:pt x="3551374" y="130999"/>
                    <a:pt x="3532111" y="121337"/>
                  </a:cubicBezTo>
                  <a:cubicBezTo>
                    <a:pt x="3512849" y="111675"/>
                    <a:pt x="3489337" y="106678"/>
                    <a:pt x="3461578" y="106346"/>
                  </a:cubicBezTo>
                  <a:cubicBezTo>
                    <a:pt x="3409152" y="106924"/>
                    <a:pt x="3367051" y="125897"/>
                    <a:pt x="3335274" y="163265"/>
                  </a:cubicBezTo>
                  <a:cubicBezTo>
                    <a:pt x="3303497" y="200634"/>
                    <a:pt x="3287181" y="252932"/>
                    <a:pt x="3286325" y="320160"/>
                  </a:cubicBezTo>
                  <a:cubicBezTo>
                    <a:pt x="3286377" y="388201"/>
                    <a:pt x="3301785" y="441115"/>
                    <a:pt x="3332549" y="478900"/>
                  </a:cubicBezTo>
                  <a:cubicBezTo>
                    <a:pt x="3363312" y="516686"/>
                    <a:pt x="3409117" y="535868"/>
                    <a:pt x="3469963" y="536448"/>
                  </a:cubicBezTo>
                  <a:cubicBezTo>
                    <a:pt x="3485319" y="536413"/>
                    <a:pt x="3499889" y="534386"/>
                    <a:pt x="3513672" y="530366"/>
                  </a:cubicBezTo>
                  <a:cubicBezTo>
                    <a:pt x="3527455" y="526347"/>
                    <a:pt x="3538881" y="520545"/>
                    <a:pt x="3547948" y="512961"/>
                  </a:cubicBezTo>
                  <a:lnTo>
                    <a:pt x="3547948" y="390496"/>
                  </a:lnTo>
                  <a:lnTo>
                    <a:pt x="3438099" y="390496"/>
                  </a:lnTo>
                  <a:lnTo>
                    <a:pt x="3438099" y="289179"/>
                  </a:lnTo>
                  <a:lnTo>
                    <a:pt x="3658485" y="289179"/>
                  </a:lnTo>
                  <a:lnTo>
                    <a:pt x="3658485" y="569106"/>
                  </a:lnTo>
                  <a:cubicBezTo>
                    <a:pt x="3637186" y="590162"/>
                    <a:pt x="3609232" y="607712"/>
                    <a:pt x="3574622" y="621756"/>
                  </a:cubicBezTo>
                  <a:cubicBezTo>
                    <a:pt x="3540013" y="635800"/>
                    <a:pt x="3500934" y="643092"/>
                    <a:pt x="3457385" y="643633"/>
                  </a:cubicBezTo>
                  <a:cubicBezTo>
                    <a:pt x="3400387" y="643525"/>
                    <a:pt x="3349582" y="631271"/>
                    <a:pt x="3304968" y="606870"/>
                  </a:cubicBezTo>
                  <a:cubicBezTo>
                    <a:pt x="3260354" y="582469"/>
                    <a:pt x="3225150" y="546564"/>
                    <a:pt x="3199356" y="499155"/>
                  </a:cubicBezTo>
                  <a:cubicBezTo>
                    <a:pt x="3173563" y="451746"/>
                    <a:pt x="3160397" y="393477"/>
                    <a:pt x="3159861" y="324347"/>
                  </a:cubicBezTo>
                  <a:cubicBezTo>
                    <a:pt x="3160475" y="255937"/>
                    <a:pt x="3173951" y="197598"/>
                    <a:pt x="3200288" y="149331"/>
                  </a:cubicBezTo>
                  <a:cubicBezTo>
                    <a:pt x="3226625" y="101064"/>
                    <a:pt x="3262140" y="64163"/>
                    <a:pt x="3306831" y="38627"/>
                  </a:cubicBezTo>
                  <a:cubicBezTo>
                    <a:pt x="3351523" y="13091"/>
                    <a:pt x="3401707" y="215"/>
                    <a:pt x="3457385" y="0"/>
                  </a:cubicBezTo>
                  <a:close/>
                </a:path>
              </a:pathLst>
            </a:custGeom>
            <a:gradFill flip="none" rotWithShape="1">
              <a:gsLst>
                <a:gs pos="84000">
                  <a:schemeClr val="accent2"/>
                </a:gs>
                <a:gs pos="46000">
                  <a:schemeClr val="bg1"/>
                </a:gs>
                <a:gs pos="93000">
                  <a:schemeClr val="bg2"/>
                </a:gs>
                <a:gs pos="99000">
                  <a:schemeClr val="bg1"/>
                </a:gs>
                <a:gs pos="28000">
                  <a:schemeClr val="accent5"/>
                </a:gs>
                <a:gs pos="19000">
                  <a:schemeClr val="bg2"/>
                </a:gs>
                <a:gs pos="75000">
                  <a:schemeClr val="bg2"/>
                </a:gs>
                <a:gs pos="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  <a:effectLst>
              <a:outerShdw blurRad="50800" dist="38100" dir="2700000" sx="101000" sy="101000" algn="tl" rotWithShape="0">
                <a:schemeClr val="accent1">
                  <a:alpha val="6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  <a:scene3d>
                <a:camera prst="orthographicFront"/>
                <a:lightRig rig="flat" dir="t"/>
              </a:scene3d>
              <a:sp3d prstMaterial="matte">
                <a:bevelT w="0" h="0"/>
                <a:bevelB w="0" h="0"/>
              </a:sp3d>
            </a:bodyPr>
            <a:lstStyle/>
            <a:p>
              <a:endParaRPr lang="zh-CN" altLang="en-US" sz="6600" dirty="0">
                <a:gradFill flip="none" rotWithShape="1">
                  <a:gsLst>
                    <a:gs pos="84000">
                      <a:schemeClr val="accent2"/>
                    </a:gs>
                    <a:gs pos="46000">
                      <a:schemeClr val="bg1"/>
                    </a:gs>
                    <a:gs pos="93000">
                      <a:schemeClr val="bg2"/>
                    </a:gs>
                    <a:gs pos="99000">
                      <a:schemeClr val="bg1"/>
                    </a:gs>
                    <a:gs pos="28000">
                      <a:schemeClr val="accent5"/>
                    </a:gs>
                    <a:gs pos="19000">
                      <a:schemeClr val="bg2"/>
                    </a:gs>
                    <a:gs pos="75000">
                      <a:schemeClr val="bg2"/>
                    </a:gs>
                    <a:gs pos="0">
                      <a:schemeClr val="bg1"/>
                    </a:gs>
                  </a:gsLst>
                  <a:path path="circle">
                    <a:fillToRect t="100000" r="100000"/>
                  </a:path>
                  <a:tileRect l="-100000" b="-100000"/>
                </a:gradFill>
                <a:effectLst>
                  <a:outerShdw blurRad="50800" dist="38100" dir="2700000" sx="101000" sy="101000" algn="tl" rotWithShape="0">
                    <a:schemeClr val="accent1">
                      <a:alpha val="60000"/>
                    </a:scheme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TABLE_ENDDRAG_ORIGIN_RECT" val="877*393"/>
  <p:tag name="TABLE_ENDDRAG_RECT" val="45*119*877*393"/>
</p:tagLst>
</file>

<file path=ppt/tags/tag24.xml><?xml version="1.0" encoding="utf-8"?>
<p:tagLst xmlns:p="http://schemas.openxmlformats.org/presentationml/2006/main">
  <p:tag name="KSO_WM_UNIT_DIAGRAM_MODELTYPE" val="numdgm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1_2"/>
  <p:tag name="KSO_WM_UNIT_ID" val="diagram20199371_3*m_h_i*1_1_2"/>
  <p:tag name="KSO_WM_TEMPLATE_CATEGORY" val="diagram"/>
  <p:tag name="KSO_WM_TEMPLATE_INDEX" val="20199371"/>
  <p:tag name="KSO_WM_UNIT_LAYERLEVEL" val="1_1_1"/>
  <p:tag name="KSO_WM_TAG_VERSION" val="1.0"/>
  <p:tag name="KSO_WM_BEAUTIFY_FLAG" val=""/>
  <p:tag name="KSO_WM_UNIT_TEXT_FILL_FORE_SCHEMECOLOR_INDEX" val="14"/>
  <p:tag name="KSO_WM_UNIT_TEXT_FILL_TYPE" val="1"/>
</p:tagLst>
</file>

<file path=ppt/tags/tag25.xml><?xml version="1.0" encoding="utf-8"?>
<p:tagLst xmlns:p="http://schemas.openxmlformats.org/presentationml/2006/main">
  <p:tag name="KSO_WM_UNIT_DIAGRAM_MODELTYPE" val="numdgm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ID" val="diagram20199371_3*m_h_i*1_2_1"/>
  <p:tag name="KSO_WM_TEMPLATE_CATEGORY" val="diagram"/>
  <p:tag name="KSO_WM_TEMPLATE_INDEX" val="20199371"/>
  <p:tag name="KSO_WM_UNIT_LAYERLEVEL" val="1_1_1"/>
  <p:tag name="KSO_WM_TAG_VERSION" val="1.0"/>
  <p:tag name="KSO_WM_BEAUTIFY_FLAG" val=""/>
  <p:tag name="KSO_WM_UNIT_FILL_FORE_SCHEMECOLOR_INDEX" val="6"/>
  <p:tag name="KSO_WM_UNIT_FILL_TYPE" val="1"/>
  <p:tag name="KSO_WM_UNIT_TEXT_FILL_FORE_SCHEMECOLOR_INDEX" val="2"/>
  <p:tag name="KSO_WM_UNIT_TEXT_FILL_TYPE" val="1"/>
</p:tagLst>
</file>

<file path=ppt/tags/tag26.xml><?xml version="1.0" encoding="utf-8"?>
<p:tagLst xmlns:p="http://schemas.openxmlformats.org/presentationml/2006/main">
  <p:tag name="KSO_WM_UNIT_DIAGRAM_MODELTYPE" val="numdgm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2_2"/>
  <p:tag name="KSO_WM_UNIT_ID" val="diagram20199371_3*m_h_i*1_2_2"/>
  <p:tag name="KSO_WM_TEMPLATE_CATEGORY" val="diagram"/>
  <p:tag name="KSO_WM_TEMPLATE_INDEX" val="20199371"/>
  <p:tag name="KSO_WM_UNIT_LAYERLEVEL" val="1_1_1"/>
  <p:tag name="KSO_WM_TAG_VERSION" val="1.0"/>
  <p:tag name="KSO_WM_BEAUTIFY_FLAG" val=""/>
  <p:tag name="KSO_WM_UNIT_TEXT_FILL_FORE_SCHEMECOLOR_INDEX" val="14"/>
  <p:tag name="KSO_WM_UNIT_TEXT_FILL_TYPE" val="1"/>
</p:tagLst>
</file>

<file path=ppt/tags/tag27.xml><?xml version="1.0" encoding="utf-8"?>
<p:tagLst xmlns:p="http://schemas.openxmlformats.org/presentationml/2006/main">
  <p:tag name="KSO_WM_UNIT_DIAGRAM_MODELTYPE" val="numdgm"/>
  <p:tag name="KSO_WM_UNIT_ISCONTENTSTITLE" val="0"/>
  <p:tag name="KSO_WM_UNIT_ISNUMDGMTITLE" val="0"/>
  <p:tag name="KSO_WM_UNIT_PRESET_TEXT" val="添加标题"/>
  <p:tag name="KSO_WM_UNIT_NOCLEAR" val="0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2_1"/>
  <p:tag name="KSO_WM_UNIT_ID" val="diagram20199371_3*m_h_a*1_2_1"/>
  <p:tag name="KSO_WM_TEMPLATE_CATEGORY" val="diagram"/>
  <p:tag name="KSO_WM_TEMPLATE_INDEX" val="20199371"/>
  <p:tag name="KSO_WM_UNIT_LAYERLEVEL" val="1_1_1"/>
  <p:tag name="KSO_WM_TAG_VERSION" val="1.0"/>
  <p:tag name="KSO_WM_BEAUTIFY_FLAG" val=""/>
  <p:tag name="KSO_WM_UNIT_TEXT_FILL_FORE_SCHEMECOLOR_INDEX" val="14"/>
  <p:tag name="KSO_WM_UNIT_TEXT_FILL_TYPE" val="1"/>
</p:tagLst>
</file>

<file path=ppt/tags/tag28.xml><?xml version="1.0" encoding="utf-8"?>
<p:tagLst xmlns:p="http://schemas.openxmlformats.org/presentationml/2006/main">
  <p:tag name="KSO_WM_UNIT_DIAGRAM_MODELTYPE" val="numdgm"/>
  <p:tag name="KSO_WM_UNIT_SUBTYPE" val="a"/>
  <p:tag name="KSO_WM_UNIT_PRESET_TEXT" val="单击此处添加文本具体内容，简明扼要的阐述您的观点。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199371_3*m_h_f*1_2_1"/>
  <p:tag name="KSO_WM_TEMPLATE_CATEGORY" val="diagram"/>
  <p:tag name="KSO_WM_TEMPLATE_INDEX" val="20199371"/>
  <p:tag name="KSO_WM_UNIT_LAYERLEVEL" val="1_1_1"/>
  <p:tag name="KSO_WM_TAG_VERSION" val="1.0"/>
  <p:tag name="KSO_WM_BEAUTIFY_FLAG" val=""/>
  <p:tag name="KSO_WM_UNIT_TEXT_FILL_FORE_SCHEMECOLOR_INDEX" val="13"/>
  <p:tag name="KSO_WM_UNIT_TEXT_FILL_TYPE" val="1"/>
</p:tagLst>
</file>

<file path=ppt/tags/tag29.xml><?xml version="1.0" encoding="utf-8"?>
<p:tagLst xmlns:p="http://schemas.openxmlformats.org/presentationml/2006/main">
  <p:tag name="KSO_WM_UNIT_DIAGRAM_MODELTYPE" val="numdgm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199371_3*m_h_i*1_3_1"/>
  <p:tag name="KSO_WM_TEMPLATE_CATEGORY" val="diagram"/>
  <p:tag name="KSO_WM_TEMPLATE_INDEX" val="20199371"/>
  <p:tag name="KSO_WM_UNIT_LAYERLEVEL" val="1_1_1"/>
  <p:tag name="KSO_WM_TAG_VERSION" val="1.0"/>
  <p:tag name="KSO_WM_BEAUTIFY_FLAG" val="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0.xml><?xml version="1.0" encoding="utf-8"?>
<p:tagLst xmlns:p="http://schemas.openxmlformats.org/presentationml/2006/main">
  <p:tag name="KSO_WM_UNIT_DIAGRAM_MODELTYPE" val="numdgm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3_2"/>
  <p:tag name="KSO_WM_UNIT_ID" val="diagram20199371_3*m_h_i*1_3_2"/>
  <p:tag name="KSO_WM_TEMPLATE_CATEGORY" val="diagram"/>
  <p:tag name="KSO_WM_TEMPLATE_INDEX" val="20199371"/>
  <p:tag name="KSO_WM_UNIT_LAYERLEVEL" val="1_1_1"/>
  <p:tag name="KSO_WM_TAG_VERSION" val="1.0"/>
  <p:tag name="KSO_WM_BEAUTIFY_FLAG" val=""/>
  <p:tag name="KSO_WM_UNIT_TEXT_FILL_FORE_SCHEMECOLOR_INDEX" val="14"/>
  <p:tag name="KSO_WM_UNIT_TEXT_FILL_TYPE" val="1"/>
</p:tagLst>
</file>

<file path=ppt/tags/tag31.xml><?xml version="1.0" encoding="utf-8"?>
<p:tagLst xmlns:p="http://schemas.openxmlformats.org/presentationml/2006/main">
  <p:tag name="KSO_WM_UNIT_DIAGRAM_MODELTYPE" val="numdgm"/>
  <p:tag name="KSO_WM_UNIT_ISCONTENTSTITLE" val="0"/>
  <p:tag name="KSO_WM_UNIT_ISNUMDGMTITLE" val="0"/>
  <p:tag name="KSO_WM_UNIT_PRESET_TEXT" val="添加标题"/>
  <p:tag name="KSO_WM_UNIT_NOCLEAR" val="0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3_1"/>
  <p:tag name="KSO_WM_UNIT_ID" val="diagram20199371_3*m_h_a*1_3_1"/>
  <p:tag name="KSO_WM_TEMPLATE_CATEGORY" val="diagram"/>
  <p:tag name="KSO_WM_TEMPLATE_INDEX" val="20199371"/>
  <p:tag name="KSO_WM_UNIT_LAYERLEVEL" val="1_1_1"/>
  <p:tag name="KSO_WM_TAG_VERSION" val="1.0"/>
  <p:tag name="KSO_WM_BEAUTIFY_FLAG" val=""/>
  <p:tag name="KSO_WM_UNIT_TEXT_FILL_FORE_SCHEMECOLOR_INDEX" val="14"/>
  <p:tag name="KSO_WM_UNIT_TEXT_FILL_TYPE" val="1"/>
</p:tagLst>
</file>

<file path=ppt/tags/tag32.xml><?xml version="1.0" encoding="utf-8"?>
<p:tagLst xmlns:p="http://schemas.openxmlformats.org/presentationml/2006/main">
  <p:tag name="KSO_WM_UNIT_DIAGRAM_MODELTYPE" val="numdgm"/>
  <p:tag name="KSO_WM_UNIT_SUBTYPE" val="a"/>
  <p:tag name="KSO_WM_UNIT_PRESET_TEXT" val="单击此处添加文本具体内容，简明扼要的阐述您的观点。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3_1"/>
  <p:tag name="KSO_WM_UNIT_ID" val="diagram20199371_3*m_h_f*1_3_1"/>
  <p:tag name="KSO_WM_TEMPLATE_CATEGORY" val="diagram"/>
  <p:tag name="KSO_WM_TEMPLATE_INDEX" val="20199371"/>
  <p:tag name="KSO_WM_UNIT_LAYERLEVEL" val="1_1_1"/>
  <p:tag name="KSO_WM_TAG_VERSION" val="1.0"/>
  <p:tag name="KSO_WM_BEAUTIFY_FLAG" val=""/>
  <p:tag name="KSO_WM_UNIT_TEXT_FILL_FORE_SCHEMECOLOR_INDEX" val="13"/>
  <p:tag name="KSO_WM_UNIT_TEXT_FILL_TYPE" val="1"/>
</p:tagLst>
</file>

<file path=ppt/tags/tag33.xml><?xml version="1.0" encoding="utf-8"?>
<p:tagLst xmlns:p="http://schemas.openxmlformats.org/presentationml/2006/main">
  <p:tag name="KSO_WM_UNIT_DIAGRAM_MODELTYPE" val="numdgm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i"/>
  <p:tag name="KSO_WM_UNIT_INDEX" val="1_2"/>
  <p:tag name="KSO_WM_UNIT_ID" val="diagram20199371_3*m_i*1_2"/>
  <p:tag name="KSO_WM_TEMPLATE_CATEGORY" val="diagram"/>
  <p:tag name="KSO_WM_TEMPLATE_INDEX" val="20199371"/>
  <p:tag name="KSO_WM_UNIT_LAYERLEVEL" val="1_1"/>
  <p:tag name="KSO_WM_TAG_VERSION" val="1.0"/>
  <p:tag name="KSO_WM_BEAUTIFY_FLAG" val=""/>
  <p:tag name="KSO_WM_UNIT_LINE_FORE_SCHEMECOLOR_INDEX" val="14"/>
  <p:tag name="KSO_WM_UNIT_LINE_FILL_TYPE" val="2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UNIT_DIAGRAM_MODELTYPE" val="numdgm"/>
  <p:tag name="KSO_WM_UNIT_SUBTYPE" val="a"/>
  <p:tag name="KSO_WM_UNIT_PRESET_TEXT" val="单击此处添加文本具体内容，简明扼要的阐述您的观点。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199371_3*m_h_f*1_2_1"/>
  <p:tag name="KSO_WM_TEMPLATE_CATEGORY" val="diagram"/>
  <p:tag name="KSO_WM_TEMPLATE_INDEX" val="20199371"/>
  <p:tag name="KSO_WM_UNIT_LAYERLEVEL" val="1_1_1"/>
  <p:tag name="KSO_WM_TAG_VERSION" val="1.0"/>
  <p:tag name="KSO_WM_BEAUTIFY_FLAG" val=""/>
  <p:tag name="KSO_WM_UNIT_TEXT_FILL_FORE_SCHEMECOLOR_INDEX" val="13"/>
  <p:tag name="KSO_WM_UNIT_TEXT_FILL_TYPE" val="1"/>
</p:tagLst>
</file>

<file path=ppt/tags/tag36.xml><?xml version="1.0" encoding="utf-8"?>
<p:tagLst xmlns:p="http://schemas.openxmlformats.org/presentationml/2006/main">
  <p:tag name="KSO_WM_UNIT_DIAGRAM_MODELTYPE" val="numdgm"/>
  <p:tag name="KSO_WM_UNIT_SUBTYPE" val="a"/>
  <p:tag name="KSO_WM_UNIT_PRESET_TEXT" val="单击此处添加文本具体内容，简明扼要的阐述您的观点。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199371_3*m_h_f*1_2_1"/>
  <p:tag name="KSO_WM_TEMPLATE_CATEGORY" val="diagram"/>
  <p:tag name="KSO_WM_TEMPLATE_INDEX" val="20199371"/>
  <p:tag name="KSO_WM_UNIT_LAYERLEVEL" val="1_1_1"/>
  <p:tag name="KSO_WM_TAG_VERSION" val="1.0"/>
  <p:tag name="KSO_WM_BEAUTIFY_FLAG" val=""/>
  <p:tag name="KSO_WM_UNIT_TEXT_FILL_FORE_SCHEMECOLOR_INDEX" val="13"/>
  <p:tag name="KSO_WM_UNIT_TEXT_FILL_TYPE" val="1"/>
</p:tagLst>
</file>

<file path=ppt/tags/tag37.xml><?xml version="1.0" encoding="utf-8"?>
<p:tagLst xmlns:p="http://schemas.openxmlformats.org/presentationml/2006/main">
  <p:tag name="KSO_WM_UNIT_DIAGRAM_MODELTYPE" val="numdgm"/>
  <p:tag name="KSO_WM_UNIT_SUBTYPE" val="a"/>
  <p:tag name="KSO_WM_UNIT_PRESET_TEXT" val="单击此处添加文本具体内容，简明扼要的阐述您的观点。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199371_3*m_h_f*1_2_1"/>
  <p:tag name="KSO_WM_TEMPLATE_CATEGORY" val="diagram"/>
  <p:tag name="KSO_WM_TEMPLATE_INDEX" val="20199371"/>
  <p:tag name="KSO_WM_UNIT_LAYERLEVEL" val="1_1_1"/>
  <p:tag name="KSO_WM_TAG_VERSION" val="1.0"/>
  <p:tag name="KSO_WM_BEAUTIFY_FLAG" val=""/>
  <p:tag name="KSO_WM_UNIT_TEXT_FILL_FORE_SCHEMECOLOR_INDEX" val="13"/>
  <p:tag name="KSO_WM_UNIT_TEXT_FILL_TYPE" val="1"/>
</p:tagLst>
</file>

<file path=ppt/tags/tag38.xml><?xml version="1.0" encoding="utf-8"?>
<p:tagLst xmlns:p="http://schemas.openxmlformats.org/presentationml/2006/main">
  <p:tag name="KSO_WM_UNIT_DIAGRAM_MODELTYPE" val="numdgm"/>
  <p:tag name="KSO_WM_UNIT_SUBTYPE" val="a"/>
  <p:tag name="KSO_WM_UNIT_PRESET_TEXT" val="单击此处添加文本具体内容，简明扼要的阐述您的观点。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199371_3*m_h_f*1_2_1"/>
  <p:tag name="KSO_WM_TEMPLATE_CATEGORY" val="diagram"/>
  <p:tag name="KSO_WM_TEMPLATE_INDEX" val="20199371"/>
  <p:tag name="KSO_WM_UNIT_LAYERLEVEL" val="1_1_1"/>
  <p:tag name="KSO_WM_TAG_VERSION" val="1.0"/>
  <p:tag name="KSO_WM_BEAUTIFY_FLAG" val=""/>
  <p:tag name="KSO_WM_UNIT_TEXT_FILL_FORE_SCHEMECOLOR_INDEX" val="13"/>
  <p:tag name="KSO_WM_UNIT_TEXT_FILL_TYPE" val="1"/>
</p:tagLst>
</file>

<file path=ppt/tags/tag39.xml><?xml version="1.0" encoding="utf-8"?>
<p:tagLst xmlns:p="http://schemas.openxmlformats.org/presentationml/2006/main">
  <p:tag name="KSO_WM_UNIT_DIAGRAM_MODELTYPE" val="numdgm"/>
  <p:tag name="KSO_WM_UNIT_SUBTYPE" val="a"/>
  <p:tag name="KSO_WM_UNIT_PRESET_TEXT" val="单击此处添加文本具体内容，简明扼要的阐述您的观点。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199371_3*m_h_f*1_2_1"/>
  <p:tag name="KSO_WM_TEMPLATE_CATEGORY" val="diagram"/>
  <p:tag name="KSO_WM_TEMPLATE_INDEX" val="20199371"/>
  <p:tag name="KSO_WM_UNIT_LAYERLEVEL" val="1_1_1"/>
  <p:tag name="KSO_WM_TAG_VERSION" val="1.0"/>
  <p:tag name="KSO_WM_BEAUTIFY_FLAG" val=""/>
  <p:tag name="KSO_WM_UNIT_TEXT_FILL_FORE_SCHEMECOLOR_INDEX" val="13"/>
  <p:tag name="KSO_WM_UNIT_TEXT_FILL_TYPE" val="1"/>
</p:tagLst>
</file>

<file path=ppt/tags/tag40.xml><?xml version="1.0" encoding="utf-8"?>
<p:tagLst xmlns:p="http://schemas.openxmlformats.org/presentationml/2006/main">
  <p:tag name="KSO_WM_UNIT_DIAGRAM_MODELTYPE" val="numdgm"/>
  <p:tag name="KSO_WM_UNIT_SUBTYPE" val="a"/>
  <p:tag name="KSO_WM_UNIT_PRESET_TEXT" val="单击此处添加文本具体内容，简明扼要的阐述您的观点。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199371_3*m_h_f*1_2_1"/>
  <p:tag name="KSO_WM_TEMPLATE_CATEGORY" val="diagram"/>
  <p:tag name="KSO_WM_TEMPLATE_INDEX" val="20199371"/>
  <p:tag name="KSO_WM_UNIT_LAYERLEVEL" val="1_1_1"/>
  <p:tag name="KSO_WM_TAG_VERSION" val="1.0"/>
  <p:tag name="KSO_WM_BEAUTIFY_FLAG" val=""/>
  <p:tag name="KSO_WM_UNIT_TEXT_FILL_FORE_SCHEMECOLOR_INDEX" val="13"/>
  <p:tag name="KSO_WM_UNIT_TEXT_FILL_TYPE" val="1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PP_MARK_KEY" val="8b446bf1-bf58-42c7-a5e6-6ccd20b1a53d"/>
  <p:tag name="COMMONDATA" val="eyJoZGlkIjoiZmY5OGZhZWVhMDQ4OTFlMmU5NTRjNDM1NTJjNGZjYTcifQ=="/>
  <p:tag name="commondata" val="eyJoZGlkIjoiYjBjNGM2N2U3YzFhNDM2OTU1MDRhMWYzNGJmZGM3YWIifQ=="/>
</p:tagLst>
</file>

<file path=ppt/theme/theme1.xml><?xml version="1.0" encoding="utf-8"?>
<a:theme xmlns:a="http://schemas.openxmlformats.org/drawingml/2006/main" name="1_Office 主题​​">
  <a:themeElements>
    <a:clrScheme name="公司简介（测试）">
      <a:dk1>
        <a:sysClr val="windowText" lastClr="000000"/>
      </a:dk1>
      <a:lt1>
        <a:sysClr val="window" lastClr="FFFFFF"/>
      </a:lt1>
      <a:dk2>
        <a:srgbClr val="D24146"/>
      </a:dk2>
      <a:lt2>
        <a:srgbClr val="E0EBF5"/>
      </a:lt2>
      <a:accent1>
        <a:srgbClr val="0E62AF"/>
      </a:accent1>
      <a:accent2>
        <a:srgbClr val="F39606"/>
      </a:accent2>
      <a:accent3>
        <a:srgbClr val="108FD0"/>
      </a:accent3>
      <a:accent4>
        <a:srgbClr val="EDBE05"/>
      </a:accent4>
      <a:accent5>
        <a:srgbClr val="6AC7EB"/>
      </a:accent5>
      <a:accent6>
        <a:srgbClr val="F4E90E"/>
      </a:accent6>
      <a:hlink>
        <a:srgbClr val="FFC000"/>
      </a:hlink>
      <a:folHlink>
        <a:srgbClr val="954F72"/>
      </a:folHlink>
    </a:clrScheme>
    <a:fontScheme name="公司标准字体【主标题另用Blod】">
      <a:majorFont>
        <a:latin typeface="思源黑体 CN Regular"/>
        <a:ea typeface="思源黑体 CN Regular"/>
        <a:cs typeface=""/>
      </a:majorFont>
      <a:minorFont>
        <a:latin typeface="思源黑体 CN Light"/>
        <a:ea typeface="思源黑体 CN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2882</Words>
  <Application>WPS 演示</Application>
  <PresentationFormat>宽屏</PresentationFormat>
  <Paragraphs>551</Paragraphs>
  <Slides>16</Slides>
  <Notes>55</Notes>
  <HiddenSlides>0</HiddenSlides>
  <MMClips>2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6" baseType="lpstr">
      <vt:lpstr>Arial</vt:lpstr>
      <vt:lpstr>宋体</vt:lpstr>
      <vt:lpstr>Wingdings</vt:lpstr>
      <vt:lpstr>字魂58号-创中黑</vt:lpstr>
      <vt:lpstr>黑体</vt:lpstr>
      <vt:lpstr>思源黑体 CN Bold</vt:lpstr>
      <vt:lpstr>思源黑体 CN Regular</vt:lpstr>
      <vt:lpstr>Times New Roman</vt:lpstr>
      <vt:lpstr>Verdana</vt:lpstr>
      <vt:lpstr>等线</vt:lpstr>
      <vt:lpstr>微软雅黑</vt:lpstr>
      <vt:lpstr>help-font</vt:lpstr>
      <vt:lpstr>思源黑体 CN Light</vt:lpstr>
      <vt:lpstr>Arial Unicode MS</vt:lpstr>
      <vt:lpstr>字魂创中黑</vt:lpstr>
      <vt:lpstr>兰米黑体</vt:lpstr>
      <vt:lpstr>文道潮黑体</vt:lpstr>
      <vt:lpstr>方正宝黑体 简 Light</vt:lpstr>
      <vt:lpstr>思源黑体 CN Light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Xiaojiao Shen</dc:creator>
  <cp:lastModifiedBy>霍亮~上海</cp:lastModifiedBy>
  <cp:revision>441</cp:revision>
  <dcterms:created xsi:type="dcterms:W3CDTF">2023-09-08T08:24:00Z</dcterms:created>
  <dcterms:modified xsi:type="dcterms:W3CDTF">2025-12-03T10:43:31Z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D6A35B63E1DB4012AC9A3FAAFD9270E0_13</vt:lpwstr>
  </property>
  <property fmtid="{D5CDD505-2E9C-101B-9397-08002B2CF9AE}" pid="3" name="KSOProductBuildVer">
    <vt:lpwstr>2052-12.1.0.23542</vt:lpwstr>
  </property>
</Properties>
</file>