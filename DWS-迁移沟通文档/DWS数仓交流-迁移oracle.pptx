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tiff" ContentType="image/tiff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theme/theme22.xml" ContentType="application/vnd.openxmlformats-officedocument.theme+xml"/>
  <Override PartName="/ppt/theme/theme23.xml" ContentType="application/vnd.openxmlformats-officedocument.theme+xml"/>
  <Override PartName="/ppt/theme/theme24.xml" ContentType="application/vnd.openxmlformats-officedocument.theme+xml"/>
  <Override PartName="/ppt/theme/theme25.xml" ContentType="application/vnd.openxmlformats-officedocument.theme+xml"/>
  <Override PartName="/ppt/theme/theme26.xml" ContentType="application/vnd.openxmlformats-officedocument.theme+xml"/>
  <Override PartName="/ppt/theme/theme27.xml" ContentType="application/vnd.openxmlformats-officedocument.theme+xml"/>
  <Override PartName="/ppt/theme/theme28.xml" ContentType="application/vnd.openxmlformats-officedocument.theme+xml"/>
  <Override PartName="/ppt/theme/theme29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3"/>
    <p:sldMasterId id="2147483655" r:id="rId4"/>
    <p:sldMasterId id="2147483662" r:id="rId5"/>
    <p:sldMasterId id="2147483672" r:id="rId6"/>
    <p:sldMasterId id="2147483675" r:id="rId7"/>
    <p:sldMasterId id="2147483685" r:id="rId8"/>
    <p:sldMasterId id="2147483692" r:id="rId9"/>
    <p:sldMasterId id="2147483693" r:id="rId10"/>
    <p:sldMasterId id="2147483695" r:id="rId11"/>
    <p:sldMasterId id="2147483706" r:id="rId12"/>
    <p:sldMasterId id="2147483712" r:id="rId13"/>
    <p:sldMasterId id="2147483714" r:id="rId14"/>
    <p:sldMasterId id="2147483715" r:id="rId15"/>
    <p:sldMasterId id="2147483720" r:id="rId16"/>
    <p:sldMasterId id="2147483721" r:id="rId17"/>
    <p:sldMasterId id="2147483723" r:id="rId18"/>
    <p:sldMasterId id="2147483729" r:id="rId19"/>
    <p:sldMasterId id="2147483752" r:id="rId20"/>
    <p:sldMasterId id="2147483760" r:id="rId21"/>
    <p:sldMasterId id="2147483762" r:id="rId22"/>
    <p:sldMasterId id="2147483774" r:id="rId23"/>
    <p:sldMasterId id="2147483786" r:id="rId24"/>
    <p:sldMasterId id="2147483789" r:id="rId25"/>
    <p:sldMasterId id="2147483797" r:id="rId26"/>
    <p:sldMasterId id="2147483798" r:id="rId27"/>
    <p:sldMasterId id="2147483804" r:id="rId28"/>
  </p:sldMasterIdLst>
  <p:notesMasterIdLst>
    <p:notesMasterId r:id="rId31"/>
  </p:notesMasterIdLst>
  <p:handoutMasterIdLst>
    <p:handoutMasterId r:id="rId39"/>
  </p:handoutMasterIdLst>
  <p:sldIdLst>
    <p:sldId id="16776344" r:id="rId29"/>
    <p:sldId id="1347" r:id="rId30"/>
    <p:sldId id="1363" r:id="rId32"/>
    <p:sldId id="1368" r:id="rId33"/>
    <p:sldId id="1351" r:id="rId34"/>
    <p:sldId id="16776345" r:id="rId35"/>
    <p:sldId id="339" r:id="rId36"/>
    <p:sldId id="367" r:id="rId37"/>
    <p:sldId id="1341" r:id="rId38"/>
  </p:sldIdLst>
  <p:sldSz cx="1219644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ECBFE6D-77DD-4CC8-A9EF-DD187EC18CA7}">
          <p14:sldIdLst/>
        </p14:section>
        <p14:section name="行业趋势" id="{473E5E5A-817D-4861-86AC-1760089B187A}">
          <p14:sldIdLst>
            <p14:sldId id="16776344"/>
            <p14:sldId id="1347"/>
            <p14:sldId id="1363"/>
            <p14:sldId id="1368"/>
            <p14:sldId id="1351"/>
            <p14:sldId id="16776345"/>
            <p14:sldId id="339"/>
            <p14:sldId id="367"/>
            <p14:sldId id="1341"/>
          </p14:sldIdLst>
        </p14:section>
      </p14:sectionLst>
    </p:ext>
    <p:ext uri="{EFAFB233-063F-42B5-8137-9DF3F51BA10A}">
      <p15:sldGuideLst xmlns:p15="http://schemas.microsoft.com/office/powerpoint/2012/main">
        <p15:guide id="5" pos="5996" userDrawn="1">
          <p15:clr>
            <a:srgbClr val="A4A3A4"/>
          </p15:clr>
        </p15:guide>
        <p15:guide id="6" orient="horz" pos="414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Mazeyu(haha)" initials="M" lastIdx="11" clrIdx="6"/>
  <p:cmAuthor id="1" name="BROVASHOV ILYA (Eli)" initials="BI(" lastIdx="1" clrIdx="0"/>
  <p:cmAuthor id="8" name="yanghongjie (A)" initials="y(" lastIdx="7" clrIdx="7"/>
  <p:cmAuthor id="2" name="Liuzhipeng (Liu)" initials="L(" lastIdx="23" clrIdx="1"/>
  <p:cmAuthor id="3" name="zhangjian (DW)" initials="z(" lastIdx="134" clrIdx="2"/>
  <p:cmAuthor id="4" name="Huanghaiyan (A)" initials="H(" lastIdx="3" clrIdx="3"/>
  <p:cmAuthor id="5" name="zhangjingyao" initials="z" lastIdx="1" clrIdx="4"/>
  <p:cmAuthor id="6" name="Zhangqian (DWS)" initials="z0028620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B7E0"/>
    <a:srgbClr val="00B0F0"/>
    <a:srgbClr val="66CCFF"/>
    <a:srgbClr val="F0FBFE"/>
    <a:srgbClr val="E6F8FE"/>
    <a:srgbClr val="0070C0"/>
    <a:srgbClr val="D6EDBC"/>
    <a:srgbClr val="89A0C4"/>
    <a:srgbClr val="15B0E8"/>
    <a:srgbClr val="FFED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8799B23B-EC83-4686-B30A-512413B5E67A}" styleName="浅色样式 3 - 强调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38" autoAdjust="0"/>
    <p:restoredTop sz="94768" autoAdjust="0"/>
  </p:normalViewPr>
  <p:slideViewPr>
    <p:cSldViewPr snapToGrid="0" snapToObjects="1" showGuides="1">
      <p:cViewPr varScale="1">
        <p:scale>
          <a:sx n="153" d="100"/>
          <a:sy n="153" d="100"/>
        </p:scale>
        <p:origin x="3066" y="138"/>
      </p:cViewPr>
      <p:guideLst>
        <p:guide pos="5996"/>
        <p:guide orient="horz" pos="414"/>
        <p:guide pos="3539"/>
      </p:guideLst>
    </p:cSldViewPr>
  </p:slideViewPr>
  <p:outlineViewPr>
    <p:cViewPr>
      <p:scale>
        <a:sx n="33" d="100"/>
        <a:sy n="33" d="100"/>
      </p:scale>
      <p:origin x="0" y="-3209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12348"/>
    </p:cViewPr>
  </p:sorterViewPr>
  <p:notesViewPr>
    <p:cSldViewPr snapToGrid="0" snapToObjects="1">
      <p:cViewPr varScale="1">
        <p:scale>
          <a:sx n="51" d="100"/>
          <a:sy n="51" d="100"/>
        </p:scale>
        <p:origin x="2624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3" Type="http://schemas.openxmlformats.org/officeDocument/2006/relationships/commentAuthors" Target="commentAuthors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Master" Target="slideMasters/slideMaster3.xml"/><Relationship Id="rId39" Type="http://schemas.openxmlformats.org/officeDocument/2006/relationships/handoutMaster" Target="handoutMasters/handoutMaster1.xml"/><Relationship Id="rId38" Type="http://schemas.openxmlformats.org/officeDocument/2006/relationships/slide" Target="slides/slide9.xml"/><Relationship Id="rId37" Type="http://schemas.openxmlformats.org/officeDocument/2006/relationships/slide" Target="slides/slide8.xml"/><Relationship Id="rId36" Type="http://schemas.openxmlformats.org/officeDocument/2006/relationships/slide" Target="slides/slide7.xml"/><Relationship Id="rId35" Type="http://schemas.openxmlformats.org/officeDocument/2006/relationships/slide" Target="slides/slide6.xml"/><Relationship Id="rId34" Type="http://schemas.openxmlformats.org/officeDocument/2006/relationships/slide" Target="slides/slide5.xml"/><Relationship Id="rId33" Type="http://schemas.openxmlformats.org/officeDocument/2006/relationships/slide" Target="slides/slide4.xml"/><Relationship Id="rId32" Type="http://schemas.openxmlformats.org/officeDocument/2006/relationships/slide" Target="slides/slide3.xml"/><Relationship Id="rId31" Type="http://schemas.openxmlformats.org/officeDocument/2006/relationships/notesMaster" Target="notesMasters/notesMaster1.xml"/><Relationship Id="rId30" Type="http://schemas.openxmlformats.org/officeDocument/2006/relationships/slide" Target="slides/slide2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.xml"/><Relationship Id="rId28" Type="http://schemas.openxmlformats.org/officeDocument/2006/relationships/slideMaster" Target="slideMasters/slideMaster27.xml"/><Relationship Id="rId27" Type="http://schemas.openxmlformats.org/officeDocument/2006/relationships/slideMaster" Target="slideMasters/slideMaster26.xml"/><Relationship Id="rId26" Type="http://schemas.openxmlformats.org/officeDocument/2006/relationships/slideMaster" Target="slideMasters/slideMaster25.xml"/><Relationship Id="rId25" Type="http://schemas.openxmlformats.org/officeDocument/2006/relationships/slideMaster" Target="slideMasters/slideMaster24.xml"/><Relationship Id="rId24" Type="http://schemas.openxmlformats.org/officeDocument/2006/relationships/slideMaster" Target="slideMasters/slideMaster23.xml"/><Relationship Id="rId23" Type="http://schemas.openxmlformats.org/officeDocument/2006/relationships/slideMaster" Target="slideMasters/slideMaster22.xml"/><Relationship Id="rId22" Type="http://schemas.openxmlformats.org/officeDocument/2006/relationships/slideMaster" Target="slideMasters/slideMaster21.xml"/><Relationship Id="rId21" Type="http://schemas.openxmlformats.org/officeDocument/2006/relationships/slideMaster" Target="slideMasters/slideMaster20.xml"/><Relationship Id="rId20" Type="http://schemas.openxmlformats.org/officeDocument/2006/relationships/slideMaster" Target="slideMasters/slideMaster19.xml"/><Relationship Id="rId2" Type="http://schemas.openxmlformats.org/officeDocument/2006/relationships/theme" Target="theme/theme1.xml"/><Relationship Id="rId19" Type="http://schemas.openxmlformats.org/officeDocument/2006/relationships/slideMaster" Target="slideMasters/slideMaster18.xml"/><Relationship Id="rId18" Type="http://schemas.openxmlformats.org/officeDocument/2006/relationships/slideMaster" Target="slideMasters/slideMaster17.xml"/><Relationship Id="rId17" Type="http://schemas.openxmlformats.org/officeDocument/2006/relationships/slideMaster" Target="slideMasters/slideMaster16.xml"/><Relationship Id="rId16" Type="http://schemas.openxmlformats.org/officeDocument/2006/relationships/slideMaster" Target="slideMasters/slideMaster15.xml"/><Relationship Id="rId15" Type="http://schemas.openxmlformats.org/officeDocument/2006/relationships/slideMaster" Target="slideMasters/slideMaster14.xml"/><Relationship Id="rId14" Type="http://schemas.openxmlformats.org/officeDocument/2006/relationships/slideMaster" Target="slideMasters/slideMaster13.xml"/><Relationship Id="rId13" Type="http://schemas.openxmlformats.org/officeDocument/2006/relationships/slideMaster" Target="slideMasters/slideMaster12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oleObject" Target="file:///D:\&#21326;&#20026;\&#24191;&#21457;&#37329;&#34701;&#20013;&#24515;\&#24191;&#21457;&#38134;&#34892;&#25968;&#20179;&#39033;&#30446;&#35745;&#21010;-20200222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Sheet3!$B$1</c:f>
              <c:strCache>
                <c:ptCount val="1"/>
                <c:pt idx="0">
                  <c:v>Oracle作业运行时长(秒)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Sheet3!$A$2:$A$8</c:f>
              <c:strCache>
                <c:ptCount val="7"/>
                <c:pt idx="0">
                  <c:v>仓库ITL</c:v>
                </c:pt>
                <c:pt idx="1">
                  <c:v>仓库IML</c:v>
                </c:pt>
                <c:pt idx="2">
                  <c:v>仓库ICL</c:v>
                </c:pt>
                <c:pt idx="3">
                  <c:v>仓库IDL</c:v>
                </c:pt>
                <c:pt idx="4">
                  <c:v>集市B层</c:v>
                </c:pt>
                <c:pt idx="5">
                  <c:v>集市M层</c:v>
                </c:pt>
                <c:pt idx="6">
                  <c:v>集市A层</c:v>
                </c:pt>
              </c:strCache>
            </c:strRef>
          </c:cat>
          <c:val>
            <c:numRef>
              <c:f>Sheet3!$B$2:$B$8</c:f>
              <c:numCache>
                <c:formatCode>General</c:formatCode>
                <c:ptCount val="7"/>
                <c:pt idx="0">
                  <c:v>120</c:v>
                </c:pt>
                <c:pt idx="1">
                  <c:v>760</c:v>
                </c:pt>
                <c:pt idx="2">
                  <c:v>342</c:v>
                </c:pt>
                <c:pt idx="3">
                  <c:v>150</c:v>
                </c:pt>
                <c:pt idx="4">
                  <c:v>192</c:v>
                </c:pt>
                <c:pt idx="5">
                  <c:v>236</c:v>
                </c:pt>
                <c:pt idx="6">
                  <c:v>452</c:v>
                </c:pt>
              </c:numCache>
            </c:numRef>
          </c:val>
        </c:ser>
        <c:ser>
          <c:idx val="1"/>
          <c:order val="1"/>
          <c:tx>
            <c:strRef>
              <c:f>Sheet3!$C$1</c:f>
              <c:strCache>
                <c:ptCount val="1"/>
                <c:pt idx="0">
                  <c:v>GaussDB作业运行时间(秒)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Sheet3!$A$2:$A$8</c:f>
              <c:strCache>
                <c:ptCount val="7"/>
                <c:pt idx="0">
                  <c:v>仓库ITL</c:v>
                </c:pt>
                <c:pt idx="1">
                  <c:v>仓库IML</c:v>
                </c:pt>
                <c:pt idx="2">
                  <c:v>仓库ICL</c:v>
                </c:pt>
                <c:pt idx="3">
                  <c:v>仓库IDL</c:v>
                </c:pt>
                <c:pt idx="4">
                  <c:v>集市B层</c:v>
                </c:pt>
                <c:pt idx="5">
                  <c:v>集市M层</c:v>
                </c:pt>
                <c:pt idx="6">
                  <c:v>集市A层</c:v>
                </c:pt>
              </c:strCache>
            </c:strRef>
          </c:cat>
          <c:val>
            <c:numRef>
              <c:f>Sheet3!$C$2:$C$8</c:f>
              <c:numCache>
                <c:formatCode>General</c:formatCode>
                <c:ptCount val="7"/>
                <c:pt idx="0">
                  <c:v>80</c:v>
                </c:pt>
                <c:pt idx="1">
                  <c:v>352</c:v>
                </c:pt>
                <c:pt idx="2">
                  <c:v>120</c:v>
                </c:pt>
                <c:pt idx="3">
                  <c:v>40</c:v>
                </c:pt>
                <c:pt idx="4">
                  <c:v>94</c:v>
                </c:pt>
                <c:pt idx="5">
                  <c:v>84</c:v>
                </c:pt>
                <c:pt idx="6">
                  <c:v>129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2138369888"/>
        <c:axId val="2138354656"/>
      </c:barChart>
      <c:catAx>
        <c:axId val="2138369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2138354656"/>
        <c:crosses val="autoZero"/>
        <c:auto val="1"/>
        <c:lblAlgn val="ctr"/>
        <c:lblOffset val="100"/>
        <c:noMultiLvlLbl val="0"/>
      </c:catAx>
      <c:valAx>
        <c:axId val="2138354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</a:p>
        </c:txPr>
        <c:crossAx val="21383698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aa68b0b9-44cc-4b90-ba66-58ac9ee5ae2d}"/>
      </c:ext>
    </c:extLst>
  </c:chart>
  <c:spPr>
    <a:noFill/>
    <a:ln>
      <a:noFill/>
    </a:ln>
    <a:effectLst/>
  </c:spPr>
  <c:txPr>
    <a:bodyPr/>
    <a:lstStyle/>
    <a:p>
      <a:pPr>
        <a:defRPr lang="zh-CN" sz="900">
          <a:latin typeface="微软雅黑" panose="020B0503020204020204" pitchFamily="34" charset="-122"/>
          <a:ea typeface="微软雅黑" panose="020B0503020204020204" pitchFamily="34" charset="-122"/>
        </a:defRPr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23C7A66-0BE8-4917-84E0-E907A8A3B45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defTabSz="801370" eaLnBrk="0" hangingPunct="0">
              <a:spcBef>
                <a:spcPts val="6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None/>
            </a:pP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项目背景与挑战：</a:t>
            </a:r>
            <a:endParaRPr lang="en-US" altLang="zh-CN" sz="9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80975" indent="-180975" defTabSz="801370" eaLnBrk="0" hangingPunct="0">
              <a:spcBef>
                <a:spcPts val="6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l"/>
            </a:pP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2019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年</a:t>
            </a:r>
            <a:r>
              <a:rPr lang="en-US" altLang="zh-CN" sz="9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Exadata</a:t>
            </a:r>
            <a:r>
              <a:rPr lang="zh-CN" altLang="en-US" sz="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扩容受阻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，亟需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EDW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启动业务连续性保障措施；</a:t>
            </a:r>
            <a:endParaRPr lang="en-US" altLang="zh-CN" sz="9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80975" indent="-180975" defTabSz="801370" eaLnBrk="0" hangingPunct="0">
              <a:spcBef>
                <a:spcPts val="6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亚洲规模最大的</a:t>
            </a:r>
            <a:r>
              <a:rPr lang="en-US" altLang="zh-CN" sz="90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Exadata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集群，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OPBI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数据湖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+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财经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EDW+15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个集市，业务系统复杂，代码量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3000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万行，迁移挑战巨大；</a:t>
            </a:r>
            <a:endParaRPr lang="en-US" altLang="zh-CN" sz="9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80975" indent="-180975" defTabSz="801370" eaLnBrk="0" hangingPunct="0">
              <a:spcBef>
                <a:spcPts val="6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全业态的业务领域，涉及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18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个领域，领域之间业务关联性强；合同、项目、订单、区域、产品等多个数据跨领域间共用；</a:t>
            </a:r>
            <a:endParaRPr lang="zh-CN" altLang="en-US" sz="9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80975" indent="-180975" defTabSz="801370" eaLnBrk="0" hangingPunct="0">
              <a:spcBef>
                <a:spcPts val="6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全量系统多达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400+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交易系统，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1400+ Oracle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实例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,  2W+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开源数据库；经过多年演进，数据关系错综复杂，多源异构场景多；</a:t>
            </a:r>
            <a:endParaRPr lang="en-US" altLang="zh-CN" sz="9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80975" indent="-180975" defTabSz="801370" eaLnBrk="0" hangingPunct="0">
              <a:spcBef>
                <a:spcPts val="6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企业核心应用跨领域、业财拉通，从财务到业务、从业务到财务的不确定性的跨领域拉通分析，面向集团、各个责任中心的财报、管报和考核报告，各种大屏实时展示、自助分析等；</a:t>
            </a:r>
            <a:endParaRPr lang="zh-CN" altLang="en-US" sz="9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80975" indent="-180975" defTabSz="801370" eaLnBrk="0" hangingPunct="0">
              <a:spcBef>
                <a:spcPts val="6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业务模型（全联接）：跨业务系统的海量信息连接（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30+ JOIN/SQL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，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30+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层任务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/Task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）；业务链条长：包含研发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/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机会点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/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销售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/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发货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/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安装交付等端到端全产业链</a:t>
            </a:r>
            <a:endParaRPr lang="zh-CN" altLang="en-US" sz="9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80975" indent="-180975" defTabSz="801370" eaLnBrk="0" hangingPunct="0">
              <a:spcBef>
                <a:spcPts val="6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企业信息化过程存在大量的独立业务系统，</a:t>
            </a:r>
            <a:r>
              <a:rPr lang="zh-CN" altLang="en-US" sz="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数据严重碎片化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，缺乏整体数据设计；</a:t>
            </a:r>
            <a:endParaRPr lang="en-US" altLang="zh-CN" sz="9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80975" indent="-180975" defTabSz="801370" eaLnBrk="0" hangingPunct="0">
              <a:spcBef>
                <a:spcPts val="6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大量业务规则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(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如分摊、抵消、合并、汇率等）变化速度快，通过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TP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系统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(MCA)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构建了超过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2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万条动态规则，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OLAP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需要</a:t>
            </a:r>
            <a:r>
              <a:rPr lang="zh-CN" altLang="en-US" sz="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实时驱动的计算逻辑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；</a:t>
            </a:r>
            <a:endParaRPr lang="en-US" altLang="zh-CN" sz="9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80975" indent="-180975" defTabSz="801370" eaLnBrk="0" hangingPunct="0">
              <a:spcBef>
                <a:spcPts val="600"/>
              </a:spcBef>
              <a:buClr>
                <a:srgbClr val="990000"/>
              </a:buClr>
              <a:buSzPct val="60000"/>
              <a:buFont typeface="Wingdings" panose="05000000000000000000" pitchFamily="2" charset="2"/>
              <a:buChar char="l"/>
            </a:pP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企业沉淀了海量的计算模型，需要</a:t>
            </a:r>
            <a:r>
              <a:rPr lang="en-US" altLang="zh-CN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5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年以上的历史数据被调用，</a:t>
            </a:r>
            <a:r>
              <a:rPr lang="zh-CN" altLang="en-US" sz="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复杂计算和</a:t>
            </a:r>
            <a:r>
              <a:rPr lang="en-US" altLang="zh-CN" sz="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I/O</a:t>
            </a:r>
            <a:r>
              <a:rPr lang="zh-CN" altLang="en-US" sz="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资源消耗巨大</a:t>
            </a:r>
            <a:r>
              <a:rPr lang="zh-CN" altLang="en-US" sz="9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。</a:t>
            </a:r>
            <a:endParaRPr lang="zh-CN" altLang="en-US" sz="9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endParaRPr lang="zh-CN" altLang="en-US" sz="9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07326F3-4732-B74B-9C70-D0992466E499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7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0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0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tiff"/><Relationship Id="rId1" Type="http://schemas.openxmlformats.org/officeDocument/2006/relationships/slideMaster" Target="../slideMasters/slideMaster1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7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f"/><Relationship Id="rId1" Type="http://schemas.openxmlformats.org/officeDocument/2006/relationships/slideMaster" Target="../slideMasters/slideMaster17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8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8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8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8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8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8.xml"/></Relationships>
</file>

<file path=ppt/slideLayouts/_rels/slideLayout79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image" Target="../media/image18.emf"/><Relationship Id="rId3" Type="http://schemas.openxmlformats.org/officeDocument/2006/relationships/oleObject" Target="../embeddings/oleObject1.bin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8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2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2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image" Target="../media/image18.emf"/><Relationship Id="rId3" Type="http://schemas.openxmlformats.org/officeDocument/2006/relationships/oleObject" Target="../embeddings/oleObject2.bin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24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7.xml"/></Relationships>
</file>

<file path=ppt/slideLayouts/_rels/slideLayout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7.xml"/></Relationships>
</file>

<file path=ppt/slideLayouts/_rels/slideLayout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7.xml"/></Relationships>
</file>

<file path=ppt/slideLayouts/_rels/slideLayout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7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07486" y="1402066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4800" dirty="0">
                <a:solidFill>
                  <a:srgbClr val="1D1D1A"/>
                </a:solidFill>
                <a:ea typeface="华文细黑" panose="02010600040101010101" pitchFamily="2" charset="-122"/>
              </a:rPr>
              <a:t>Thank you.</a:t>
            </a:r>
            <a:endParaRPr lang="en-US" sz="4800" dirty="0">
              <a:solidFill>
                <a:srgbClr val="1D1D1A"/>
              </a:solidFill>
              <a:ea typeface="华文细黑" panose="02010600040101010101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solidFill>
                <a:srgbClr val="666666"/>
              </a:solidFill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>
            <a:fillRect/>
          </a:stretch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4" name="L 形 17"/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solidFill>
                <a:srgbClr val="666666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>
            <a:fillRect/>
          </a:stretch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solidFill>
                <a:srgbClr val="666666"/>
              </a:solidFill>
            </a:endParaRP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>
            <a:fillRect/>
          </a:stretch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>
              <a:solidFill>
                <a:srgbClr val="666666"/>
              </a:solidFill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  <a:endParaRPr kumimoji="1" lang="zh-CN" altLang="en-US" sz="3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528" y="365126"/>
            <a:ext cx="10519708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528" y="1825625"/>
            <a:ext cx="10519708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528" y="6356351"/>
            <a:ext cx="2744272" cy="365125"/>
          </a:xfrm>
          <a:prstGeom prst="rect">
            <a:avLst/>
          </a:prstGeom>
        </p:spPr>
        <p:txBody>
          <a:bodyPr/>
          <a:lstStyle/>
          <a:p>
            <a:fld id="{C40E206A-68B8-42C9-AA26-07C8E5A5BB5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40178" y="6356351"/>
            <a:ext cx="4116408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3964" y="6356351"/>
            <a:ext cx="2744272" cy="365125"/>
          </a:xfrm>
          <a:prstGeom prst="rect">
            <a:avLst/>
          </a:prstGeom>
        </p:spPr>
        <p:txBody>
          <a:bodyPr/>
          <a:lstStyle/>
          <a:p>
            <a:fld id="{156FA05D-5C81-474D-9937-CEF88A50D7A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82415" y="488000"/>
            <a:ext cx="10437936" cy="615553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0" tIns="0" rIns="0" bIns="0" numCol="1" anchor="ctr" anchorCtr="0" compatLnSpc="1">
            <a:spAutoFit/>
          </a:bodyPr>
          <a:lstStyle>
            <a:lvl1pPr marL="0" indent="0">
              <a:buFont typeface="Arial" panose="020B0604020202020204" pitchFamily="34" charset="0"/>
              <a:buNone/>
              <a:defRPr lang="zh-CN" altLang="en-US" sz="4000" b="0" dirty="0">
                <a:solidFill>
                  <a:srgbClr val="CC0000"/>
                </a:solidFill>
                <a:latin typeface="FrutigerNext LT Regular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altLang="zh-CN" dirty="0"/>
              <a:t>HEADLINE TEXT TO BE PLACED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0"/>
          <p:cNvSpPr>
            <a:spLocks noGrp="1" noChangeArrowheads="1"/>
          </p:cNvSpPr>
          <p:nvPr>
            <p:ph type="dt" sz="half" idx="10"/>
          </p:nvPr>
        </p:nvSpPr>
        <p:spPr>
          <a:xfrm>
            <a:off x="7911544" y="6402389"/>
            <a:ext cx="1409884" cy="1101725"/>
          </a:xfrm>
          <a:prstGeom prst="rect">
            <a:avLst/>
          </a:prstGeom>
        </p:spPr>
        <p:txBody>
          <a:bodyPr lIns="68562" tIns="34281" rIns="68562" bIns="34281"/>
          <a:lstStyle>
            <a:lvl1pPr>
              <a:defRPr/>
            </a:lvl1pPr>
          </a:lstStyle>
          <a:p>
            <a:pPr defTabSz="913765"/>
            <a:fld id="{530820CF-B880-4189-942D-D702A7CBA730}" type="datetimeFigureOut">
              <a:rPr lang="zh-CN" altLang="en-US" smtClean="0">
                <a:solidFill>
                  <a:srgbClr val="1D1D1A"/>
                </a:solidFill>
              </a:rPr>
            </a:fld>
            <a:endParaRPr lang="zh-CN" altLang="en-US">
              <a:solidFill>
                <a:srgbClr val="1D1D1A"/>
              </a:solidFill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17656" y="165100"/>
            <a:ext cx="11161453" cy="888187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21856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Headline in Arial Regular 36 point</a:t>
            </a:r>
            <a:endParaRPr lang="en-US" altLang="zh-CN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517656" y="1269262"/>
            <a:ext cx="11161453" cy="5031593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21856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 sz="2400" baseline="0">
                <a:solidFill>
                  <a:schemeClr val="bg1"/>
                </a:solidFill>
              </a:defRPr>
            </a:lvl1pPr>
            <a:lvl2pPr marL="609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8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5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CN" dirty="0"/>
              <a:t>Copy text in Arial Regular 20 - 32 point 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817315"/>
            <a:ext cx="10733557" cy="4278687"/>
          </a:xfrm>
          <a:prstGeom prst="rect">
            <a:avLst/>
          </a:prstGeom>
        </p:spPr>
        <p:txBody>
          <a:bodyPr lIns="0" tIns="0" rIns="0" bIns="0"/>
          <a:lstStyle>
            <a:lvl1pPr marL="12700" indent="0">
              <a:lnSpc>
                <a:spcPts val="1600"/>
              </a:lnSpc>
              <a:buFontTx/>
              <a:buNone/>
              <a:tabLst>
                <a:tab pos="1240155" algn="ctr"/>
              </a:tabLst>
              <a:defRPr sz="1335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40385" indent="-175895">
              <a:buFont typeface="Arial" panose="020B0604020202020204" pitchFamily="34" charset="0"/>
              <a:buChar char="•"/>
              <a:tabLst>
                <a:tab pos="1240155" algn="ctr"/>
              </a:tabLst>
              <a:defRPr sz="1335" baseline="0"/>
            </a:lvl2pPr>
            <a:lvl3pPr marL="540385" indent="-175895">
              <a:buFont typeface="Arial" panose="020B0604020202020204" pitchFamily="34" charset="0"/>
              <a:buChar char="•"/>
              <a:tabLst>
                <a:tab pos="1240155" algn="ctr"/>
              </a:tabLst>
              <a:defRPr sz="1335" baseline="0"/>
            </a:lvl3pPr>
            <a:lvl4pPr marL="540385" indent="-175895">
              <a:buFont typeface="Arial" panose="020B0604020202020204" pitchFamily="34" charset="0"/>
              <a:buChar char="•"/>
              <a:tabLst>
                <a:tab pos="1240155" algn="ctr"/>
              </a:tabLst>
              <a:defRPr sz="1335" baseline="0"/>
            </a:lvl4pPr>
            <a:lvl5pPr marL="540385" indent="-175895">
              <a:buFont typeface="Arial" panose="020B0604020202020204" pitchFamily="34" charset="0"/>
              <a:buChar char="•"/>
              <a:tabLst>
                <a:tab pos="1240155" algn="ctr"/>
              </a:tabLst>
              <a:defRPr sz="133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825" y="514557"/>
            <a:ext cx="10740639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520"/>
              </a:lnSpc>
              <a:spcBef>
                <a:spcPts val="0"/>
              </a:spcBef>
              <a:buNone/>
              <a:defRPr sz="3200" baseline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 algn="ctr">
              <a:buNone/>
              <a:defRPr sz="2665"/>
            </a:lvl2pPr>
            <a:lvl3pPr marL="1219200" indent="0" algn="ctr">
              <a:buNone/>
              <a:defRPr sz="2400"/>
            </a:lvl3pPr>
            <a:lvl4pPr marL="1828800" indent="0" algn="ctr">
              <a:buNone/>
              <a:defRPr sz="2135"/>
            </a:lvl4pPr>
            <a:lvl5pPr marL="2438400" indent="0" algn="ctr">
              <a:buNone/>
              <a:defRPr sz="2135"/>
            </a:lvl5pPr>
            <a:lvl6pPr marL="3048000" indent="0" algn="ctr">
              <a:buNone/>
              <a:defRPr sz="2135"/>
            </a:lvl6pPr>
            <a:lvl7pPr marL="3657600" indent="0" algn="ctr">
              <a:buNone/>
              <a:defRPr sz="2135"/>
            </a:lvl7pPr>
            <a:lvl8pPr marL="4267200" indent="0" algn="ctr">
              <a:buNone/>
              <a:defRPr sz="2135"/>
            </a:lvl8pPr>
            <a:lvl9pPr marL="4876800" indent="0" algn="ctr">
              <a:buNone/>
              <a:defRPr sz="213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35661" y="6211275"/>
            <a:ext cx="1733477" cy="37131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Layou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370558" y="1036280"/>
            <a:ext cx="2259842" cy="377135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17656" y="309083"/>
            <a:ext cx="11161453" cy="88818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Headline in Arial Regular 36 point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528" y="365126"/>
            <a:ext cx="10519708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528" y="1825625"/>
            <a:ext cx="10519708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528" y="6356351"/>
            <a:ext cx="2744272" cy="365125"/>
          </a:xfrm>
          <a:prstGeom prst="rect">
            <a:avLst/>
          </a:prstGeom>
        </p:spPr>
        <p:txBody>
          <a:bodyPr/>
          <a:lstStyle/>
          <a:p>
            <a:fld id="{C40E206A-68B8-42C9-AA26-07C8E5A5BB5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40178" y="6356351"/>
            <a:ext cx="4116408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3964" y="6356351"/>
            <a:ext cx="2744272" cy="365125"/>
          </a:xfrm>
          <a:prstGeom prst="rect">
            <a:avLst/>
          </a:prstGeom>
        </p:spPr>
        <p:txBody>
          <a:bodyPr/>
          <a:lstStyle/>
          <a:p>
            <a:fld id="{156FA05D-5C81-474D-9937-CEF88A50D7A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82414" y="518839"/>
            <a:ext cx="10437936" cy="55387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0" tIns="0" rIns="0" bIns="0" numCol="1" anchor="ctr" anchorCtr="0" compatLnSpc="1">
            <a:spAutoFit/>
          </a:bodyPr>
          <a:lstStyle>
            <a:lvl1pPr marL="0" indent="0">
              <a:buFont typeface="Arial" panose="020B0604020202020204" pitchFamily="34" charset="0"/>
              <a:buNone/>
              <a:defRPr lang="zh-CN" altLang="en-US" sz="4000" b="0" dirty="0">
                <a:solidFill>
                  <a:srgbClr val="CC0000"/>
                </a:solidFill>
                <a:latin typeface="FrutigerNext LT Regular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altLang="zh-CN" dirty="0"/>
              <a:t>HEADLINE TEXT TO BE PLACED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527" y="6356351"/>
            <a:ext cx="2744272" cy="365125"/>
          </a:xfrm>
          <a:prstGeom prst="rect">
            <a:avLst/>
          </a:prstGeom>
        </p:spPr>
        <p:txBody>
          <a:bodyPr/>
          <a:lstStyle/>
          <a:p>
            <a:fld id="{A684B914-9BB2-4713-9EBF-61770F406B81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40178" y="6356351"/>
            <a:ext cx="4116408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3964" y="6356351"/>
            <a:ext cx="2744272" cy="365125"/>
          </a:xfrm>
          <a:prstGeom prst="rect">
            <a:avLst/>
          </a:prstGeom>
        </p:spPr>
        <p:txBody>
          <a:bodyPr/>
          <a:lstStyle/>
          <a:p>
            <a:fld id="{62B6538A-33AE-45EB-868C-14B9E34ED9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3732" y="-88900"/>
            <a:ext cx="12196763" cy="69469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  <a:endParaRPr kumimoji="1" lang="zh-CN" altLang="en-US" sz="3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321130"/>
            <a:ext cx="1269075" cy="2775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17657" y="165101"/>
            <a:ext cx="11161454" cy="888187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36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altLang="zh-CN" dirty="0"/>
              <a:t>Headline in Arial Regular 36 point</a:t>
            </a:r>
            <a:endParaRPr lang="en-US" altLang="zh-CN" dirty="0"/>
          </a:p>
        </p:txBody>
      </p:sp>
      <p:grpSp>
        <p:nvGrpSpPr>
          <p:cNvPr id="4" name="Group 88"/>
          <p:cNvGrpSpPr/>
          <p:nvPr userDrawn="1"/>
        </p:nvGrpSpPr>
        <p:grpSpPr bwMode="auto">
          <a:xfrm>
            <a:off x="12342519" y="1"/>
            <a:ext cx="863712" cy="3025075"/>
            <a:chOff x="5874" y="2414"/>
            <a:chExt cx="544" cy="1906"/>
          </a:xfrm>
        </p:grpSpPr>
        <p:sp>
          <p:nvSpPr>
            <p:cNvPr id="5" name="Rectangle 86"/>
            <p:cNvSpPr>
              <a:spLocks noChangeArrowheads="1"/>
            </p:cNvSpPr>
            <p:nvPr userDrawn="1"/>
          </p:nvSpPr>
          <p:spPr bwMode="auto">
            <a:xfrm>
              <a:off x="5874" y="2414"/>
              <a:ext cx="544" cy="19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grpSp>
          <p:nvGrpSpPr>
            <p:cNvPr id="6" name="Group 87"/>
            <p:cNvGrpSpPr/>
            <p:nvPr userDrawn="1"/>
          </p:nvGrpSpPr>
          <p:grpSpPr bwMode="auto">
            <a:xfrm>
              <a:off x="5941" y="2475"/>
              <a:ext cx="409" cy="1783"/>
              <a:chOff x="5921" y="2387"/>
              <a:chExt cx="409" cy="1783"/>
            </a:xfrm>
          </p:grpSpPr>
          <p:grpSp>
            <p:nvGrpSpPr>
              <p:cNvPr id="7" name="Group 18"/>
              <p:cNvGrpSpPr>
                <a:grpSpLocks noChangeAspect="1"/>
              </p:cNvGrpSpPr>
              <p:nvPr userDrawn="1"/>
            </p:nvGrpSpPr>
            <p:grpSpPr bwMode="auto">
              <a:xfrm>
                <a:off x="5921" y="2506"/>
                <a:ext cx="409" cy="101"/>
                <a:chOff x="5893" y="2387"/>
                <a:chExt cx="466" cy="115"/>
              </a:xfrm>
            </p:grpSpPr>
            <p:sp>
              <p:nvSpPr>
                <p:cNvPr id="68" name="Rectangle 1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387"/>
                  <a:ext cx="116" cy="115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9" name="Rectangle 2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387"/>
                  <a:ext cx="116" cy="115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70" name="Rectangle 2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387"/>
                  <a:ext cx="117" cy="115"/>
                </a:xfrm>
                <a:prstGeom prst="rect">
                  <a:avLst/>
                </a:prstGeom>
                <a:solidFill>
                  <a:srgbClr val="99660A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71" name="Rectangle 2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387"/>
                  <a:ext cx="117" cy="115"/>
                </a:xfrm>
                <a:prstGeom prst="rect">
                  <a:avLst/>
                </a:prstGeom>
                <a:solidFill>
                  <a:srgbClr val="FF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8" name="Group 23"/>
              <p:cNvGrpSpPr>
                <a:grpSpLocks noChangeAspect="1"/>
              </p:cNvGrpSpPr>
              <p:nvPr userDrawn="1"/>
            </p:nvGrpSpPr>
            <p:grpSpPr bwMode="auto">
              <a:xfrm>
                <a:off x="5921" y="2626"/>
                <a:ext cx="409" cy="101"/>
                <a:chOff x="5893" y="2523"/>
                <a:chExt cx="466" cy="115"/>
              </a:xfrm>
            </p:grpSpPr>
            <p:sp>
              <p:nvSpPr>
                <p:cNvPr id="64" name="Rectangle 2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523"/>
                  <a:ext cx="116" cy="115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5" name="Rectangle 2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523"/>
                  <a:ext cx="116" cy="115"/>
                </a:xfrm>
                <a:prstGeom prst="rect">
                  <a:avLst/>
                </a:prstGeom>
                <a:solidFill>
                  <a:srgbClr val="99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6" name="Rectangle 2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523"/>
                  <a:ext cx="117" cy="115"/>
                </a:xfrm>
                <a:prstGeom prst="rect">
                  <a:avLst/>
                </a:prstGeom>
                <a:solidFill>
                  <a:srgbClr val="0099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7" name="Rectangle 2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523"/>
                  <a:ext cx="117" cy="115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9" name="Group 28"/>
              <p:cNvGrpSpPr>
                <a:grpSpLocks noChangeAspect="1"/>
              </p:cNvGrpSpPr>
              <p:nvPr userDrawn="1"/>
            </p:nvGrpSpPr>
            <p:grpSpPr bwMode="auto">
              <a:xfrm>
                <a:off x="5921" y="2745"/>
                <a:ext cx="409" cy="101"/>
                <a:chOff x="5893" y="2659"/>
                <a:chExt cx="466" cy="115"/>
              </a:xfrm>
            </p:grpSpPr>
            <p:sp>
              <p:nvSpPr>
                <p:cNvPr id="60" name="Rectangle 2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659"/>
                  <a:ext cx="116" cy="115"/>
                </a:xfrm>
                <a:prstGeom prst="rect">
                  <a:avLst/>
                </a:prstGeom>
                <a:solidFill>
                  <a:srgbClr val="99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1" name="Rectangle 3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659"/>
                  <a:ext cx="116" cy="115"/>
                </a:xfrm>
                <a:prstGeom prst="rect">
                  <a:avLst/>
                </a:prstGeom>
                <a:solidFill>
                  <a:srgbClr val="0099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2" name="Rectangle 3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659"/>
                  <a:ext cx="117" cy="115"/>
                </a:xfrm>
                <a:prstGeom prst="rect">
                  <a:avLst/>
                </a:prstGeom>
                <a:solidFill>
                  <a:srgbClr val="0066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3" name="Rectangle 3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659"/>
                  <a:ext cx="117" cy="115"/>
                </a:xfrm>
                <a:prstGeom prst="rect">
                  <a:avLst/>
                </a:prstGeom>
                <a:solidFill>
                  <a:srgbClr val="CCFF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0" name="Group 33"/>
              <p:cNvGrpSpPr>
                <a:grpSpLocks noChangeAspect="1"/>
              </p:cNvGrpSpPr>
              <p:nvPr userDrawn="1"/>
            </p:nvGrpSpPr>
            <p:grpSpPr bwMode="auto">
              <a:xfrm>
                <a:off x="5921" y="2387"/>
                <a:ext cx="409" cy="104"/>
                <a:chOff x="5893" y="2251"/>
                <a:chExt cx="466" cy="119"/>
              </a:xfrm>
            </p:grpSpPr>
            <p:sp>
              <p:nvSpPr>
                <p:cNvPr id="56" name="Rectangle 3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251"/>
                  <a:ext cx="116" cy="119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7" name="Rectangle 3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251"/>
                  <a:ext cx="117" cy="119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8" name="Rectangle 3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251"/>
                  <a:ext cx="117" cy="119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9" name="Rectangle 3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251"/>
                  <a:ext cx="116" cy="119"/>
                </a:xfrm>
                <a:prstGeom prst="rect">
                  <a:avLst/>
                </a:prstGeom>
                <a:solidFill>
                  <a:srgbClr val="66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1" name="Group 38"/>
              <p:cNvGrpSpPr>
                <a:grpSpLocks noChangeAspect="1"/>
              </p:cNvGrpSpPr>
              <p:nvPr userDrawn="1"/>
            </p:nvGrpSpPr>
            <p:grpSpPr bwMode="auto">
              <a:xfrm>
                <a:off x="5921" y="2944"/>
                <a:ext cx="409" cy="101"/>
                <a:chOff x="5893" y="2886"/>
                <a:chExt cx="466" cy="115"/>
              </a:xfrm>
            </p:grpSpPr>
            <p:sp>
              <p:nvSpPr>
                <p:cNvPr id="52" name="Rectangle 3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886"/>
                  <a:ext cx="116" cy="115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3" name="Rectangle 4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886"/>
                  <a:ext cx="116" cy="115"/>
                </a:xfrm>
                <a:prstGeom prst="rect">
                  <a:avLst/>
                </a:prstGeom>
                <a:solidFill>
                  <a:srgbClr val="FF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4" name="Rectangle 4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886"/>
                  <a:ext cx="117" cy="115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5" name="Rectangle 4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886"/>
                  <a:ext cx="117" cy="115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2" name="Group 43"/>
              <p:cNvGrpSpPr>
                <a:grpSpLocks noChangeAspect="1"/>
              </p:cNvGrpSpPr>
              <p:nvPr userDrawn="1"/>
            </p:nvGrpSpPr>
            <p:grpSpPr bwMode="auto">
              <a:xfrm>
                <a:off x="5921" y="3064"/>
                <a:ext cx="409" cy="101"/>
                <a:chOff x="5893" y="3022"/>
                <a:chExt cx="466" cy="115"/>
              </a:xfrm>
            </p:grpSpPr>
            <p:sp>
              <p:nvSpPr>
                <p:cNvPr id="48" name="Rectangle 4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022"/>
                  <a:ext cx="116" cy="115"/>
                </a:xfrm>
                <a:prstGeom prst="rect">
                  <a:avLst/>
                </a:prstGeom>
                <a:solidFill>
                  <a:srgbClr val="0066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9" name="Rectangle 4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022"/>
                  <a:ext cx="116" cy="115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0" name="Rectangle 4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022"/>
                  <a:ext cx="117" cy="115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1" name="Rectangle 4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022"/>
                  <a:ext cx="117" cy="115"/>
                </a:xfrm>
                <a:prstGeom prst="rect">
                  <a:avLst/>
                </a:prstGeom>
                <a:solidFill>
                  <a:srgbClr val="99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3" name="Group 48"/>
              <p:cNvGrpSpPr>
                <a:grpSpLocks noChangeAspect="1"/>
              </p:cNvGrpSpPr>
              <p:nvPr userDrawn="1"/>
            </p:nvGrpSpPr>
            <p:grpSpPr bwMode="auto">
              <a:xfrm>
                <a:off x="5921" y="3183"/>
                <a:ext cx="409" cy="101"/>
                <a:chOff x="5893" y="3158"/>
                <a:chExt cx="466" cy="115"/>
              </a:xfrm>
            </p:grpSpPr>
            <p:sp>
              <p:nvSpPr>
                <p:cNvPr id="44" name="Rectangle 4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158"/>
                  <a:ext cx="116" cy="115"/>
                </a:xfrm>
                <a:prstGeom prst="rect">
                  <a:avLst/>
                </a:prstGeom>
                <a:solidFill>
                  <a:srgbClr val="0099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5" name="Rectangle 5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158"/>
                  <a:ext cx="116" cy="115"/>
                </a:xfrm>
                <a:prstGeom prst="rect">
                  <a:avLst/>
                </a:prstGeom>
                <a:solidFill>
                  <a:srgbClr val="CCFF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6" name="Rectangle 5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158"/>
                  <a:ext cx="117" cy="115"/>
                </a:xfrm>
                <a:prstGeom prst="rect">
                  <a:avLst/>
                </a:prstGeom>
                <a:solidFill>
                  <a:srgbClr val="99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7" name="Rectangle 5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158"/>
                  <a:ext cx="117" cy="115"/>
                </a:xfrm>
                <a:prstGeom prst="rect">
                  <a:avLst/>
                </a:prstGeom>
                <a:solidFill>
                  <a:srgbClr val="99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4" name="Group 53"/>
              <p:cNvGrpSpPr>
                <a:grpSpLocks noChangeAspect="1"/>
              </p:cNvGrpSpPr>
              <p:nvPr userDrawn="1"/>
            </p:nvGrpSpPr>
            <p:grpSpPr bwMode="auto">
              <a:xfrm>
                <a:off x="5921" y="3383"/>
                <a:ext cx="409" cy="100"/>
                <a:chOff x="5893" y="3385"/>
                <a:chExt cx="466" cy="115"/>
              </a:xfrm>
            </p:grpSpPr>
            <p:sp>
              <p:nvSpPr>
                <p:cNvPr id="40" name="Rectangle 5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385"/>
                  <a:ext cx="116" cy="115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1" name="Rectangle 5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385"/>
                  <a:ext cx="116" cy="115"/>
                </a:xfrm>
                <a:prstGeom prst="rect">
                  <a:avLst/>
                </a:prstGeom>
                <a:solidFill>
                  <a:srgbClr val="FF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2" name="Rectangle 5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385"/>
                  <a:ext cx="117" cy="115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3" name="Rectangle 5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385"/>
                  <a:ext cx="117" cy="115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5" name="Group 58"/>
              <p:cNvGrpSpPr>
                <a:grpSpLocks noChangeAspect="1"/>
              </p:cNvGrpSpPr>
              <p:nvPr userDrawn="1"/>
            </p:nvGrpSpPr>
            <p:grpSpPr bwMode="auto">
              <a:xfrm>
                <a:off x="5921" y="3502"/>
                <a:ext cx="409" cy="101"/>
                <a:chOff x="5893" y="3521"/>
                <a:chExt cx="466" cy="115"/>
              </a:xfrm>
            </p:grpSpPr>
            <p:sp>
              <p:nvSpPr>
                <p:cNvPr id="36" name="Rectangle 5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521"/>
                  <a:ext cx="116" cy="115"/>
                </a:xfrm>
                <a:prstGeom prst="rect">
                  <a:avLst/>
                </a:prstGeom>
                <a:solidFill>
                  <a:srgbClr val="0066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7" name="Rectangle 6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521"/>
                  <a:ext cx="116" cy="115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8" name="Rectangle 6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521"/>
                  <a:ext cx="117" cy="115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9" name="Rectangle 6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521"/>
                  <a:ext cx="117" cy="115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6" name="Group 63"/>
              <p:cNvGrpSpPr>
                <a:grpSpLocks noChangeAspect="1"/>
              </p:cNvGrpSpPr>
              <p:nvPr userDrawn="1"/>
            </p:nvGrpSpPr>
            <p:grpSpPr bwMode="auto">
              <a:xfrm>
                <a:off x="5921" y="3621"/>
                <a:ext cx="409" cy="101"/>
                <a:chOff x="5893" y="3657"/>
                <a:chExt cx="466" cy="115"/>
              </a:xfrm>
            </p:grpSpPr>
            <p:sp>
              <p:nvSpPr>
                <p:cNvPr id="32" name="Rectangle 6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657"/>
                  <a:ext cx="116" cy="115"/>
                </a:xfrm>
                <a:prstGeom prst="rect">
                  <a:avLst/>
                </a:prstGeom>
                <a:solidFill>
                  <a:srgbClr val="0099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3" name="Rectangle 6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657"/>
                  <a:ext cx="116" cy="115"/>
                </a:xfrm>
                <a:prstGeom prst="rect">
                  <a:avLst/>
                </a:prstGeom>
                <a:solidFill>
                  <a:srgbClr val="CCFF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4" name="Rectangle 6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657"/>
                  <a:ext cx="117" cy="115"/>
                </a:xfrm>
                <a:prstGeom prst="rect">
                  <a:avLst/>
                </a:prstGeom>
                <a:solidFill>
                  <a:srgbClr val="99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5" name="Rectangle 6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657"/>
                  <a:ext cx="117" cy="115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7" name="Group 68"/>
              <p:cNvGrpSpPr>
                <a:grpSpLocks noChangeAspect="1"/>
              </p:cNvGrpSpPr>
              <p:nvPr userDrawn="1"/>
            </p:nvGrpSpPr>
            <p:grpSpPr bwMode="auto">
              <a:xfrm>
                <a:off x="5921" y="3821"/>
                <a:ext cx="409" cy="101"/>
                <a:chOff x="5893" y="3884"/>
                <a:chExt cx="466" cy="115"/>
              </a:xfrm>
            </p:grpSpPr>
            <p:sp>
              <p:nvSpPr>
                <p:cNvPr id="28" name="Rectangle 6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884"/>
                  <a:ext cx="116" cy="115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9" name="Rectangle 7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884"/>
                  <a:ext cx="116" cy="115"/>
                </a:xfrm>
                <a:prstGeom prst="rect">
                  <a:avLst/>
                </a:prstGeom>
                <a:solidFill>
                  <a:srgbClr val="FF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0" name="Rectangle 7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884"/>
                  <a:ext cx="117" cy="115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1" name="Rectangle 7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884"/>
                  <a:ext cx="117" cy="115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8" name="Group 73"/>
              <p:cNvGrpSpPr>
                <a:grpSpLocks noChangeAspect="1"/>
              </p:cNvGrpSpPr>
              <p:nvPr userDrawn="1"/>
            </p:nvGrpSpPr>
            <p:grpSpPr bwMode="auto">
              <a:xfrm>
                <a:off x="5921" y="3945"/>
                <a:ext cx="409" cy="101"/>
                <a:chOff x="5893" y="4026"/>
                <a:chExt cx="466" cy="115"/>
              </a:xfrm>
            </p:grpSpPr>
            <p:sp>
              <p:nvSpPr>
                <p:cNvPr id="24" name="Rectangle 7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4026"/>
                  <a:ext cx="116" cy="115"/>
                </a:xfrm>
                <a:prstGeom prst="rect">
                  <a:avLst/>
                </a:prstGeom>
                <a:solidFill>
                  <a:srgbClr val="0066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5" name="Rectangle 7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4026"/>
                  <a:ext cx="116" cy="115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6" name="Rectangle 7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4026"/>
                  <a:ext cx="117" cy="115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7" name="Rectangle 7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4026"/>
                  <a:ext cx="117" cy="115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9" name="Group 78"/>
              <p:cNvGrpSpPr>
                <a:grpSpLocks noChangeAspect="1"/>
              </p:cNvGrpSpPr>
              <p:nvPr userDrawn="1"/>
            </p:nvGrpSpPr>
            <p:grpSpPr bwMode="auto">
              <a:xfrm>
                <a:off x="5921" y="4069"/>
                <a:ext cx="409" cy="101"/>
                <a:chOff x="5893" y="4167"/>
                <a:chExt cx="466" cy="115"/>
              </a:xfrm>
            </p:grpSpPr>
            <p:sp>
              <p:nvSpPr>
                <p:cNvPr id="20" name="Rectangle 7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4167"/>
                  <a:ext cx="116" cy="115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1" name="Rectangle 8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4167"/>
                  <a:ext cx="116" cy="115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2" name="Rectangle 8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4167"/>
                  <a:ext cx="117" cy="11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3" name="Rectangle 8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4167"/>
                  <a:ext cx="117" cy="115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827" y="514557"/>
            <a:ext cx="10740639" cy="607808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520"/>
              </a:lnSpc>
              <a:spcBef>
                <a:spcPts val="0"/>
              </a:spcBef>
              <a:buNone/>
              <a:defRPr sz="3200" baseline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8965" indent="0" algn="ctr">
              <a:buNone/>
              <a:defRPr sz="2665"/>
            </a:lvl2pPr>
            <a:lvl3pPr marL="1217930" indent="0" algn="ctr">
              <a:buNone/>
              <a:defRPr sz="2400"/>
            </a:lvl3pPr>
            <a:lvl4pPr marL="1827530" indent="0" algn="ctr">
              <a:buNone/>
              <a:defRPr sz="2130"/>
            </a:lvl4pPr>
            <a:lvl5pPr marL="2436495" indent="0" algn="ctr">
              <a:buNone/>
              <a:defRPr sz="2130"/>
            </a:lvl5pPr>
            <a:lvl6pPr marL="3045460" indent="0" algn="ctr">
              <a:buNone/>
              <a:defRPr sz="2130"/>
            </a:lvl6pPr>
            <a:lvl7pPr marL="3654425" indent="0" algn="ctr">
              <a:buNone/>
              <a:defRPr sz="2130"/>
            </a:lvl7pPr>
            <a:lvl8pPr marL="4264025" indent="0" algn="ctr">
              <a:buNone/>
              <a:defRPr sz="2130"/>
            </a:lvl8pPr>
            <a:lvl9pPr marL="4872990" indent="0" algn="ctr">
              <a:buNone/>
              <a:defRPr sz="213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9" y="1525771"/>
            <a:ext cx="10733556" cy="4278686"/>
          </a:xfrm>
          <a:prstGeom prst="rect">
            <a:avLst/>
          </a:prstGeom>
        </p:spPr>
        <p:txBody>
          <a:bodyPr lIns="0" tIns="0" rIns="0" bIns="0"/>
          <a:lstStyle>
            <a:lvl1pPr marL="12700" indent="0">
              <a:lnSpc>
                <a:spcPts val="1600"/>
              </a:lnSpc>
              <a:buFontTx/>
              <a:buNone/>
              <a:tabLst>
                <a:tab pos="1238885" algn="ctr"/>
              </a:tabLst>
              <a:defRPr sz="1865" baseline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39115" indent="-175260">
              <a:buFont typeface="Arial" panose="020B0604020202020204" pitchFamily="34" charset="0"/>
              <a:buChar char="•"/>
              <a:tabLst>
                <a:tab pos="1238885" algn="ctr"/>
              </a:tabLst>
              <a:defRPr sz="1330" baseline="0"/>
            </a:lvl2pPr>
            <a:lvl3pPr marL="539115" indent="-175260">
              <a:buFont typeface="Arial" panose="020B0604020202020204" pitchFamily="34" charset="0"/>
              <a:buChar char="•"/>
              <a:tabLst>
                <a:tab pos="1238885" algn="ctr"/>
              </a:tabLst>
              <a:defRPr sz="1330" baseline="0"/>
            </a:lvl3pPr>
            <a:lvl4pPr marL="539115" indent="-175260">
              <a:buFont typeface="Arial" panose="020B0604020202020204" pitchFamily="34" charset="0"/>
              <a:buChar char="•"/>
              <a:tabLst>
                <a:tab pos="1238885" algn="ctr"/>
              </a:tabLst>
              <a:defRPr sz="1330" baseline="0"/>
            </a:lvl4pPr>
            <a:lvl5pPr marL="539115" indent="-175260">
              <a:buFont typeface="Arial" panose="020B0604020202020204" pitchFamily="34" charset="0"/>
              <a:buChar char="•"/>
              <a:tabLst>
                <a:tab pos="1238885" algn="ctr"/>
              </a:tabLst>
              <a:defRPr sz="133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705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855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3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596" y="1122363"/>
            <a:ext cx="914757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596" y="3602038"/>
            <a:ext cx="914757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527" y="6356351"/>
            <a:ext cx="2744272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25682A5C-777B-4442-96B1-80CC114E4FF9}" type="datetimeFigureOut">
              <a:rPr lang="zh-CN" altLang="en-US" smtClean="0">
                <a:solidFill>
                  <a:srgbClr val="1D1D1A"/>
                </a:solidFill>
              </a:rPr>
            </a:fld>
            <a:endParaRPr lang="zh-CN" altLang="en-US">
              <a:solidFill>
                <a:srgbClr val="1D1D1A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40178" y="6356351"/>
            <a:ext cx="4116408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zh-CN" altLang="en-US">
              <a:solidFill>
                <a:srgbClr val="1D1D1A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3964" y="6356351"/>
            <a:ext cx="2744272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E63FE688-B2E0-424A-81AD-CC1689EF1B75}" type="slidenum">
              <a:rPr lang="zh-CN" altLang="en-US" smtClean="0">
                <a:solidFill>
                  <a:srgbClr val="1D1D1A"/>
                </a:solidFill>
              </a:rPr>
            </a:fld>
            <a:endParaRPr lang="zh-CN" altLang="en-US">
              <a:solidFill>
                <a:srgbClr val="1D1D1A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Layou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370558" y="1036280"/>
            <a:ext cx="2259842" cy="377135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17656" y="309083"/>
            <a:ext cx="11161453" cy="88818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Headline in Arial Regular 36 point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528" y="365126"/>
            <a:ext cx="10519708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528" y="1825625"/>
            <a:ext cx="10519708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528" y="6356351"/>
            <a:ext cx="2744272" cy="365125"/>
          </a:xfrm>
          <a:prstGeom prst="rect">
            <a:avLst/>
          </a:prstGeom>
        </p:spPr>
        <p:txBody>
          <a:bodyPr/>
          <a:lstStyle/>
          <a:p>
            <a:fld id="{C40E206A-68B8-42C9-AA26-07C8E5A5BB5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40178" y="6356351"/>
            <a:ext cx="4116408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3964" y="6356351"/>
            <a:ext cx="2744272" cy="365125"/>
          </a:xfrm>
          <a:prstGeom prst="rect">
            <a:avLst/>
          </a:prstGeom>
        </p:spPr>
        <p:txBody>
          <a:bodyPr/>
          <a:lstStyle/>
          <a:p>
            <a:fld id="{156FA05D-5C81-474D-9937-CEF88A50D7A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82414" y="518839"/>
            <a:ext cx="10437936" cy="55387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0" tIns="0" rIns="0" bIns="0" numCol="1" anchor="ctr" anchorCtr="0" compatLnSpc="1">
            <a:spAutoFit/>
          </a:bodyPr>
          <a:lstStyle>
            <a:lvl1pPr marL="0" indent="0">
              <a:buFont typeface="Arial" panose="020B0604020202020204" pitchFamily="34" charset="0"/>
              <a:buNone/>
              <a:defRPr lang="zh-CN" altLang="en-US" sz="4000" b="0" dirty="0">
                <a:solidFill>
                  <a:srgbClr val="CC0000"/>
                </a:solidFill>
                <a:latin typeface="FrutigerNext LT Regular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altLang="zh-CN" dirty="0"/>
              <a:t>HEADLINE TEXT TO BE PLACED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527" y="6356351"/>
            <a:ext cx="2744272" cy="365125"/>
          </a:xfrm>
          <a:prstGeom prst="rect">
            <a:avLst/>
          </a:prstGeom>
        </p:spPr>
        <p:txBody>
          <a:bodyPr/>
          <a:lstStyle/>
          <a:p>
            <a:fld id="{A684B914-9BB2-4713-9EBF-61770F406B81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40178" y="6356351"/>
            <a:ext cx="4116408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3964" y="6356351"/>
            <a:ext cx="2744272" cy="365125"/>
          </a:xfrm>
          <a:prstGeom prst="rect">
            <a:avLst/>
          </a:prstGeom>
        </p:spPr>
        <p:txBody>
          <a:bodyPr/>
          <a:lstStyle/>
          <a:p>
            <a:fld id="{62B6538A-33AE-45EB-868C-14B9E34ED9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17657" y="165101"/>
            <a:ext cx="11161454" cy="888187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36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altLang="zh-CN" dirty="0"/>
              <a:t>Headline in Arial Regular 36 point</a:t>
            </a:r>
            <a:endParaRPr lang="en-US" altLang="zh-CN" dirty="0"/>
          </a:p>
        </p:txBody>
      </p:sp>
      <p:grpSp>
        <p:nvGrpSpPr>
          <p:cNvPr id="4" name="Group 88"/>
          <p:cNvGrpSpPr/>
          <p:nvPr userDrawn="1"/>
        </p:nvGrpSpPr>
        <p:grpSpPr bwMode="auto">
          <a:xfrm>
            <a:off x="12342519" y="1"/>
            <a:ext cx="863712" cy="3025075"/>
            <a:chOff x="5874" y="2414"/>
            <a:chExt cx="544" cy="1906"/>
          </a:xfrm>
        </p:grpSpPr>
        <p:sp>
          <p:nvSpPr>
            <p:cNvPr id="5" name="Rectangle 86"/>
            <p:cNvSpPr>
              <a:spLocks noChangeArrowheads="1"/>
            </p:cNvSpPr>
            <p:nvPr userDrawn="1"/>
          </p:nvSpPr>
          <p:spPr bwMode="auto">
            <a:xfrm>
              <a:off x="5874" y="2414"/>
              <a:ext cx="544" cy="19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grpSp>
          <p:nvGrpSpPr>
            <p:cNvPr id="6" name="Group 87"/>
            <p:cNvGrpSpPr/>
            <p:nvPr userDrawn="1"/>
          </p:nvGrpSpPr>
          <p:grpSpPr bwMode="auto">
            <a:xfrm>
              <a:off x="5941" y="2475"/>
              <a:ext cx="409" cy="1783"/>
              <a:chOff x="5921" y="2387"/>
              <a:chExt cx="409" cy="1783"/>
            </a:xfrm>
          </p:grpSpPr>
          <p:grpSp>
            <p:nvGrpSpPr>
              <p:cNvPr id="7" name="Group 18"/>
              <p:cNvGrpSpPr>
                <a:grpSpLocks noChangeAspect="1"/>
              </p:cNvGrpSpPr>
              <p:nvPr userDrawn="1"/>
            </p:nvGrpSpPr>
            <p:grpSpPr bwMode="auto">
              <a:xfrm>
                <a:off x="5921" y="2506"/>
                <a:ext cx="409" cy="101"/>
                <a:chOff x="5893" y="2387"/>
                <a:chExt cx="466" cy="115"/>
              </a:xfrm>
            </p:grpSpPr>
            <p:sp>
              <p:nvSpPr>
                <p:cNvPr id="68" name="Rectangle 1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387"/>
                  <a:ext cx="116" cy="115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9" name="Rectangle 2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387"/>
                  <a:ext cx="116" cy="115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70" name="Rectangle 2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387"/>
                  <a:ext cx="117" cy="115"/>
                </a:xfrm>
                <a:prstGeom prst="rect">
                  <a:avLst/>
                </a:prstGeom>
                <a:solidFill>
                  <a:srgbClr val="99660A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71" name="Rectangle 2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387"/>
                  <a:ext cx="117" cy="115"/>
                </a:xfrm>
                <a:prstGeom prst="rect">
                  <a:avLst/>
                </a:prstGeom>
                <a:solidFill>
                  <a:srgbClr val="FF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8" name="Group 23"/>
              <p:cNvGrpSpPr>
                <a:grpSpLocks noChangeAspect="1"/>
              </p:cNvGrpSpPr>
              <p:nvPr userDrawn="1"/>
            </p:nvGrpSpPr>
            <p:grpSpPr bwMode="auto">
              <a:xfrm>
                <a:off x="5921" y="2626"/>
                <a:ext cx="409" cy="101"/>
                <a:chOff x="5893" y="2523"/>
                <a:chExt cx="466" cy="115"/>
              </a:xfrm>
            </p:grpSpPr>
            <p:sp>
              <p:nvSpPr>
                <p:cNvPr id="64" name="Rectangle 2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523"/>
                  <a:ext cx="116" cy="115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5" name="Rectangle 2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523"/>
                  <a:ext cx="116" cy="115"/>
                </a:xfrm>
                <a:prstGeom prst="rect">
                  <a:avLst/>
                </a:prstGeom>
                <a:solidFill>
                  <a:srgbClr val="99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6" name="Rectangle 2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523"/>
                  <a:ext cx="117" cy="115"/>
                </a:xfrm>
                <a:prstGeom prst="rect">
                  <a:avLst/>
                </a:prstGeom>
                <a:solidFill>
                  <a:srgbClr val="0099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7" name="Rectangle 2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523"/>
                  <a:ext cx="117" cy="115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9" name="Group 28"/>
              <p:cNvGrpSpPr>
                <a:grpSpLocks noChangeAspect="1"/>
              </p:cNvGrpSpPr>
              <p:nvPr userDrawn="1"/>
            </p:nvGrpSpPr>
            <p:grpSpPr bwMode="auto">
              <a:xfrm>
                <a:off x="5921" y="2745"/>
                <a:ext cx="409" cy="101"/>
                <a:chOff x="5893" y="2659"/>
                <a:chExt cx="466" cy="115"/>
              </a:xfrm>
            </p:grpSpPr>
            <p:sp>
              <p:nvSpPr>
                <p:cNvPr id="60" name="Rectangle 2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659"/>
                  <a:ext cx="116" cy="115"/>
                </a:xfrm>
                <a:prstGeom prst="rect">
                  <a:avLst/>
                </a:prstGeom>
                <a:solidFill>
                  <a:srgbClr val="99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1" name="Rectangle 3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659"/>
                  <a:ext cx="116" cy="115"/>
                </a:xfrm>
                <a:prstGeom prst="rect">
                  <a:avLst/>
                </a:prstGeom>
                <a:solidFill>
                  <a:srgbClr val="0099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2" name="Rectangle 3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659"/>
                  <a:ext cx="117" cy="115"/>
                </a:xfrm>
                <a:prstGeom prst="rect">
                  <a:avLst/>
                </a:prstGeom>
                <a:solidFill>
                  <a:srgbClr val="0066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3" name="Rectangle 3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659"/>
                  <a:ext cx="117" cy="115"/>
                </a:xfrm>
                <a:prstGeom prst="rect">
                  <a:avLst/>
                </a:prstGeom>
                <a:solidFill>
                  <a:srgbClr val="CCFF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0" name="Group 33"/>
              <p:cNvGrpSpPr>
                <a:grpSpLocks noChangeAspect="1"/>
              </p:cNvGrpSpPr>
              <p:nvPr userDrawn="1"/>
            </p:nvGrpSpPr>
            <p:grpSpPr bwMode="auto">
              <a:xfrm>
                <a:off x="5921" y="2387"/>
                <a:ext cx="409" cy="104"/>
                <a:chOff x="5893" y="2251"/>
                <a:chExt cx="466" cy="119"/>
              </a:xfrm>
            </p:grpSpPr>
            <p:sp>
              <p:nvSpPr>
                <p:cNvPr id="56" name="Rectangle 3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251"/>
                  <a:ext cx="116" cy="119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7" name="Rectangle 3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251"/>
                  <a:ext cx="117" cy="119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8" name="Rectangle 3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251"/>
                  <a:ext cx="117" cy="119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9" name="Rectangle 3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251"/>
                  <a:ext cx="116" cy="119"/>
                </a:xfrm>
                <a:prstGeom prst="rect">
                  <a:avLst/>
                </a:prstGeom>
                <a:solidFill>
                  <a:srgbClr val="66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1" name="Group 38"/>
              <p:cNvGrpSpPr>
                <a:grpSpLocks noChangeAspect="1"/>
              </p:cNvGrpSpPr>
              <p:nvPr userDrawn="1"/>
            </p:nvGrpSpPr>
            <p:grpSpPr bwMode="auto">
              <a:xfrm>
                <a:off x="5921" y="2944"/>
                <a:ext cx="409" cy="101"/>
                <a:chOff x="5893" y="2886"/>
                <a:chExt cx="466" cy="115"/>
              </a:xfrm>
            </p:grpSpPr>
            <p:sp>
              <p:nvSpPr>
                <p:cNvPr id="52" name="Rectangle 3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886"/>
                  <a:ext cx="116" cy="115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3" name="Rectangle 4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886"/>
                  <a:ext cx="116" cy="115"/>
                </a:xfrm>
                <a:prstGeom prst="rect">
                  <a:avLst/>
                </a:prstGeom>
                <a:solidFill>
                  <a:srgbClr val="FF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4" name="Rectangle 4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886"/>
                  <a:ext cx="117" cy="115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5" name="Rectangle 4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886"/>
                  <a:ext cx="117" cy="115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2" name="Group 43"/>
              <p:cNvGrpSpPr>
                <a:grpSpLocks noChangeAspect="1"/>
              </p:cNvGrpSpPr>
              <p:nvPr userDrawn="1"/>
            </p:nvGrpSpPr>
            <p:grpSpPr bwMode="auto">
              <a:xfrm>
                <a:off x="5921" y="3064"/>
                <a:ext cx="409" cy="101"/>
                <a:chOff x="5893" y="3022"/>
                <a:chExt cx="466" cy="115"/>
              </a:xfrm>
            </p:grpSpPr>
            <p:sp>
              <p:nvSpPr>
                <p:cNvPr id="48" name="Rectangle 4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022"/>
                  <a:ext cx="116" cy="115"/>
                </a:xfrm>
                <a:prstGeom prst="rect">
                  <a:avLst/>
                </a:prstGeom>
                <a:solidFill>
                  <a:srgbClr val="0066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9" name="Rectangle 4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022"/>
                  <a:ext cx="116" cy="115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0" name="Rectangle 4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022"/>
                  <a:ext cx="117" cy="115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1" name="Rectangle 4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022"/>
                  <a:ext cx="117" cy="115"/>
                </a:xfrm>
                <a:prstGeom prst="rect">
                  <a:avLst/>
                </a:prstGeom>
                <a:solidFill>
                  <a:srgbClr val="99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3" name="Group 48"/>
              <p:cNvGrpSpPr>
                <a:grpSpLocks noChangeAspect="1"/>
              </p:cNvGrpSpPr>
              <p:nvPr userDrawn="1"/>
            </p:nvGrpSpPr>
            <p:grpSpPr bwMode="auto">
              <a:xfrm>
                <a:off x="5921" y="3183"/>
                <a:ext cx="409" cy="101"/>
                <a:chOff x="5893" y="3158"/>
                <a:chExt cx="466" cy="115"/>
              </a:xfrm>
            </p:grpSpPr>
            <p:sp>
              <p:nvSpPr>
                <p:cNvPr id="44" name="Rectangle 4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158"/>
                  <a:ext cx="116" cy="115"/>
                </a:xfrm>
                <a:prstGeom prst="rect">
                  <a:avLst/>
                </a:prstGeom>
                <a:solidFill>
                  <a:srgbClr val="0099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5" name="Rectangle 5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158"/>
                  <a:ext cx="116" cy="115"/>
                </a:xfrm>
                <a:prstGeom prst="rect">
                  <a:avLst/>
                </a:prstGeom>
                <a:solidFill>
                  <a:srgbClr val="CCFF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6" name="Rectangle 5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158"/>
                  <a:ext cx="117" cy="115"/>
                </a:xfrm>
                <a:prstGeom prst="rect">
                  <a:avLst/>
                </a:prstGeom>
                <a:solidFill>
                  <a:srgbClr val="99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7" name="Rectangle 5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158"/>
                  <a:ext cx="117" cy="115"/>
                </a:xfrm>
                <a:prstGeom prst="rect">
                  <a:avLst/>
                </a:prstGeom>
                <a:solidFill>
                  <a:srgbClr val="99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4" name="Group 53"/>
              <p:cNvGrpSpPr>
                <a:grpSpLocks noChangeAspect="1"/>
              </p:cNvGrpSpPr>
              <p:nvPr userDrawn="1"/>
            </p:nvGrpSpPr>
            <p:grpSpPr bwMode="auto">
              <a:xfrm>
                <a:off x="5921" y="3383"/>
                <a:ext cx="409" cy="100"/>
                <a:chOff x="5893" y="3385"/>
                <a:chExt cx="466" cy="115"/>
              </a:xfrm>
            </p:grpSpPr>
            <p:sp>
              <p:nvSpPr>
                <p:cNvPr id="40" name="Rectangle 5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385"/>
                  <a:ext cx="116" cy="115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1" name="Rectangle 5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385"/>
                  <a:ext cx="116" cy="115"/>
                </a:xfrm>
                <a:prstGeom prst="rect">
                  <a:avLst/>
                </a:prstGeom>
                <a:solidFill>
                  <a:srgbClr val="FF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2" name="Rectangle 5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385"/>
                  <a:ext cx="117" cy="115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3" name="Rectangle 5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385"/>
                  <a:ext cx="117" cy="115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5" name="Group 58"/>
              <p:cNvGrpSpPr>
                <a:grpSpLocks noChangeAspect="1"/>
              </p:cNvGrpSpPr>
              <p:nvPr userDrawn="1"/>
            </p:nvGrpSpPr>
            <p:grpSpPr bwMode="auto">
              <a:xfrm>
                <a:off x="5921" y="3502"/>
                <a:ext cx="409" cy="101"/>
                <a:chOff x="5893" y="3521"/>
                <a:chExt cx="466" cy="115"/>
              </a:xfrm>
            </p:grpSpPr>
            <p:sp>
              <p:nvSpPr>
                <p:cNvPr id="36" name="Rectangle 5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521"/>
                  <a:ext cx="116" cy="115"/>
                </a:xfrm>
                <a:prstGeom prst="rect">
                  <a:avLst/>
                </a:prstGeom>
                <a:solidFill>
                  <a:srgbClr val="0066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7" name="Rectangle 6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521"/>
                  <a:ext cx="116" cy="115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8" name="Rectangle 6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521"/>
                  <a:ext cx="117" cy="115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9" name="Rectangle 6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521"/>
                  <a:ext cx="117" cy="115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6" name="Group 63"/>
              <p:cNvGrpSpPr>
                <a:grpSpLocks noChangeAspect="1"/>
              </p:cNvGrpSpPr>
              <p:nvPr userDrawn="1"/>
            </p:nvGrpSpPr>
            <p:grpSpPr bwMode="auto">
              <a:xfrm>
                <a:off x="5921" y="3621"/>
                <a:ext cx="409" cy="101"/>
                <a:chOff x="5893" y="3657"/>
                <a:chExt cx="466" cy="115"/>
              </a:xfrm>
            </p:grpSpPr>
            <p:sp>
              <p:nvSpPr>
                <p:cNvPr id="32" name="Rectangle 6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657"/>
                  <a:ext cx="116" cy="115"/>
                </a:xfrm>
                <a:prstGeom prst="rect">
                  <a:avLst/>
                </a:prstGeom>
                <a:solidFill>
                  <a:srgbClr val="0099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3" name="Rectangle 6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657"/>
                  <a:ext cx="116" cy="115"/>
                </a:xfrm>
                <a:prstGeom prst="rect">
                  <a:avLst/>
                </a:prstGeom>
                <a:solidFill>
                  <a:srgbClr val="CCFF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4" name="Rectangle 6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657"/>
                  <a:ext cx="117" cy="115"/>
                </a:xfrm>
                <a:prstGeom prst="rect">
                  <a:avLst/>
                </a:prstGeom>
                <a:solidFill>
                  <a:srgbClr val="99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5" name="Rectangle 6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657"/>
                  <a:ext cx="117" cy="115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7" name="Group 68"/>
              <p:cNvGrpSpPr>
                <a:grpSpLocks noChangeAspect="1"/>
              </p:cNvGrpSpPr>
              <p:nvPr userDrawn="1"/>
            </p:nvGrpSpPr>
            <p:grpSpPr bwMode="auto">
              <a:xfrm>
                <a:off x="5921" y="3821"/>
                <a:ext cx="409" cy="101"/>
                <a:chOff x="5893" y="3884"/>
                <a:chExt cx="466" cy="115"/>
              </a:xfrm>
            </p:grpSpPr>
            <p:sp>
              <p:nvSpPr>
                <p:cNvPr id="28" name="Rectangle 6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884"/>
                  <a:ext cx="116" cy="115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9" name="Rectangle 7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884"/>
                  <a:ext cx="116" cy="115"/>
                </a:xfrm>
                <a:prstGeom prst="rect">
                  <a:avLst/>
                </a:prstGeom>
                <a:solidFill>
                  <a:srgbClr val="FF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0" name="Rectangle 7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884"/>
                  <a:ext cx="117" cy="115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1" name="Rectangle 7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884"/>
                  <a:ext cx="117" cy="115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8" name="Group 73"/>
              <p:cNvGrpSpPr>
                <a:grpSpLocks noChangeAspect="1"/>
              </p:cNvGrpSpPr>
              <p:nvPr userDrawn="1"/>
            </p:nvGrpSpPr>
            <p:grpSpPr bwMode="auto">
              <a:xfrm>
                <a:off x="5921" y="3945"/>
                <a:ext cx="409" cy="101"/>
                <a:chOff x="5893" y="4026"/>
                <a:chExt cx="466" cy="115"/>
              </a:xfrm>
            </p:grpSpPr>
            <p:sp>
              <p:nvSpPr>
                <p:cNvPr id="24" name="Rectangle 7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4026"/>
                  <a:ext cx="116" cy="115"/>
                </a:xfrm>
                <a:prstGeom prst="rect">
                  <a:avLst/>
                </a:prstGeom>
                <a:solidFill>
                  <a:srgbClr val="0066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5" name="Rectangle 7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4026"/>
                  <a:ext cx="116" cy="115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6" name="Rectangle 7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4026"/>
                  <a:ext cx="117" cy="115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7" name="Rectangle 7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4026"/>
                  <a:ext cx="117" cy="115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9" name="Group 78"/>
              <p:cNvGrpSpPr>
                <a:grpSpLocks noChangeAspect="1"/>
              </p:cNvGrpSpPr>
              <p:nvPr userDrawn="1"/>
            </p:nvGrpSpPr>
            <p:grpSpPr bwMode="auto">
              <a:xfrm>
                <a:off x="5921" y="4069"/>
                <a:ext cx="409" cy="101"/>
                <a:chOff x="5893" y="4167"/>
                <a:chExt cx="466" cy="115"/>
              </a:xfrm>
            </p:grpSpPr>
            <p:sp>
              <p:nvSpPr>
                <p:cNvPr id="20" name="Rectangle 7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4167"/>
                  <a:ext cx="116" cy="115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1" name="Rectangle 8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4167"/>
                  <a:ext cx="116" cy="115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2" name="Rectangle 8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4167"/>
                  <a:ext cx="117" cy="11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3" name="Rectangle 8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4167"/>
                  <a:ext cx="117" cy="115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</p:grp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827" y="514557"/>
            <a:ext cx="10740639" cy="607808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520"/>
              </a:lnSpc>
              <a:spcBef>
                <a:spcPts val="0"/>
              </a:spcBef>
              <a:buNone/>
              <a:defRPr sz="3200" baseline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8965" indent="0" algn="ctr">
              <a:buNone/>
              <a:defRPr sz="2665"/>
            </a:lvl2pPr>
            <a:lvl3pPr marL="1217930" indent="0" algn="ctr">
              <a:buNone/>
              <a:defRPr sz="2400"/>
            </a:lvl3pPr>
            <a:lvl4pPr marL="1827530" indent="0" algn="ctr">
              <a:buNone/>
              <a:defRPr sz="2130"/>
            </a:lvl4pPr>
            <a:lvl5pPr marL="2436495" indent="0" algn="ctr">
              <a:buNone/>
              <a:defRPr sz="2130"/>
            </a:lvl5pPr>
            <a:lvl6pPr marL="3045460" indent="0" algn="ctr">
              <a:buNone/>
              <a:defRPr sz="2130"/>
            </a:lvl6pPr>
            <a:lvl7pPr marL="3654425" indent="0" algn="ctr">
              <a:buNone/>
              <a:defRPr sz="2130"/>
            </a:lvl7pPr>
            <a:lvl8pPr marL="4264025" indent="0" algn="ctr">
              <a:buNone/>
              <a:defRPr sz="2130"/>
            </a:lvl8pPr>
            <a:lvl9pPr marL="4872990" indent="0" algn="ctr">
              <a:buNone/>
              <a:defRPr sz="213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9" y="1525771"/>
            <a:ext cx="10733556" cy="4278686"/>
          </a:xfrm>
          <a:prstGeom prst="rect">
            <a:avLst/>
          </a:prstGeom>
        </p:spPr>
        <p:txBody>
          <a:bodyPr lIns="0" tIns="0" rIns="0" bIns="0"/>
          <a:lstStyle>
            <a:lvl1pPr marL="12700" indent="0">
              <a:lnSpc>
                <a:spcPts val="1600"/>
              </a:lnSpc>
              <a:buFontTx/>
              <a:buNone/>
              <a:tabLst>
                <a:tab pos="1238885" algn="ctr"/>
              </a:tabLst>
              <a:defRPr sz="1865" baseline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39115" indent="-175260">
              <a:buFont typeface="Arial" panose="020B0604020202020204" pitchFamily="34" charset="0"/>
              <a:buChar char="•"/>
              <a:tabLst>
                <a:tab pos="1238885" algn="ctr"/>
              </a:tabLst>
              <a:defRPr sz="1330" baseline="0"/>
            </a:lvl2pPr>
            <a:lvl3pPr marL="539115" indent="-175260">
              <a:buFont typeface="Arial" panose="020B0604020202020204" pitchFamily="34" charset="0"/>
              <a:buChar char="•"/>
              <a:tabLst>
                <a:tab pos="1238885" algn="ctr"/>
              </a:tabLst>
              <a:defRPr sz="1330" baseline="0"/>
            </a:lvl3pPr>
            <a:lvl4pPr marL="539115" indent="-175260">
              <a:buFont typeface="Arial" panose="020B0604020202020204" pitchFamily="34" charset="0"/>
              <a:buChar char="•"/>
              <a:tabLst>
                <a:tab pos="1238885" algn="ctr"/>
              </a:tabLst>
              <a:defRPr sz="1330" baseline="0"/>
            </a:lvl4pPr>
            <a:lvl5pPr marL="539115" indent="-175260">
              <a:buFont typeface="Arial" panose="020B0604020202020204" pitchFamily="34" charset="0"/>
              <a:buChar char="•"/>
              <a:tabLst>
                <a:tab pos="1238885" algn="ctr"/>
              </a:tabLst>
              <a:defRPr sz="133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705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855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3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22.11.19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14746" y="119583"/>
            <a:ext cx="10520363" cy="491086"/>
          </a:xfrm>
          <a:prstGeom prst="rect">
            <a:avLst/>
          </a:prstGeom>
        </p:spPr>
        <p:txBody>
          <a:bodyPr/>
          <a:lstStyle>
            <a:lvl1pPr marL="0" indent="0" algn="l" defTabSz="1188085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altLang="zh-CN" sz="2000" b="1" kern="1200" baseline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98501" y="456135"/>
            <a:ext cx="10799763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5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80"/>
            </a:lvl4pPr>
            <a:lvl5pPr marL="2373630" indent="0" algn="ctr">
              <a:buNone/>
              <a:defRPr sz="2080"/>
            </a:lvl5pPr>
            <a:lvl6pPr marL="2967355" indent="0" algn="ctr">
              <a:buNone/>
              <a:defRPr sz="2080"/>
            </a:lvl6pPr>
            <a:lvl7pPr marL="3560445" indent="0" algn="ctr">
              <a:buNone/>
              <a:defRPr sz="2080"/>
            </a:lvl7pPr>
            <a:lvl8pPr marL="4154170" indent="0" algn="ctr">
              <a:buNone/>
              <a:defRPr sz="2080"/>
            </a:lvl8pPr>
            <a:lvl9pPr marL="474726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pic>
        <p:nvPicPr>
          <p:cNvPr id="6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7" y="6282742"/>
            <a:ext cx="1371600" cy="300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596" y="1122363"/>
            <a:ext cx="9147572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596" y="3602038"/>
            <a:ext cx="9147572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527" y="6356351"/>
            <a:ext cx="2744272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25682A5C-777B-4442-96B1-80CC114E4FF9}" type="datetimeFigureOut">
              <a:rPr lang="zh-CN" altLang="en-US" smtClean="0">
                <a:solidFill>
                  <a:srgbClr val="1D1D1A"/>
                </a:solidFill>
              </a:rPr>
            </a:fld>
            <a:endParaRPr lang="zh-CN" altLang="en-US">
              <a:solidFill>
                <a:srgbClr val="1D1D1A"/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40178" y="6356351"/>
            <a:ext cx="4116408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zh-CN" altLang="en-US">
              <a:solidFill>
                <a:srgbClr val="1D1D1A"/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3964" y="6356351"/>
            <a:ext cx="2744272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E63FE688-B2E0-424A-81AD-CC1689EF1B75}" type="slidenum">
              <a:rPr lang="zh-CN" altLang="en-US" smtClean="0">
                <a:solidFill>
                  <a:srgbClr val="1D1D1A"/>
                </a:solidFill>
              </a:rPr>
            </a:fld>
            <a:endParaRPr lang="zh-CN" altLang="en-US">
              <a:solidFill>
                <a:srgbClr val="1D1D1A"/>
              </a:solidFill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hou-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514306" y="84734"/>
            <a:ext cx="11165422" cy="800100"/>
          </a:xfrm>
          <a:prstGeom prst="rect">
            <a:avLst/>
          </a:prstGeom>
        </p:spPr>
        <p:txBody>
          <a:bodyPr anchor="ctr"/>
          <a:lstStyle>
            <a:lvl1pPr>
              <a:defRPr sz="2795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705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855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3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17658" y="165101"/>
            <a:ext cx="11161453" cy="888187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36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altLang="zh-CN" dirty="0"/>
              <a:t>Headline in Arial Regular 36 point</a:t>
            </a:r>
            <a:endParaRPr lang="en-US" altLang="zh-CN" dirty="0"/>
          </a:p>
        </p:txBody>
      </p:sp>
      <p:grpSp>
        <p:nvGrpSpPr>
          <p:cNvPr id="4" name="Group 88"/>
          <p:cNvGrpSpPr/>
          <p:nvPr userDrawn="1"/>
        </p:nvGrpSpPr>
        <p:grpSpPr bwMode="auto">
          <a:xfrm>
            <a:off x="12342518" y="1"/>
            <a:ext cx="863712" cy="3025075"/>
            <a:chOff x="5874" y="2414"/>
            <a:chExt cx="544" cy="1906"/>
          </a:xfrm>
        </p:grpSpPr>
        <p:sp>
          <p:nvSpPr>
            <p:cNvPr id="5" name="Rectangle 86"/>
            <p:cNvSpPr>
              <a:spLocks noChangeArrowheads="1"/>
            </p:cNvSpPr>
            <p:nvPr userDrawn="1"/>
          </p:nvSpPr>
          <p:spPr bwMode="auto">
            <a:xfrm>
              <a:off x="5874" y="2414"/>
              <a:ext cx="544" cy="19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defTabSz="1219200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2400">
                <a:solidFill>
                  <a:prstClr val="black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6" name="Group 87"/>
            <p:cNvGrpSpPr/>
            <p:nvPr userDrawn="1"/>
          </p:nvGrpSpPr>
          <p:grpSpPr bwMode="auto">
            <a:xfrm>
              <a:off x="5941" y="2475"/>
              <a:ext cx="409" cy="1783"/>
              <a:chOff x="5921" y="2387"/>
              <a:chExt cx="409" cy="1783"/>
            </a:xfrm>
          </p:grpSpPr>
          <p:grpSp>
            <p:nvGrpSpPr>
              <p:cNvPr id="7" name="Group 18"/>
              <p:cNvGrpSpPr>
                <a:grpSpLocks noChangeAspect="1"/>
              </p:cNvGrpSpPr>
              <p:nvPr userDrawn="1"/>
            </p:nvGrpSpPr>
            <p:grpSpPr bwMode="auto">
              <a:xfrm>
                <a:off x="5921" y="2506"/>
                <a:ext cx="409" cy="101"/>
                <a:chOff x="5893" y="2387"/>
                <a:chExt cx="466" cy="115"/>
              </a:xfrm>
            </p:grpSpPr>
            <p:sp>
              <p:nvSpPr>
                <p:cNvPr id="68" name="Rectangle 1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387"/>
                  <a:ext cx="116" cy="115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9" name="Rectangle 2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387"/>
                  <a:ext cx="116" cy="115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0" name="Rectangle 2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387"/>
                  <a:ext cx="117" cy="115"/>
                </a:xfrm>
                <a:prstGeom prst="rect">
                  <a:avLst/>
                </a:prstGeom>
                <a:solidFill>
                  <a:srgbClr val="99660A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71" name="Rectangle 2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387"/>
                  <a:ext cx="117" cy="115"/>
                </a:xfrm>
                <a:prstGeom prst="rect">
                  <a:avLst/>
                </a:prstGeom>
                <a:solidFill>
                  <a:srgbClr val="FF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8" name="Group 23"/>
              <p:cNvGrpSpPr>
                <a:grpSpLocks noChangeAspect="1"/>
              </p:cNvGrpSpPr>
              <p:nvPr userDrawn="1"/>
            </p:nvGrpSpPr>
            <p:grpSpPr bwMode="auto">
              <a:xfrm>
                <a:off x="5921" y="2626"/>
                <a:ext cx="409" cy="101"/>
                <a:chOff x="5893" y="2523"/>
                <a:chExt cx="466" cy="115"/>
              </a:xfrm>
            </p:grpSpPr>
            <p:sp>
              <p:nvSpPr>
                <p:cNvPr id="64" name="Rectangle 2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523"/>
                  <a:ext cx="116" cy="115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5" name="Rectangle 2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523"/>
                  <a:ext cx="116" cy="115"/>
                </a:xfrm>
                <a:prstGeom prst="rect">
                  <a:avLst/>
                </a:prstGeom>
                <a:solidFill>
                  <a:srgbClr val="99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6" name="Rectangle 2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523"/>
                  <a:ext cx="117" cy="115"/>
                </a:xfrm>
                <a:prstGeom prst="rect">
                  <a:avLst/>
                </a:prstGeom>
                <a:solidFill>
                  <a:srgbClr val="0099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7" name="Rectangle 2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523"/>
                  <a:ext cx="117" cy="115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9" name="Group 28"/>
              <p:cNvGrpSpPr>
                <a:grpSpLocks noChangeAspect="1"/>
              </p:cNvGrpSpPr>
              <p:nvPr userDrawn="1"/>
            </p:nvGrpSpPr>
            <p:grpSpPr bwMode="auto">
              <a:xfrm>
                <a:off x="5921" y="2745"/>
                <a:ext cx="409" cy="101"/>
                <a:chOff x="5893" y="2659"/>
                <a:chExt cx="466" cy="115"/>
              </a:xfrm>
            </p:grpSpPr>
            <p:sp>
              <p:nvSpPr>
                <p:cNvPr id="60" name="Rectangle 2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659"/>
                  <a:ext cx="116" cy="115"/>
                </a:xfrm>
                <a:prstGeom prst="rect">
                  <a:avLst/>
                </a:prstGeom>
                <a:solidFill>
                  <a:srgbClr val="99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1" name="Rectangle 3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659"/>
                  <a:ext cx="116" cy="115"/>
                </a:xfrm>
                <a:prstGeom prst="rect">
                  <a:avLst/>
                </a:prstGeom>
                <a:solidFill>
                  <a:srgbClr val="0099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2" name="Rectangle 3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659"/>
                  <a:ext cx="117" cy="115"/>
                </a:xfrm>
                <a:prstGeom prst="rect">
                  <a:avLst/>
                </a:prstGeom>
                <a:solidFill>
                  <a:srgbClr val="0066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63" name="Rectangle 3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659"/>
                  <a:ext cx="117" cy="115"/>
                </a:xfrm>
                <a:prstGeom prst="rect">
                  <a:avLst/>
                </a:prstGeom>
                <a:solidFill>
                  <a:srgbClr val="CCFF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0" name="Group 33"/>
              <p:cNvGrpSpPr>
                <a:grpSpLocks noChangeAspect="1"/>
              </p:cNvGrpSpPr>
              <p:nvPr userDrawn="1"/>
            </p:nvGrpSpPr>
            <p:grpSpPr bwMode="auto">
              <a:xfrm>
                <a:off x="5921" y="2387"/>
                <a:ext cx="409" cy="104"/>
                <a:chOff x="5893" y="2251"/>
                <a:chExt cx="466" cy="119"/>
              </a:xfrm>
            </p:grpSpPr>
            <p:sp>
              <p:nvSpPr>
                <p:cNvPr id="56" name="Rectangle 3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251"/>
                  <a:ext cx="116" cy="119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7" name="Rectangle 3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251"/>
                  <a:ext cx="117" cy="119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8" name="Rectangle 3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251"/>
                  <a:ext cx="117" cy="119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9" name="Rectangle 3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251"/>
                  <a:ext cx="116" cy="119"/>
                </a:xfrm>
                <a:prstGeom prst="rect">
                  <a:avLst/>
                </a:prstGeom>
                <a:solidFill>
                  <a:srgbClr val="66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1" name="Group 38"/>
              <p:cNvGrpSpPr>
                <a:grpSpLocks noChangeAspect="1"/>
              </p:cNvGrpSpPr>
              <p:nvPr userDrawn="1"/>
            </p:nvGrpSpPr>
            <p:grpSpPr bwMode="auto">
              <a:xfrm>
                <a:off x="5921" y="2944"/>
                <a:ext cx="409" cy="101"/>
                <a:chOff x="5893" y="2886"/>
                <a:chExt cx="466" cy="115"/>
              </a:xfrm>
            </p:grpSpPr>
            <p:sp>
              <p:nvSpPr>
                <p:cNvPr id="52" name="Rectangle 3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886"/>
                  <a:ext cx="116" cy="115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3" name="Rectangle 4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886"/>
                  <a:ext cx="116" cy="115"/>
                </a:xfrm>
                <a:prstGeom prst="rect">
                  <a:avLst/>
                </a:prstGeom>
                <a:solidFill>
                  <a:srgbClr val="FF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4" name="Rectangle 4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886"/>
                  <a:ext cx="117" cy="115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5" name="Rectangle 4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886"/>
                  <a:ext cx="117" cy="115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2" name="Group 43"/>
              <p:cNvGrpSpPr>
                <a:grpSpLocks noChangeAspect="1"/>
              </p:cNvGrpSpPr>
              <p:nvPr userDrawn="1"/>
            </p:nvGrpSpPr>
            <p:grpSpPr bwMode="auto">
              <a:xfrm>
                <a:off x="5921" y="3064"/>
                <a:ext cx="409" cy="101"/>
                <a:chOff x="5893" y="3022"/>
                <a:chExt cx="466" cy="115"/>
              </a:xfrm>
            </p:grpSpPr>
            <p:sp>
              <p:nvSpPr>
                <p:cNvPr id="48" name="Rectangle 4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022"/>
                  <a:ext cx="116" cy="115"/>
                </a:xfrm>
                <a:prstGeom prst="rect">
                  <a:avLst/>
                </a:prstGeom>
                <a:solidFill>
                  <a:srgbClr val="0066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9" name="Rectangle 4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022"/>
                  <a:ext cx="116" cy="115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0" name="Rectangle 4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022"/>
                  <a:ext cx="117" cy="115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51" name="Rectangle 4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022"/>
                  <a:ext cx="117" cy="115"/>
                </a:xfrm>
                <a:prstGeom prst="rect">
                  <a:avLst/>
                </a:prstGeom>
                <a:solidFill>
                  <a:srgbClr val="99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3" name="Group 48"/>
              <p:cNvGrpSpPr>
                <a:grpSpLocks noChangeAspect="1"/>
              </p:cNvGrpSpPr>
              <p:nvPr userDrawn="1"/>
            </p:nvGrpSpPr>
            <p:grpSpPr bwMode="auto">
              <a:xfrm>
                <a:off x="5921" y="3183"/>
                <a:ext cx="409" cy="101"/>
                <a:chOff x="5893" y="3158"/>
                <a:chExt cx="466" cy="115"/>
              </a:xfrm>
            </p:grpSpPr>
            <p:sp>
              <p:nvSpPr>
                <p:cNvPr id="44" name="Rectangle 4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158"/>
                  <a:ext cx="116" cy="115"/>
                </a:xfrm>
                <a:prstGeom prst="rect">
                  <a:avLst/>
                </a:prstGeom>
                <a:solidFill>
                  <a:srgbClr val="0099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5" name="Rectangle 5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158"/>
                  <a:ext cx="116" cy="115"/>
                </a:xfrm>
                <a:prstGeom prst="rect">
                  <a:avLst/>
                </a:prstGeom>
                <a:solidFill>
                  <a:srgbClr val="CCFF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6" name="Rectangle 5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158"/>
                  <a:ext cx="117" cy="115"/>
                </a:xfrm>
                <a:prstGeom prst="rect">
                  <a:avLst/>
                </a:prstGeom>
                <a:solidFill>
                  <a:srgbClr val="99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7" name="Rectangle 5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158"/>
                  <a:ext cx="117" cy="115"/>
                </a:xfrm>
                <a:prstGeom prst="rect">
                  <a:avLst/>
                </a:prstGeom>
                <a:solidFill>
                  <a:srgbClr val="99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4" name="Group 53"/>
              <p:cNvGrpSpPr>
                <a:grpSpLocks noChangeAspect="1"/>
              </p:cNvGrpSpPr>
              <p:nvPr userDrawn="1"/>
            </p:nvGrpSpPr>
            <p:grpSpPr bwMode="auto">
              <a:xfrm>
                <a:off x="5921" y="3383"/>
                <a:ext cx="409" cy="100"/>
                <a:chOff x="5893" y="3385"/>
                <a:chExt cx="466" cy="115"/>
              </a:xfrm>
            </p:grpSpPr>
            <p:sp>
              <p:nvSpPr>
                <p:cNvPr id="40" name="Rectangle 5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385"/>
                  <a:ext cx="116" cy="115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1" name="Rectangle 5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385"/>
                  <a:ext cx="116" cy="115"/>
                </a:xfrm>
                <a:prstGeom prst="rect">
                  <a:avLst/>
                </a:prstGeom>
                <a:solidFill>
                  <a:srgbClr val="FF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2" name="Rectangle 5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385"/>
                  <a:ext cx="117" cy="115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43" name="Rectangle 5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385"/>
                  <a:ext cx="117" cy="115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5" name="Group 58"/>
              <p:cNvGrpSpPr>
                <a:grpSpLocks noChangeAspect="1"/>
              </p:cNvGrpSpPr>
              <p:nvPr userDrawn="1"/>
            </p:nvGrpSpPr>
            <p:grpSpPr bwMode="auto">
              <a:xfrm>
                <a:off x="5921" y="3502"/>
                <a:ext cx="409" cy="101"/>
                <a:chOff x="5893" y="3521"/>
                <a:chExt cx="466" cy="115"/>
              </a:xfrm>
            </p:grpSpPr>
            <p:sp>
              <p:nvSpPr>
                <p:cNvPr id="36" name="Rectangle 5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521"/>
                  <a:ext cx="116" cy="115"/>
                </a:xfrm>
                <a:prstGeom prst="rect">
                  <a:avLst/>
                </a:prstGeom>
                <a:solidFill>
                  <a:srgbClr val="0066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7" name="Rectangle 6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521"/>
                  <a:ext cx="116" cy="115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8" name="Rectangle 6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521"/>
                  <a:ext cx="117" cy="115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9" name="Rectangle 6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521"/>
                  <a:ext cx="117" cy="115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6" name="Group 63"/>
              <p:cNvGrpSpPr>
                <a:grpSpLocks noChangeAspect="1"/>
              </p:cNvGrpSpPr>
              <p:nvPr userDrawn="1"/>
            </p:nvGrpSpPr>
            <p:grpSpPr bwMode="auto">
              <a:xfrm>
                <a:off x="5921" y="3621"/>
                <a:ext cx="409" cy="101"/>
                <a:chOff x="5893" y="3657"/>
                <a:chExt cx="466" cy="115"/>
              </a:xfrm>
            </p:grpSpPr>
            <p:sp>
              <p:nvSpPr>
                <p:cNvPr id="32" name="Rectangle 6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657"/>
                  <a:ext cx="116" cy="115"/>
                </a:xfrm>
                <a:prstGeom prst="rect">
                  <a:avLst/>
                </a:prstGeom>
                <a:solidFill>
                  <a:srgbClr val="0099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3" name="Rectangle 6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657"/>
                  <a:ext cx="116" cy="115"/>
                </a:xfrm>
                <a:prstGeom prst="rect">
                  <a:avLst/>
                </a:prstGeom>
                <a:solidFill>
                  <a:srgbClr val="CCFF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4" name="Rectangle 6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657"/>
                  <a:ext cx="117" cy="115"/>
                </a:xfrm>
                <a:prstGeom prst="rect">
                  <a:avLst/>
                </a:prstGeom>
                <a:solidFill>
                  <a:srgbClr val="99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5" name="Rectangle 6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657"/>
                  <a:ext cx="117" cy="115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7" name="Group 68"/>
              <p:cNvGrpSpPr>
                <a:grpSpLocks noChangeAspect="1"/>
              </p:cNvGrpSpPr>
              <p:nvPr userDrawn="1"/>
            </p:nvGrpSpPr>
            <p:grpSpPr bwMode="auto">
              <a:xfrm>
                <a:off x="5921" y="3821"/>
                <a:ext cx="409" cy="101"/>
                <a:chOff x="5893" y="3884"/>
                <a:chExt cx="466" cy="115"/>
              </a:xfrm>
            </p:grpSpPr>
            <p:sp>
              <p:nvSpPr>
                <p:cNvPr id="28" name="Rectangle 6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884"/>
                  <a:ext cx="116" cy="115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9" name="Rectangle 7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884"/>
                  <a:ext cx="116" cy="115"/>
                </a:xfrm>
                <a:prstGeom prst="rect">
                  <a:avLst/>
                </a:prstGeom>
                <a:solidFill>
                  <a:srgbClr val="FF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0" name="Rectangle 7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884"/>
                  <a:ext cx="117" cy="115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31" name="Rectangle 7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884"/>
                  <a:ext cx="117" cy="115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8" name="Group 73"/>
              <p:cNvGrpSpPr>
                <a:grpSpLocks noChangeAspect="1"/>
              </p:cNvGrpSpPr>
              <p:nvPr userDrawn="1"/>
            </p:nvGrpSpPr>
            <p:grpSpPr bwMode="auto">
              <a:xfrm>
                <a:off x="5921" y="3945"/>
                <a:ext cx="409" cy="101"/>
                <a:chOff x="5893" y="4026"/>
                <a:chExt cx="466" cy="115"/>
              </a:xfrm>
            </p:grpSpPr>
            <p:sp>
              <p:nvSpPr>
                <p:cNvPr id="24" name="Rectangle 7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4026"/>
                  <a:ext cx="116" cy="115"/>
                </a:xfrm>
                <a:prstGeom prst="rect">
                  <a:avLst/>
                </a:prstGeom>
                <a:solidFill>
                  <a:srgbClr val="0066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5" name="Rectangle 7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4026"/>
                  <a:ext cx="116" cy="115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6" name="Rectangle 7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4026"/>
                  <a:ext cx="117" cy="115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7" name="Rectangle 7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4026"/>
                  <a:ext cx="117" cy="115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</p:grpSp>
          <p:grpSp>
            <p:nvGrpSpPr>
              <p:cNvPr id="19" name="Group 78"/>
              <p:cNvGrpSpPr>
                <a:grpSpLocks noChangeAspect="1"/>
              </p:cNvGrpSpPr>
              <p:nvPr userDrawn="1"/>
            </p:nvGrpSpPr>
            <p:grpSpPr bwMode="auto">
              <a:xfrm>
                <a:off x="5921" y="4069"/>
                <a:ext cx="409" cy="101"/>
                <a:chOff x="5893" y="4167"/>
                <a:chExt cx="466" cy="115"/>
              </a:xfrm>
            </p:grpSpPr>
            <p:sp>
              <p:nvSpPr>
                <p:cNvPr id="20" name="Rectangle 7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4167"/>
                  <a:ext cx="116" cy="115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1" name="Rectangle 8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4167"/>
                  <a:ext cx="116" cy="115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2" name="Rectangle 8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4167"/>
                  <a:ext cx="117" cy="11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  <p:sp>
              <p:nvSpPr>
                <p:cNvPr id="23" name="Rectangle 8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4167"/>
                  <a:ext cx="117" cy="115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pPr defTabSz="1219200"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zh-CN" altLang="en-US" sz="2400">
                    <a:solidFill>
                      <a:prstClr val="black"/>
                    </a:solidFill>
                    <a:ea typeface="宋体" panose="02010600030101010101" pitchFamily="2" charset="-122"/>
                  </a:endParaRPr>
                </a:p>
              </p:txBody>
            </p:sp>
          </p:grpSp>
        </p:grp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Layou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370558" y="1036280"/>
            <a:ext cx="2259842" cy="377135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705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855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3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27266" y="44449"/>
            <a:ext cx="10919914" cy="5791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7911543" y="6402543"/>
            <a:ext cx="1414646" cy="32429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3765"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C87741D1-F4A5-4798-AEBB-EEA62C40DC00}" type="slidenum">
              <a:rPr lang="de-DE" altLang="zh-CN" smtClean="0">
                <a:solidFill>
                  <a:srgbClr val="000000"/>
                </a:solidFill>
              </a:rPr>
            </a:fld>
            <a:endParaRPr lang="en-GB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/>
    </mc:Choice>
    <mc:Fallback>
      <p:transition advClick="0"/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914519" y="2129932"/>
            <a:ext cx="10367725" cy="1471272"/>
          </a:xfrm>
        </p:spPr>
        <p:txBody>
          <a:bodyPr>
            <a:normAutofit/>
          </a:bodyPr>
          <a:lstStyle>
            <a:lvl1pPr algn="ctr">
              <a:defRPr sz="4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微软雅黑 </a:t>
            </a:r>
            <a:r>
              <a:rPr lang="en-US" altLang="zh-CN" dirty="0"/>
              <a:t>40pt </a:t>
            </a:r>
            <a:r>
              <a:rPr lang="zh-CN" altLang="en-US" dirty="0"/>
              <a:t>，居中，最多两行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11415" y="334214"/>
            <a:ext cx="10799763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35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1715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pic>
        <p:nvPicPr>
          <p:cNvPr id="6" name="Picture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0195998" y="6282741"/>
            <a:ext cx="1371600" cy="300125"/>
          </a:xfrm>
          <a:prstGeom prst="rect">
            <a:avLst/>
          </a:prstGeom>
        </p:spPr>
      </p:pic>
      <p:sp>
        <p:nvSpPr>
          <p:cNvPr id="4" name="TextBox 3"/>
          <p:cNvSpPr txBox="1"/>
          <p:nvPr userDrawn="1"/>
        </p:nvSpPr>
        <p:spPr>
          <a:xfrm>
            <a:off x="734133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270"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cs typeface="Arial" panose="020B0604020202020204" pitchFamily="34" charset="0"/>
              </a:rPr>
            </a:fld>
            <a:endParaRPr lang="en-US" sz="975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9" y="456135"/>
            <a:ext cx="10740639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5"/>
              </a:lnSpc>
              <a:spcBef>
                <a:spcPts val="0"/>
              </a:spcBef>
              <a:buNone/>
              <a:defRPr sz="3195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090" indent="0" algn="ctr">
              <a:buNone/>
              <a:defRPr sz="2595"/>
            </a:lvl2pPr>
            <a:lvl3pPr marL="1186180" indent="0" algn="ctr">
              <a:buNone/>
              <a:defRPr sz="2335"/>
            </a:lvl3pPr>
            <a:lvl4pPr marL="1778635" indent="0" algn="ctr">
              <a:buNone/>
              <a:defRPr sz="2075"/>
            </a:lvl4pPr>
            <a:lvl5pPr marL="2371725" indent="0" algn="ctr">
              <a:buNone/>
              <a:defRPr sz="2075"/>
            </a:lvl5pPr>
            <a:lvl6pPr marL="2964815" indent="0" algn="ctr">
              <a:buNone/>
              <a:defRPr sz="2075"/>
            </a:lvl6pPr>
            <a:lvl7pPr marL="3557905" indent="0" algn="ctr">
              <a:buNone/>
              <a:defRPr sz="2075"/>
            </a:lvl7pPr>
            <a:lvl8pPr marL="4150360" indent="0" algn="ctr">
              <a:buNone/>
              <a:defRPr sz="2075"/>
            </a:lvl8pPr>
            <a:lvl9pPr marL="474345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13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5865" algn="ctr"/>
              </a:tabLst>
              <a:defRPr sz="1795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145" indent="-170815">
              <a:buFont typeface="Arial" panose="020B0604020202020204" pitchFamily="34" charset="0"/>
              <a:buChar char="•"/>
              <a:tabLst>
                <a:tab pos="1205865" algn="ctr"/>
              </a:tabLst>
              <a:defRPr sz="1295" baseline="0"/>
            </a:lvl2pPr>
            <a:lvl3pPr marL="525145" indent="-170815">
              <a:buFont typeface="Arial" panose="020B0604020202020204" pitchFamily="34" charset="0"/>
              <a:buChar char="•"/>
              <a:tabLst>
                <a:tab pos="1205865" algn="ctr"/>
              </a:tabLst>
              <a:defRPr sz="1295" baseline="0"/>
            </a:lvl3pPr>
            <a:lvl4pPr marL="525145" indent="-170815">
              <a:buFont typeface="Arial" panose="020B0604020202020204" pitchFamily="34" charset="0"/>
              <a:buChar char="•"/>
              <a:tabLst>
                <a:tab pos="1205865" algn="ctr"/>
              </a:tabLst>
              <a:defRPr sz="1295" baseline="0"/>
            </a:lvl4pPr>
            <a:lvl5pPr marL="525145" indent="-170815">
              <a:buFont typeface="Arial" panose="020B0604020202020204" pitchFamily="34" charset="0"/>
              <a:buChar char="•"/>
              <a:tabLst>
                <a:tab pos="1205865" algn="ctr"/>
              </a:tabLst>
              <a:defRPr sz="129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528" y="365126"/>
            <a:ext cx="10519708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38472-1BE8-47FF-9710-D42B266DF8EF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6F455E-7BD0-4718-81C1-2A2526FD216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19600" y="313259"/>
            <a:ext cx="11150088" cy="515416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800" b="1" baseline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  <a:endParaRPr kumimoji="1" lang="zh-CN" altLang="en-US" sz="3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  <a:endParaRPr kumimoji="1" lang="zh-CN" altLang="en-US" sz="360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81303" y="336814"/>
            <a:ext cx="10458982" cy="75966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29" tIns="45714" rIns="91429" bIns="45714" numCol="1" anchor="ctr" anchorCtr="0" compatLnSpc="1"/>
          <a:lstStyle>
            <a:lvl1pPr marL="0" indent="0">
              <a:buFont typeface="Arial" panose="020B0604020202020204" pitchFamily="34" charset="0"/>
              <a:buNone/>
              <a:defRPr lang="zh-CN" altLang="en-US" sz="4000" b="0" dirty="0">
                <a:solidFill>
                  <a:srgbClr val="CC0000"/>
                </a:solidFill>
                <a:latin typeface="FrutigerNext LT Regular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altLang="zh-CN" dirty="0"/>
              <a:t>HEADLINE TEXT TO BE PLACED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514306" y="84734"/>
            <a:ext cx="11165422" cy="800100"/>
          </a:xfrm>
          <a:prstGeom prst="rect">
            <a:avLst/>
          </a:prstGeom>
        </p:spPr>
        <p:txBody>
          <a:bodyPr anchor="ctr"/>
          <a:lstStyle>
            <a:lvl1pPr>
              <a:defRPr sz="28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705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855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3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838" y="275170"/>
            <a:ext cx="10977087" cy="114299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527" y="6356353"/>
            <a:ext cx="2744272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9DF14C8-1252-4054-AA5C-9D19FCD798A8}" type="datetimeFigureOut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40178" y="6356353"/>
            <a:ext cx="4116408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3964" y="6356353"/>
            <a:ext cx="2744272" cy="365125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56524C3-F545-4922-9F8B-AA1A6E584279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838" y="275172"/>
            <a:ext cx="11251434" cy="657553"/>
          </a:xfrm>
          <a:prstGeom prst="rect">
            <a:avLst/>
          </a:prstGeom>
        </p:spPr>
        <p:txBody>
          <a:bodyPr/>
          <a:lstStyle>
            <a:lvl1pPr>
              <a:defRPr sz="373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0"/>
          </p:nvPr>
        </p:nvSpPr>
        <p:spPr>
          <a:xfrm>
            <a:off x="609838" y="1028702"/>
            <a:ext cx="10977087" cy="5183717"/>
          </a:xfrm>
          <a:prstGeom prst="rect">
            <a:avLst/>
          </a:prstGeom>
        </p:spPr>
        <p:txBody>
          <a:bodyPr/>
          <a:lstStyle>
            <a:lvl1pPr>
              <a:defRPr sz="2665"/>
            </a:lvl1pPr>
            <a:lvl2pPr>
              <a:defRPr sz="2130"/>
            </a:lvl2pPr>
            <a:lvl3pPr>
              <a:defRPr sz="1865"/>
            </a:lvl3pPr>
            <a:lvl4pPr>
              <a:defRPr sz="1865"/>
            </a:lvl4pPr>
            <a:lvl5pPr>
              <a:defRPr sz="1865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527" y="6356350"/>
            <a:ext cx="2744271" cy="365125"/>
          </a:xfrm>
          <a:prstGeom prst="rect">
            <a:avLst/>
          </a:prstGeom>
        </p:spPr>
        <p:txBody>
          <a:bodyPr lIns="91431" tIns="45715" rIns="91431" bIns="45715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07F364F-0108-49D8-8A0D-383D12FA0F42}" type="datetimeFigureOut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40178" y="6356350"/>
            <a:ext cx="4116408" cy="365125"/>
          </a:xfrm>
          <a:prstGeom prst="rect">
            <a:avLst/>
          </a:prstGeom>
        </p:spPr>
        <p:txBody>
          <a:bodyPr lIns="91431" tIns="45715" rIns="91431" bIns="45715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3965" y="6356350"/>
            <a:ext cx="2744271" cy="365125"/>
          </a:xfrm>
          <a:prstGeom prst="rect">
            <a:avLst/>
          </a:prstGeom>
        </p:spPr>
        <p:txBody>
          <a:bodyPr lIns="91431" tIns="45715" rIns="91431" bIns="45715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BCA7422A-8A0E-4794-87B7-E0CB28F47007}" type="slidenum">
              <a:rPr kumimoji="0" lang="zh-CN" alt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rPr>
            </a:fld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  <p:transition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705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855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3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9735163" y="6204211"/>
            <a:ext cx="1735302" cy="375551"/>
          </a:xfrm>
          <a:prstGeom prst="rect">
            <a:avLst/>
          </a:prstGeom>
        </p:spPr>
      </p:pic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825" y="514557"/>
            <a:ext cx="10740639" cy="607808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520"/>
              </a:lnSpc>
              <a:spcBef>
                <a:spcPts val="0"/>
              </a:spcBef>
              <a:buNone/>
              <a:defRPr sz="3200" baseline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9600" indent="0" algn="ctr">
              <a:buNone/>
              <a:defRPr sz="2665"/>
            </a:lvl2pPr>
            <a:lvl3pPr marL="1219200" indent="0" algn="ctr">
              <a:buNone/>
              <a:defRPr sz="2400"/>
            </a:lvl3pPr>
            <a:lvl4pPr marL="1828800" indent="0" algn="ctr">
              <a:buNone/>
              <a:defRPr sz="2135"/>
            </a:lvl4pPr>
            <a:lvl5pPr marL="2438400" indent="0" algn="ctr">
              <a:buNone/>
              <a:defRPr sz="2135"/>
            </a:lvl5pPr>
            <a:lvl6pPr marL="3048000" indent="0" algn="ctr">
              <a:buNone/>
              <a:defRPr sz="2135"/>
            </a:lvl6pPr>
            <a:lvl7pPr marL="3657600" indent="0" algn="ctr">
              <a:buNone/>
              <a:defRPr sz="2135"/>
            </a:lvl7pPr>
            <a:lvl8pPr marL="4267200" indent="0" algn="ctr">
              <a:buNone/>
              <a:defRPr sz="2135"/>
            </a:lvl8pPr>
            <a:lvl9pPr marL="4876800" indent="0" algn="ctr">
              <a:buNone/>
              <a:defRPr sz="213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25771"/>
            <a:ext cx="10733557" cy="4278687"/>
          </a:xfrm>
          <a:prstGeom prst="rect">
            <a:avLst/>
          </a:prstGeom>
        </p:spPr>
        <p:txBody>
          <a:bodyPr lIns="0" tIns="0" rIns="0" bIns="0"/>
          <a:lstStyle>
            <a:lvl1pPr marL="12700" indent="0">
              <a:lnSpc>
                <a:spcPts val="1600"/>
              </a:lnSpc>
              <a:buFontTx/>
              <a:buNone/>
              <a:tabLst>
                <a:tab pos="1240155" algn="ctr"/>
              </a:tabLst>
              <a:defRPr sz="1865" baseline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39750" indent="-175895">
              <a:buFont typeface="Arial" panose="020B0604020202020204" pitchFamily="34" charset="0"/>
              <a:buChar char="•"/>
              <a:tabLst>
                <a:tab pos="1240155" algn="ctr"/>
              </a:tabLst>
              <a:defRPr sz="1335" baseline="0"/>
            </a:lvl2pPr>
            <a:lvl3pPr marL="539750" indent="-175895">
              <a:buFont typeface="Arial" panose="020B0604020202020204" pitchFamily="34" charset="0"/>
              <a:buChar char="•"/>
              <a:tabLst>
                <a:tab pos="1240155" algn="ctr"/>
              </a:tabLst>
              <a:defRPr sz="1335" baseline="0"/>
            </a:lvl3pPr>
            <a:lvl4pPr marL="539750" indent="-175895">
              <a:buFont typeface="Arial" panose="020B0604020202020204" pitchFamily="34" charset="0"/>
              <a:buChar char="•"/>
              <a:tabLst>
                <a:tab pos="1240155" algn="ctr"/>
              </a:tabLst>
              <a:defRPr sz="1335" baseline="0"/>
            </a:lvl4pPr>
            <a:lvl5pPr marL="539750" indent="-175895">
              <a:buFont typeface="Arial" panose="020B0604020202020204" pitchFamily="34" charset="0"/>
              <a:buChar char="•"/>
              <a:tabLst>
                <a:tab pos="1240155" algn="ctr"/>
              </a:tabLst>
              <a:defRPr sz="1335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838" y="275174"/>
            <a:ext cx="10977087" cy="1142999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527" y="6356357"/>
            <a:ext cx="2744272" cy="365125"/>
          </a:xfrm>
          <a:prstGeom prst="rect">
            <a:avLst/>
          </a:prstGeom>
        </p:spPr>
        <p:txBody>
          <a:bodyPr/>
          <a:lstStyle/>
          <a:p>
            <a:pPr defTabSz="913130" fontAlgn="base">
              <a:spcBef>
                <a:spcPct val="0"/>
              </a:spcBef>
              <a:spcAft>
                <a:spcPct val="0"/>
              </a:spcAft>
              <a:defRPr/>
            </a:pPr>
            <a:fld id="{59DF14C8-1252-4054-AA5C-9D19FCD798A8}" type="datetimeFigureOut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40178" y="6356357"/>
            <a:ext cx="4116408" cy="365125"/>
          </a:xfrm>
          <a:prstGeom prst="rect">
            <a:avLst/>
          </a:prstGeom>
        </p:spPr>
        <p:txBody>
          <a:bodyPr/>
          <a:lstStyle/>
          <a:p>
            <a:pPr defTabSz="913130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3964" y="6356357"/>
            <a:ext cx="2744272" cy="365125"/>
          </a:xfrm>
          <a:prstGeom prst="rect">
            <a:avLst/>
          </a:prstGeom>
        </p:spPr>
        <p:txBody>
          <a:bodyPr/>
          <a:lstStyle/>
          <a:p>
            <a:pPr defTabSz="913130" fontAlgn="base">
              <a:spcBef>
                <a:spcPct val="0"/>
              </a:spcBef>
              <a:spcAft>
                <a:spcPct val="0"/>
              </a:spcAft>
              <a:defRPr/>
            </a:pPr>
            <a:fld id="{D56524C3-F545-4922-9F8B-AA1A6E584279}" type="slidenum">
              <a:rPr lang="zh-CN" altLang="en-US" smtClean="0">
                <a:solidFill>
                  <a:srgbClr val="000000"/>
                </a:solidFill>
                <a:ea typeface="宋体" panose="02010600030101010101" pitchFamily="2" charset="-122"/>
              </a:rPr>
            </a:fld>
            <a:endParaRPr lang="zh-CN" altLang="en-US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838" y="275176"/>
            <a:ext cx="11251434" cy="657553"/>
          </a:xfrm>
          <a:prstGeom prst="rect">
            <a:avLst/>
          </a:prstGeom>
        </p:spPr>
        <p:txBody>
          <a:bodyPr/>
          <a:lstStyle>
            <a:lvl1pPr>
              <a:defRPr sz="373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10"/>
          </p:nvPr>
        </p:nvSpPr>
        <p:spPr>
          <a:xfrm>
            <a:off x="609838" y="1028706"/>
            <a:ext cx="10977087" cy="5183717"/>
          </a:xfrm>
          <a:prstGeom prst="rect">
            <a:avLst/>
          </a:prstGeom>
        </p:spPr>
        <p:txBody>
          <a:bodyPr/>
          <a:lstStyle>
            <a:lvl1pPr>
              <a:defRPr sz="2665"/>
            </a:lvl1pPr>
            <a:lvl2pPr>
              <a:defRPr sz="2130"/>
            </a:lvl2pPr>
            <a:lvl3pPr>
              <a:defRPr sz="1865"/>
            </a:lvl3pPr>
            <a:lvl4pPr>
              <a:defRPr sz="1865"/>
            </a:lvl4pPr>
            <a:lvl5pPr>
              <a:defRPr sz="1865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/>
          <p:cNvSpPr txBox="1"/>
          <p:nvPr userDrawn="1"/>
        </p:nvSpPr>
        <p:spPr>
          <a:xfrm>
            <a:off x="1095470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130">
              <a:defRPr/>
            </a:pPr>
            <a:r>
              <a:rPr lang="en-US" sz="975" dirty="0">
                <a:solidFill>
                  <a:srgbClr val="1D1D1B"/>
                </a:solidFill>
                <a:cs typeface="Arial" panose="020B0604020202020204" pitchFamily="34" charset="0"/>
              </a:rPr>
              <a:t>Huawei Confidential</a:t>
            </a:r>
            <a:endParaRPr lang="en-US" sz="975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sp>
        <p:nvSpPr>
          <p:cNvPr id="7" name="TextBox 3"/>
          <p:cNvSpPr txBox="1"/>
          <p:nvPr userDrawn="1"/>
        </p:nvSpPr>
        <p:spPr>
          <a:xfrm>
            <a:off x="734134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89635">
              <a:defRPr/>
            </a:pPr>
            <a:fld id="{C3837181-38C6-AD4F-B8BA-B444770388BB}" type="slidenum">
              <a:rPr lang="en-US" sz="975">
                <a:solidFill>
                  <a:srgbClr val="1D1D1B"/>
                </a:solidFill>
                <a:cs typeface="Arial" panose="020B0604020202020204" pitchFamily="34" charset="0"/>
              </a:rPr>
            </a:fld>
            <a:endParaRPr lang="en-US" sz="975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002" y="6319876"/>
            <a:ext cx="1269075" cy="27115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1"/>
          <p:cNvSpPr>
            <a:spLocks noGrp="1"/>
          </p:cNvSpPr>
          <p:nvPr>
            <p:ph type="title" hasCustomPrompt="1"/>
          </p:nvPr>
        </p:nvSpPr>
        <p:spPr>
          <a:xfrm>
            <a:off x="781303" y="336814"/>
            <a:ext cx="10458982" cy="75966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29" tIns="45714" rIns="91429" bIns="45714" numCol="1" anchor="ctr" anchorCtr="0" compatLnSpc="1"/>
          <a:lstStyle>
            <a:lvl1pPr marL="0" indent="0">
              <a:buFont typeface="Arial" panose="020B0604020202020204" pitchFamily="34" charset="0"/>
              <a:buNone/>
              <a:defRPr lang="zh-CN" altLang="en-US" sz="24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HEADLINE TEXT TO BE PLACED</a:t>
            </a:r>
            <a:endParaRPr lang="zh-CN" altLang="en-US" dirty="0"/>
          </a:p>
        </p:txBody>
      </p:sp>
      <p:pic>
        <p:nvPicPr>
          <p:cNvPr id="14" name="Picture 4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0160" y="6323416"/>
            <a:ext cx="1271296" cy="275024"/>
          </a:xfrm>
          <a:prstGeom prst="rect">
            <a:avLst/>
          </a:prstGeom>
        </p:spPr>
      </p:pic>
      <p:sp>
        <p:nvSpPr>
          <p:cNvPr id="6" name="TextBox 2"/>
          <p:cNvSpPr txBox="1"/>
          <p:nvPr userDrawn="1"/>
        </p:nvSpPr>
        <p:spPr>
          <a:xfrm>
            <a:off x="1095898" y="6356939"/>
            <a:ext cx="146403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>
              <a:defRPr/>
            </a:pPr>
            <a:r>
              <a:rPr lang="en-US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3"/>
          <p:cNvSpPr txBox="1"/>
          <p:nvPr userDrawn="1"/>
        </p:nvSpPr>
        <p:spPr>
          <a:xfrm>
            <a:off x="734418" y="6402813"/>
            <a:ext cx="49992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89635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529" y="6356354"/>
            <a:ext cx="2744271" cy="365125"/>
          </a:xfrm>
          <a:prstGeom prst="rect">
            <a:avLst/>
          </a:prstGeom>
        </p:spPr>
        <p:txBody>
          <a:bodyPr lIns="91431" tIns="45715" rIns="91431" bIns="45715"/>
          <a:lstStyle/>
          <a:p>
            <a:pPr defTabSz="913765">
              <a:defRPr/>
            </a:pPr>
            <a:fld id="{C07F364F-0108-49D8-8A0D-383D12FA0F42}" type="datetimeFigureOut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40178" y="6356354"/>
            <a:ext cx="4116408" cy="365125"/>
          </a:xfrm>
          <a:prstGeom prst="rect">
            <a:avLst/>
          </a:prstGeom>
        </p:spPr>
        <p:txBody>
          <a:bodyPr lIns="91431" tIns="45715" rIns="91431" bIns="45715"/>
          <a:lstStyle/>
          <a:p>
            <a:pPr defTabSz="913765">
              <a:defRPr/>
            </a:pPr>
            <a:endParaRPr lang="zh-CN" altLang="en-US">
              <a:solidFill>
                <a:prstClr val="black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3967" y="6356354"/>
            <a:ext cx="2744271" cy="365125"/>
          </a:xfrm>
          <a:prstGeom prst="rect">
            <a:avLst/>
          </a:prstGeom>
        </p:spPr>
        <p:txBody>
          <a:bodyPr lIns="91431" tIns="45715" rIns="91431" bIns="45715"/>
          <a:lstStyle/>
          <a:p>
            <a:pPr defTabSz="913765">
              <a:defRPr/>
            </a:pPr>
            <a:fld id="{BCA7422A-8A0E-4794-87B7-E0CB28F47007}" type="slidenum">
              <a:rPr lang="zh-CN" altLang="en-US" smtClean="0">
                <a:solidFill>
                  <a:prstClr val="black"/>
                </a:solidFill>
              </a:rPr>
            </a:fld>
            <a:endParaRPr lang="zh-CN" altLang="en-US">
              <a:solidFill>
                <a:prstClr val="black"/>
              </a:solidFill>
            </a:endParaRPr>
          </a:p>
        </p:txBody>
      </p:sp>
    </p:spTree>
  </p:cSld>
  <p:clrMapOvr>
    <a:masterClrMapping/>
  </p:clrMapOvr>
  <p:transition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2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endParaRPr kumimoji="1" lang="zh-CN" altLang="en-US" sz="900">
              <a:solidFill>
                <a:srgbClr val="666666"/>
              </a:solidFill>
              <a:sym typeface="Calibri" panose="020F0502020204030204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7" y="907094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2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>
            <a:fillRect/>
          </a:stretch>
        </p:blipFill>
        <p:spPr>
          <a:xfrm>
            <a:off x="1" y="375"/>
            <a:ext cx="12197432" cy="5599236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7" y="907094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2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4" name="L 形 17"/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endParaRPr kumimoji="1" lang="zh-CN" altLang="en-US" sz="900">
              <a:solidFill>
                <a:srgbClr val="666666"/>
              </a:solidFill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>
            <a:fillRect/>
          </a:stretch>
        </p:blipFill>
        <p:spPr>
          <a:xfrm>
            <a:off x="1" y="376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endParaRPr kumimoji="1" lang="zh-CN" altLang="en-US" sz="900">
              <a:solidFill>
                <a:srgbClr val="666666"/>
              </a:solidFill>
              <a:sym typeface="Calibri" panose="020F0502020204030204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7" y="907094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2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>
            <a:fillRect/>
          </a:stretch>
        </p:blipFill>
        <p:spPr>
          <a:xfrm>
            <a:off x="1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7" y="907094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endParaRPr kumimoji="1" lang="zh-CN" altLang="en-US" sz="900">
              <a:solidFill>
                <a:srgbClr val="666666"/>
              </a:solidFill>
              <a:sym typeface="Calibri" panose="020F0502020204030204"/>
            </a:endParaRPr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2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3" y="8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4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0" hangingPunct="0"/>
            <a:endParaRPr kumimoji="1" lang="zh-CN" altLang="en-US" sz="900" b="1">
              <a:solidFill>
                <a:srgbClr val="FFFFFF"/>
              </a:solidFill>
              <a:sym typeface="Calibri" panose="020F0502020204030204"/>
            </a:endParaRPr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9000" y="907100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17659" y="441412"/>
            <a:ext cx="11161453" cy="467892"/>
          </a:xfrm>
          <a:prstGeom prst="rect">
            <a:avLst/>
          </a:prstGeom>
        </p:spPr>
        <p:txBody>
          <a:bodyPr wrap="none" lIns="72000" tIns="0" rIns="0" bIns="0">
            <a:noAutofit/>
          </a:bodyPr>
          <a:lstStyle>
            <a:lvl1pPr marL="0" marR="0" indent="0" algn="l" defTabSz="121793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2795" b="1">
                <a:solidFill>
                  <a:srgbClr val="C00000"/>
                </a:solidFill>
              </a:defRPr>
            </a:lvl1pPr>
          </a:lstStyle>
          <a:p>
            <a:r>
              <a:rPr lang="en-US" altLang="zh-CN" dirty="0"/>
              <a:t>Headline in Arial Regular 28~32 point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占位符 1"/>
          <p:cNvSpPr>
            <a:spLocks noGrp="1"/>
          </p:cNvSpPr>
          <p:nvPr>
            <p:ph type="title"/>
          </p:nvPr>
        </p:nvSpPr>
        <p:spPr>
          <a:xfrm>
            <a:off x="516140" y="364147"/>
            <a:ext cx="11164484" cy="539749"/>
          </a:xfrm>
          <a:prstGeom prst="rect">
            <a:avLst/>
          </a:prstGeom>
        </p:spPr>
        <p:txBody>
          <a:bodyPr vert="horz" wrap="square" lIns="0" tIns="0" rIns="0" bIns="0" rtlCol="0" anchor="ctr">
            <a:noAutofit/>
          </a:bodyPr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BT1"/>
          <p:cNvSpPr>
            <a:spLocks noGrp="1"/>
          </p:cNvSpPr>
          <p:nvPr>
            <p:ph type="title"/>
          </p:nvPr>
        </p:nvSpPr>
        <p:spPr>
          <a:xfrm>
            <a:off x="592559" y="188683"/>
            <a:ext cx="11025431" cy="69959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6" name="KSO_FN"/>
          <p:cNvSpPr>
            <a:spLocks noGrp="1"/>
          </p:cNvSpPr>
          <p:nvPr>
            <p:ph type="sldNum" sz="quarter" idx="12"/>
          </p:nvPr>
        </p:nvSpPr>
        <p:spPr>
          <a:xfrm>
            <a:off x="8613964" y="6356361"/>
            <a:ext cx="2744272" cy="365125"/>
          </a:xfrm>
          <a:prstGeom prst="rect">
            <a:avLst/>
          </a:prstGeom>
        </p:spPr>
        <p:txBody>
          <a:bodyPr/>
          <a:lstStyle/>
          <a:p>
            <a:pPr defTabSz="913765"/>
            <a:fld id="{484AF16D-62D5-4C49-9D0C-4731F4DC82F8}" type="slidenum">
              <a:rPr lang="zh-CN" altLang="en-US" smtClean="0">
                <a:solidFill>
                  <a:prstClr val="black">
                    <a:tint val="75000"/>
                  </a:prstClr>
                </a:solidFill>
                <a:sym typeface="Calibri" panose="020F0502020204030204"/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147" y="265134"/>
            <a:ext cx="10180910" cy="871537"/>
          </a:xfrm>
          <a:prstGeom prst="rect">
            <a:avLst/>
          </a:prstGeom>
        </p:spPr>
        <p:txBody>
          <a:bodyPr lIns="91310" tIns="45657" rIns="91310" bIns="45657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1019185" y="1628384"/>
            <a:ext cx="10158399" cy="4584744"/>
          </a:xfrm>
          <a:prstGeom prst="rect">
            <a:avLst/>
          </a:prstGeom>
        </p:spPr>
        <p:txBody>
          <a:bodyPr lIns="91310" tIns="45657" rIns="91310" bIns="45657"/>
          <a:lstStyle>
            <a:lvl1pPr>
              <a:defRPr sz="3195"/>
            </a:lvl1pPr>
            <a:lvl2pPr>
              <a:defRPr sz="2665"/>
            </a:lvl2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  <p:transition advClick="0" advTm="8000">
    <p:fade thruBlk="1"/>
  </p:transition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1783" y="295993"/>
            <a:ext cx="10565299" cy="872067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912645" y="1341441"/>
            <a:ext cx="10564173" cy="4607843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931" y="325451"/>
            <a:ext cx="10180909" cy="871537"/>
          </a:xfrm>
          <a:prstGeom prst="rect">
            <a:avLst/>
          </a:prstGeom>
        </p:spPr>
        <p:txBody>
          <a:bodyPr lIns="121944" tIns="60972" rIns="121944" bIns="60972"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 advClick="0" advTm="8000">
    <p:fade thruBlk="1"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>
          <a:xfrm>
            <a:off x="609842" y="6356359"/>
            <a:ext cx="2845911" cy="36512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475E26-A2B1-448C-BB8A-96B3C00895C3}" type="datetime1">
              <a:rPr lang="zh-CN" altLang="en-US" smtClean="0">
                <a:solidFill>
                  <a:srgbClr val="1D1D1A"/>
                </a:solidFill>
                <a:sym typeface="Calibri" panose="020F0502020204030204"/>
              </a:rPr>
            </a:fld>
            <a:endParaRPr lang="zh-CN" altLang="en-US">
              <a:solidFill>
                <a:srgbClr val="1D1D1A"/>
              </a:solidFill>
              <a:sym typeface="Calibri" panose="020F0502020204030204"/>
            </a:endParaRPr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7230" y="6356359"/>
            <a:ext cx="3862309" cy="365125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>
              <a:solidFill>
                <a:srgbClr val="1D1D1A"/>
              </a:solidFill>
              <a:sym typeface="Calibri" panose="020F0502020204030204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50809" y="6447113"/>
            <a:ext cx="2845911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B895712-DBBC-4880-AAC0-DD35D175884C}" type="slidenum">
              <a:rPr lang="zh-CN" altLang="en-US" smtClean="0">
                <a:solidFill>
                  <a:srgbClr val="1D1D1A"/>
                </a:solidFill>
                <a:sym typeface="Calibri" panose="020F0502020204030204"/>
              </a:rPr>
            </a:fld>
            <a:endParaRPr lang="zh-CN" altLang="en-US">
              <a:solidFill>
                <a:srgbClr val="1D1D1A"/>
              </a:solidFill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98502" y="456135"/>
            <a:ext cx="10799763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5"/>
              </a:lnSpc>
              <a:spcBef>
                <a:spcPts val="0"/>
              </a:spcBef>
              <a:buNone/>
              <a:defRPr sz="3195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090" indent="0" algn="ctr">
              <a:buNone/>
              <a:defRPr sz="2595"/>
            </a:lvl2pPr>
            <a:lvl3pPr marL="1186180" indent="0" algn="ctr">
              <a:buNone/>
              <a:defRPr sz="2335"/>
            </a:lvl3pPr>
            <a:lvl4pPr marL="1779270" indent="0" algn="ctr">
              <a:buNone/>
              <a:defRPr sz="2075"/>
            </a:lvl4pPr>
            <a:lvl5pPr marL="2372360" indent="0" algn="ctr">
              <a:buNone/>
              <a:defRPr sz="2075"/>
            </a:lvl5pPr>
            <a:lvl6pPr marL="2965450" indent="0" algn="ctr">
              <a:buNone/>
              <a:defRPr sz="2075"/>
            </a:lvl6pPr>
            <a:lvl7pPr marL="3558540" indent="0" algn="ctr">
              <a:buNone/>
              <a:defRPr sz="2075"/>
            </a:lvl7pPr>
            <a:lvl8pPr marL="4151630" indent="0" algn="ctr">
              <a:buNone/>
              <a:defRPr sz="2075"/>
            </a:lvl8pPr>
            <a:lvl9pPr marL="474472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pic>
        <p:nvPicPr>
          <p:cNvPr id="6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282746"/>
            <a:ext cx="1371600" cy="30012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内容-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61" name="对象 1" hidden="1"/>
          <p:cNvGraphicFramePr/>
          <p:nvPr userDrawn="1">
            <p:custDataLst>
              <p:tags r:id="rId2"/>
            </p:custDataLst>
          </p:nvPr>
        </p:nvGraphicFramePr>
        <p:xfrm>
          <a:off x="2123" y="2127"/>
          <a:ext cx="2115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1" name="think-cell Slide" r:id="rId3" imgW="5715" imgH="5715" progId="TCLayout.ActiveDocument.1">
                  <p:embed/>
                </p:oleObj>
              </mc:Choice>
              <mc:Fallback>
                <p:oleObj name="think-cell Slide" r:id="rId3" imgW="5715" imgH="5715" progId="TCLayout.ActiveDocument.1">
                  <p:embed/>
                  <p:pic>
                    <p:nvPicPr>
                      <p:cNvPr id="0" name="对象 1" hidden="1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3" y="2127"/>
                        <a:ext cx="2115" cy="21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94263" y="284388"/>
            <a:ext cx="10900800" cy="630000"/>
          </a:xfrm>
          <a:prstGeom prst="rect">
            <a:avLst/>
          </a:prstGeom>
        </p:spPr>
        <p:txBody>
          <a:bodyPr lIns="68400" tIns="36000" rIns="68400" bIns="36000" anchor="ctr" anchorCtr="0">
            <a:normAutofit/>
          </a:bodyPr>
          <a:lstStyle>
            <a:lvl1pPr marL="0" indent="0" algn="l">
              <a:lnSpc>
                <a:spcPts val="3425"/>
              </a:lnSpc>
              <a:spcBef>
                <a:spcPts val="0"/>
              </a:spcBef>
              <a:buNone/>
              <a:defRPr lang="en-US" sz="3195" b="1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+mn-lt"/>
                <a:ea typeface="+mn-ea"/>
                <a:cs typeface="+mj-cs"/>
              </a:defRPr>
            </a:lvl1pPr>
            <a:lvl2pPr marL="593090" indent="0" algn="ctr">
              <a:buNone/>
              <a:defRPr sz="2595"/>
            </a:lvl2pPr>
            <a:lvl3pPr marL="1186180" indent="0" algn="ctr">
              <a:buNone/>
              <a:defRPr sz="2335"/>
            </a:lvl3pPr>
            <a:lvl4pPr marL="1779270" indent="0" algn="ctr">
              <a:buNone/>
              <a:defRPr sz="2075"/>
            </a:lvl4pPr>
            <a:lvl5pPr marL="2372360" indent="0" algn="ctr">
              <a:buNone/>
              <a:defRPr sz="2075"/>
            </a:lvl5pPr>
            <a:lvl6pPr marL="2965450" indent="0" algn="ctr">
              <a:buNone/>
              <a:defRPr sz="2075"/>
            </a:lvl6pPr>
            <a:lvl7pPr marL="3558540" indent="0" algn="ctr">
              <a:buNone/>
              <a:defRPr sz="2075"/>
            </a:lvl7pPr>
            <a:lvl8pPr marL="4151630" indent="0" algn="ctr">
              <a:buNone/>
              <a:defRPr sz="2075"/>
            </a:lvl8pPr>
            <a:lvl9pPr marL="474472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6338" y="908057"/>
            <a:ext cx="11093306" cy="54006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576338" y="260350"/>
            <a:ext cx="11093306" cy="5397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 Layou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370558" y="1036286"/>
            <a:ext cx="2259842" cy="377135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07529" y="11"/>
            <a:ext cx="11789236" cy="588963"/>
          </a:xfrm>
          <a:prstGeom prst="rect">
            <a:avLst/>
          </a:prstGeom>
        </p:spPr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3660166" y="6453360"/>
            <a:ext cx="2117418" cy="216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defTabSz="913765"/>
            <a:r>
              <a:rPr lang="zh-CN" altLang="en-US">
                <a:solidFill>
                  <a:srgbClr val="000000"/>
                </a:solidFill>
                <a:sym typeface="Calibri" panose="020F0502020204030204"/>
              </a:rPr>
              <a:t>第</a:t>
            </a:r>
            <a:fld id="{942F2E85-8263-436B-B40E-159005A4AE3C}" type="slidenum">
              <a:rPr lang="zh-CN" altLang="en-US" smtClean="0">
                <a:solidFill>
                  <a:srgbClr val="000000"/>
                </a:solidFill>
                <a:sym typeface="Calibri" panose="020F0502020204030204"/>
              </a:rPr>
            </a:fld>
            <a:r>
              <a:rPr lang="zh-CN" altLang="en-US">
                <a:solidFill>
                  <a:srgbClr val="000000"/>
                </a:solidFill>
                <a:sym typeface="Calibri" panose="020F0502020204030204"/>
              </a:rPr>
              <a:t>页，共</a:t>
            </a:r>
            <a:r>
              <a:rPr lang="en-US" altLang="zh-CN">
                <a:solidFill>
                  <a:srgbClr val="000000"/>
                </a:solidFill>
                <a:sym typeface="Calibri" panose="020F0502020204030204"/>
              </a:rPr>
              <a:t>X</a:t>
            </a:r>
            <a:r>
              <a:rPr lang="zh-CN" altLang="en-US">
                <a:solidFill>
                  <a:srgbClr val="000000"/>
                </a:solidFill>
                <a:sym typeface="Calibri" panose="020F0502020204030204"/>
              </a:rPr>
              <a:t>页</a:t>
            </a:r>
            <a:endParaRPr lang="zh-CN" altLang="en-US" dirty="0">
              <a:solidFill>
                <a:srgbClr val="000000"/>
              </a:solidFill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0150" y="9"/>
            <a:ext cx="11196473" cy="713013"/>
          </a:xfrm>
          <a:prstGeom prst="rect">
            <a:avLst/>
          </a:prstGeom>
        </p:spPr>
        <p:txBody>
          <a:bodyPr/>
          <a:lstStyle>
            <a:lvl1pPr>
              <a:defRPr sz="274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dt" sz="half" idx="10"/>
          </p:nvPr>
        </p:nvSpPr>
        <p:spPr>
          <a:xfrm>
            <a:off x="7909213" y="6400811"/>
            <a:ext cx="1409831" cy="3611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defTabSz="913765" eaLnBrk="0" hangingPunct="0">
              <a:defRPr/>
            </a:pPr>
            <a:endParaRPr lang="de-DE" altLang="zh-CN">
              <a:solidFill>
                <a:srgbClr val="000000"/>
              </a:solidFill>
              <a:ea typeface="等线" panose="02010600030101010101" pitchFamily="2" charset="-122"/>
              <a:sym typeface="Calibri" panose="020F0502020204030204"/>
            </a:endParaRPr>
          </a:p>
          <a:p>
            <a:pPr defTabSz="913765" eaLnBrk="0" hangingPunct="0">
              <a:defRPr/>
            </a:pPr>
            <a:r>
              <a:rPr lang="de-DE" altLang="zh-CN">
                <a:solidFill>
                  <a:srgbClr val="000000"/>
                </a:solidFill>
                <a:ea typeface="等线" panose="02010600030101010101" pitchFamily="2" charset="-122"/>
                <a:sym typeface="Calibri" panose="020F0502020204030204"/>
              </a:rPr>
              <a:t>Page </a:t>
            </a:r>
            <a:fld id="{242DE21A-187E-4298-88F7-D3731A8C1C81}" type="slidenum">
              <a:rPr lang="de-DE" altLang="zh-CN" smtClean="0">
                <a:solidFill>
                  <a:srgbClr val="000000"/>
                </a:solidFill>
                <a:ea typeface="等线" panose="02010600030101010101" pitchFamily="2" charset="-122"/>
                <a:sym typeface="Calibri" panose="020F0502020204030204"/>
              </a:rPr>
            </a:fld>
            <a:endParaRPr lang="en-GB" altLang="zh-CN">
              <a:solidFill>
                <a:srgbClr val="000000"/>
              </a:solidFill>
              <a:ea typeface="等线" panose="02010600030101010101" pitchFamily="2" charset="-122"/>
              <a:sym typeface="Calibri" panose="020F0502020204030204"/>
            </a:endParaRPr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734419" y="6402813"/>
            <a:ext cx="141064" cy="138499"/>
          </a:xfrm>
          <a:prstGeom prst="rect">
            <a:avLst/>
          </a:prstGeom>
        </p:spPr>
        <p:txBody>
          <a:bodyPr lIns="0" tIns="0" rIns="0" bIns="0" anchor="t"/>
          <a:lstStyle>
            <a:lvl1pPr algn="l" defTabSz="889635">
              <a:defRPr sz="900">
                <a:solidFill>
                  <a:srgbClr val="1D1D1B"/>
                </a:solidFill>
              </a:defRPr>
            </a:lvl1pPr>
          </a:lstStyle>
          <a:p>
            <a:fld id="{86CB4B4D-7CA3-9044-876B-883B54F8677D}" type="slidenum">
              <a:rPr>
                <a:latin typeface="Arial" panose="020B0604020202020204" pitchFamily="34" charset="0"/>
                <a:sym typeface="Calibri" panose="020F0502020204030204"/>
              </a:rPr>
            </a:fld>
            <a:endParaRPr>
              <a:latin typeface="Arial" panose="020B0604020202020204" pitchFamily="34" charset="0"/>
              <a:sym typeface="Calibri" panose="020F0502020204030204"/>
            </a:endParaRPr>
          </a:p>
        </p:txBody>
      </p:sp>
      <p:sp>
        <p:nvSpPr>
          <p:cNvPr id="149" name="标题文本"/>
          <p:cNvSpPr txBox="1">
            <a:spLocks noGrp="1"/>
          </p:cNvSpPr>
          <p:nvPr>
            <p:ph type="title" hasCustomPrompt="1"/>
          </p:nvPr>
        </p:nvSpPr>
        <p:spPr>
          <a:xfrm>
            <a:off x="409632" y="468677"/>
            <a:ext cx="11377506" cy="1042275"/>
          </a:xfrm>
          <a:prstGeom prst="rect">
            <a:avLst/>
          </a:prstGeom>
        </p:spPr>
        <p:txBody>
          <a:bodyPr/>
          <a:lstStyle>
            <a:lvl1pPr defTabSz="1186180">
              <a:lnSpc>
                <a:spcPct val="90000"/>
              </a:lnSpc>
              <a:defRPr sz="5695"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defRPr>
            </a:lvl1pPr>
          </a:lstStyle>
          <a:p>
            <a:r>
              <a:t>标题文本</a:t>
            </a:r>
          </a:p>
        </p:txBody>
      </p:sp>
    </p:spTree>
  </p:cSld>
  <p:clrMapOvr>
    <a:masterClrMapping/>
  </p:clrMapOvr>
  <p:transition spd="med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Layou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370558" y="1036282"/>
            <a:ext cx="2259842" cy="377135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17656" y="309083"/>
            <a:ext cx="11161453" cy="88818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21856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3595" b="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Headline in Arial Regular 36 point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82414" y="518839"/>
            <a:ext cx="10437936" cy="55387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0" tIns="0" rIns="0" bIns="0" numCol="1" anchor="ctr" anchorCtr="0" compatLnSpc="1">
            <a:spAutoFit/>
          </a:bodyPr>
          <a:lstStyle>
            <a:lvl1pPr marL="0" indent="0">
              <a:buFont typeface="Arial" panose="020B0604020202020204" pitchFamily="34" charset="0"/>
              <a:buNone/>
              <a:defRPr lang="zh-CN" altLang="en-US" sz="3995" b="0" dirty="0">
                <a:solidFill>
                  <a:srgbClr val="CC0000"/>
                </a:solidFill>
                <a:latin typeface="FrutigerNext LT Regular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altLang="zh-CN" dirty="0"/>
              <a:t>HEADLINE TEXT TO BE PLACED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527" y="6356353"/>
            <a:ext cx="2744272" cy="365125"/>
          </a:xfrm>
          <a:prstGeom prst="rect">
            <a:avLst/>
          </a:prstGeom>
        </p:spPr>
        <p:txBody>
          <a:bodyPr/>
          <a:lstStyle/>
          <a:p>
            <a:fld id="{A684B914-9BB2-4713-9EBF-61770F406B81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40178" y="6356353"/>
            <a:ext cx="4116408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3964" y="6356353"/>
            <a:ext cx="2744272" cy="365125"/>
          </a:xfrm>
          <a:prstGeom prst="rect">
            <a:avLst/>
          </a:prstGeom>
        </p:spPr>
        <p:txBody>
          <a:bodyPr/>
          <a:lstStyle/>
          <a:p>
            <a:fld id="{62B6538A-33AE-45EB-868C-14B9E34ED9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17658" y="165103"/>
            <a:ext cx="11161454" cy="888187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218565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36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altLang="zh-CN" dirty="0"/>
              <a:t>Headline in Arial Regular 36 point</a:t>
            </a:r>
            <a:endParaRPr lang="en-US" altLang="zh-CN" dirty="0"/>
          </a:p>
        </p:txBody>
      </p:sp>
      <p:grpSp>
        <p:nvGrpSpPr>
          <p:cNvPr id="4" name="Group 88"/>
          <p:cNvGrpSpPr/>
          <p:nvPr userDrawn="1"/>
        </p:nvGrpSpPr>
        <p:grpSpPr bwMode="auto">
          <a:xfrm>
            <a:off x="12342520" y="3"/>
            <a:ext cx="863712" cy="3025075"/>
            <a:chOff x="5874" y="2414"/>
            <a:chExt cx="544" cy="1906"/>
          </a:xfrm>
        </p:grpSpPr>
        <p:sp>
          <p:nvSpPr>
            <p:cNvPr id="5" name="Rectangle 86"/>
            <p:cNvSpPr>
              <a:spLocks noChangeArrowheads="1"/>
            </p:cNvSpPr>
            <p:nvPr userDrawn="1"/>
          </p:nvSpPr>
          <p:spPr bwMode="auto">
            <a:xfrm>
              <a:off x="5874" y="2414"/>
              <a:ext cx="544" cy="19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grpSp>
          <p:nvGrpSpPr>
            <p:cNvPr id="6" name="Group 87"/>
            <p:cNvGrpSpPr/>
            <p:nvPr userDrawn="1"/>
          </p:nvGrpSpPr>
          <p:grpSpPr bwMode="auto">
            <a:xfrm>
              <a:off x="5941" y="2475"/>
              <a:ext cx="409" cy="1783"/>
              <a:chOff x="5921" y="2387"/>
              <a:chExt cx="409" cy="1783"/>
            </a:xfrm>
          </p:grpSpPr>
          <p:grpSp>
            <p:nvGrpSpPr>
              <p:cNvPr id="7" name="Group 18"/>
              <p:cNvGrpSpPr>
                <a:grpSpLocks noChangeAspect="1"/>
              </p:cNvGrpSpPr>
              <p:nvPr userDrawn="1"/>
            </p:nvGrpSpPr>
            <p:grpSpPr bwMode="auto">
              <a:xfrm>
                <a:off x="5921" y="2506"/>
                <a:ext cx="409" cy="101"/>
                <a:chOff x="5893" y="2387"/>
                <a:chExt cx="466" cy="115"/>
              </a:xfrm>
            </p:grpSpPr>
            <p:sp>
              <p:nvSpPr>
                <p:cNvPr id="68" name="Rectangle 1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387"/>
                  <a:ext cx="116" cy="115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9" name="Rectangle 2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387"/>
                  <a:ext cx="116" cy="115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70" name="Rectangle 2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387"/>
                  <a:ext cx="117" cy="115"/>
                </a:xfrm>
                <a:prstGeom prst="rect">
                  <a:avLst/>
                </a:prstGeom>
                <a:solidFill>
                  <a:srgbClr val="99660A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71" name="Rectangle 2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387"/>
                  <a:ext cx="117" cy="115"/>
                </a:xfrm>
                <a:prstGeom prst="rect">
                  <a:avLst/>
                </a:prstGeom>
                <a:solidFill>
                  <a:srgbClr val="FF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8" name="Group 23"/>
              <p:cNvGrpSpPr>
                <a:grpSpLocks noChangeAspect="1"/>
              </p:cNvGrpSpPr>
              <p:nvPr userDrawn="1"/>
            </p:nvGrpSpPr>
            <p:grpSpPr bwMode="auto">
              <a:xfrm>
                <a:off x="5921" y="2626"/>
                <a:ext cx="409" cy="101"/>
                <a:chOff x="5893" y="2523"/>
                <a:chExt cx="466" cy="115"/>
              </a:xfrm>
            </p:grpSpPr>
            <p:sp>
              <p:nvSpPr>
                <p:cNvPr id="64" name="Rectangle 2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523"/>
                  <a:ext cx="116" cy="115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5" name="Rectangle 2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523"/>
                  <a:ext cx="116" cy="115"/>
                </a:xfrm>
                <a:prstGeom prst="rect">
                  <a:avLst/>
                </a:prstGeom>
                <a:solidFill>
                  <a:srgbClr val="99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6" name="Rectangle 2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523"/>
                  <a:ext cx="117" cy="115"/>
                </a:xfrm>
                <a:prstGeom prst="rect">
                  <a:avLst/>
                </a:prstGeom>
                <a:solidFill>
                  <a:srgbClr val="0099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7" name="Rectangle 2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523"/>
                  <a:ext cx="117" cy="115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9" name="Group 28"/>
              <p:cNvGrpSpPr>
                <a:grpSpLocks noChangeAspect="1"/>
              </p:cNvGrpSpPr>
              <p:nvPr userDrawn="1"/>
            </p:nvGrpSpPr>
            <p:grpSpPr bwMode="auto">
              <a:xfrm>
                <a:off x="5921" y="2745"/>
                <a:ext cx="409" cy="101"/>
                <a:chOff x="5893" y="2659"/>
                <a:chExt cx="466" cy="115"/>
              </a:xfrm>
            </p:grpSpPr>
            <p:sp>
              <p:nvSpPr>
                <p:cNvPr id="60" name="Rectangle 2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659"/>
                  <a:ext cx="116" cy="115"/>
                </a:xfrm>
                <a:prstGeom prst="rect">
                  <a:avLst/>
                </a:prstGeom>
                <a:solidFill>
                  <a:srgbClr val="99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1" name="Rectangle 3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659"/>
                  <a:ext cx="116" cy="115"/>
                </a:xfrm>
                <a:prstGeom prst="rect">
                  <a:avLst/>
                </a:prstGeom>
                <a:solidFill>
                  <a:srgbClr val="0099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2" name="Rectangle 3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659"/>
                  <a:ext cx="117" cy="115"/>
                </a:xfrm>
                <a:prstGeom prst="rect">
                  <a:avLst/>
                </a:prstGeom>
                <a:solidFill>
                  <a:srgbClr val="0066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3" name="Rectangle 3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659"/>
                  <a:ext cx="117" cy="115"/>
                </a:xfrm>
                <a:prstGeom prst="rect">
                  <a:avLst/>
                </a:prstGeom>
                <a:solidFill>
                  <a:srgbClr val="CCFF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0" name="Group 33"/>
              <p:cNvGrpSpPr>
                <a:grpSpLocks noChangeAspect="1"/>
              </p:cNvGrpSpPr>
              <p:nvPr userDrawn="1"/>
            </p:nvGrpSpPr>
            <p:grpSpPr bwMode="auto">
              <a:xfrm>
                <a:off x="5921" y="2387"/>
                <a:ext cx="409" cy="104"/>
                <a:chOff x="5893" y="2251"/>
                <a:chExt cx="466" cy="119"/>
              </a:xfrm>
            </p:grpSpPr>
            <p:sp>
              <p:nvSpPr>
                <p:cNvPr id="56" name="Rectangle 3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251"/>
                  <a:ext cx="116" cy="119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7" name="Rectangle 3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251"/>
                  <a:ext cx="117" cy="119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8" name="Rectangle 3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251"/>
                  <a:ext cx="117" cy="119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9" name="Rectangle 3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251"/>
                  <a:ext cx="116" cy="119"/>
                </a:xfrm>
                <a:prstGeom prst="rect">
                  <a:avLst/>
                </a:prstGeom>
                <a:solidFill>
                  <a:srgbClr val="66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1" name="Group 38"/>
              <p:cNvGrpSpPr>
                <a:grpSpLocks noChangeAspect="1"/>
              </p:cNvGrpSpPr>
              <p:nvPr userDrawn="1"/>
            </p:nvGrpSpPr>
            <p:grpSpPr bwMode="auto">
              <a:xfrm>
                <a:off x="5921" y="2944"/>
                <a:ext cx="409" cy="101"/>
                <a:chOff x="5893" y="2886"/>
                <a:chExt cx="466" cy="115"/>
              </a:xfrm>
            </p:grpSpPr>
            <p:sp>
              <p:nvSpPr>
                <p:cNvPr id="52" name="Rectangle 3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886"/>
                  <a:ext cx="116" cy="115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3" name="Rectangle 4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886"/>
                  <a:ext cx="116" cy="115"/>
                </a:xfrm>
                <a:prstGeom prst="rect">
                  <a:avLst/>
                </a:prstGeom>
                <a:solidFill>
                  <a:srgbClr val="FF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4" name="Rectangle 4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886"/>
                  <a:ext cx="117" cy="115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5" name="Rectangle 4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886"/>
                  <a:ext cx="117" cy="115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2" name="Group 43"/>
              <p:cNvGrpSpPr>
                <a:grpSpLocks noChangeAspect="1"/>
              </p:cNvGrpSpPr>
              <p:nvPr userDrawn="1"/>
            </p:nvGrpSpPr>
            <p:grpSpPr bwMode="auto">
              <a:xfrm>
                <a:off x="5921" y="3064"/>
                <a:ext cx="409" cy="101"/>
                <a:chOff x="5893" y="3022"/>
                <a:chExt cx="466" cy="115"/>
              </a:xfrm>
            </p:grpSpPr>
            <p:sp>
              <p:nvSpPr>
                <p:cNvPr id="48" name="Rectangle 4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022"/>
                  <a:ext cx="116" cy="115"/>
                </a:xfrm>
                <a:prstGeom prst="rect">
                  <a:avLst/>
                </a:prstGeom>
                <a:solidFill>
                  <a:srgbClr val="0066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9" name="Rectangle 4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022"/>
                  <a:ext cx="116" cy="115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0" name="Rectangle 4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022"/>
                  <a:ext cx="117" cy="115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1" name="Rectangle 4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022"/>
                  <a:ext cx="117" cy="115"/>
                </a:xfrm>
                <a:prstGeom prst="rect">
                  <a:avLst/>
                </a:prstGeom>
                <a:solidFill>
                  <a:srgbClr val="99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3" name="Group 48"/>
              <p:cNvGrpSpPr>
                <a:grpSpLocks noChangeAspect="1"/>
              </p:cNvGrpSpPr>
              <p:nvPr userDrawn="1"/>
            </p:nvGrpSpPr>
            <p:grpSpPr bwMode="auto">
              <a:xfrm>
                <a:off x="5921" y="3183"/>
                <a:ext cx="409" cy="101"/>
                <a:chOff x="5893" y="3158"/>
                <a:chExt cx="466" cy="115"/>
              </a:xfrm>
            </p:grpSpPr>
            <p:sp>
              <p:nvSpPr>
                <p:cNvPr id="44" name="Rectangle 4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158"/>
                  <a:ext cx="116" cy="115"/>
                </a:xfrm>
                <a:prstGeom prst="rect">
                  <a:avLst/>
                </a:prstGeom>
                <a:solidFill>
                  <a:srgbClr val="0099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5" name="Rectangle 5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158"/>
                  <a:ext cx="116" cy="115"/>
                </a:xfrm>
                <a:prstGeom prst="rect">
                  <a:avLst/>
                </a:prstGeom>
                <a:solidFill>
                  <a:srgbClr val="CCFF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6" name="Rectangle 5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158"/>
                  <a:ext cx="117" cy="115"/>
                </a:xfrm>
                <a:prstGeom prst="rect">
                  <a:avLst/>
                </a:prstGeom>
                <a:solidFill>
                  <a:srgbClr val="99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7" name="Rectangle 5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158"/>
                  <a:ext cx="117" cy="115"/>
                </a:xfrm>
                <a:prstGeom prst="rect">
                  <a:avLst/>
                </a:prstGeom>
                <a:solidFill>
                  <a:srgbClr val="99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4" name="Group 53"/>
              <p:cNvGrpSpPr>
                <a:grpSpLocks noChangeAspect="1"/>
              </p:cNvGrpSpPr>
              <p:nvPr userDrawn="1"/>
            </p:nvGrpSpPr>
            <p:grpSpPr bwMode="auto">
              <a:xfrm>
                <a:off x="5921" y="3383"/>
                <a:ext cx="409" cy="100"/>
                <a:chOff x="5893" y="3385"/>
                <a:chExt cx="466" cy="115"/>
              </a:xfrm>
            </p:grpSpPr>
            <p:sp>
              <p:nvSpPr>
                <p:cNvPr id="40" name="Rectangle 5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385"/>
                  <a:ext cx="116" cy="115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1" name="Rectangle 5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385"/>
                  <a:ext cx="116" cy="115"/>
                </a:xfrm>
                <a:prstGeom prst="rect">
                  <a:avLst/>
                </a:prstGeom>
                <a:solidFill>
                  <a:srgbClr val="FF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2" name="Rectangle 5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385"/>
                  <a:ext cx="117" cy="115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3" name="Rectangle 5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385"/>
                  <a:ext cx="117" cy="115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5" name="Group 58"/>
              <p:cNvGrpSpPr>
                <a:grpSpLocks noChangeAspect="1"/>
              </p:cNvGrpSpPr>
              <p:nvPr userDrawn="1"/>
            </p:nvGrpSpPr>
            <p:grpSpPr bwMode="auto">
              <a:xfrm>
                <a:off x="5921" y="3502"/>
                <a:ext cx="409" cy="101"/>
                <a:chOff x="5893" y="3521"/>
                <a:chExt cx="466" cy="115"/>
              </a:xfrm>
            </p:grpSpPr>
            <p:sp>
              <p:nvSpPr>
                <p:cNvPr id="36" name="Rectangle 5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521"/>
                  <a:ext cx="116" cy="115"/>
                </a:xfrm>
                <a:prstGeom prst="rect">
                  <a:avLst/>
                </a:prstGeom>
                <a:solidFill>
                  <a:srgbClr val="0066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7" name="Rectangle 6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521"/>
                  <a:ext cx="116" cy="115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8" name="Rectangle 6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521"/>
                  <a:ext cx="117" cy="115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9" name="Rectangle 6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521"/>
                  <a:ext cx="117" cy="115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6" name="Group 63"/>
              <p:cNvGrpSpPr>
                <a:grpSpLocks noChangeAspect="1"/>
              </p:cNvGrpSpPr>
              <p:nvPr userDrawn="1"/>
            </p:nvGrpSpPr>
            <p:grpSpPr bwMode="auto">
              <a:xfrm>
                <a:off x="5921" y="3621"/>
                <a:ext cx="409" cy="101"/>
                <a:chOff x="5893" y="3657"/>
                <a:chExt cx="466" cy="115"/>
              </a:xfrm>
            </p:grpSpPr>
            <p:sp>
              <p:nvSpPr>
                <p:cNvPr id="32" name="Rectangle 6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657"/>
                  <a:ext cx="116" cy="115"/>
                </a:xfrm>
                <a:prstGeom prst="rect">
                  <a:avLst/>
                </a:prstGeom>
                <a:solidFill>
                  <a:srgbClr val="0099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3" name="Rectangle 6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657"/>
                  <a:ext cx="116" cy="115"/>
                </a:xfrm>
                <a:prstGeom prst="rect">
                  <a:avLst/>
                </a:prstGeom>
                <a:solidFill>
                  <a:srgbClr val="CCFF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4" name="Rectangle 6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657"/>
                  <a:ext cx="117" cy="115"/>
                </a:xfrm>
                <a:prstGeom prst="rect">
                  <a:avLst/>
                </a:prstGeom>
                <a:solidFill>
                  <a:srgbClr val="99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5" name="Rectangle 6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657"/>
                  <a:ext cx="117" cy="115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7" name="Group 68"/>
              <p:cNvGrpSpPr>
                <a:grpSpLocks noChangeAspect="1"/>
              </p:cNvGrpSpPr>
              <p:nvPr userDrawn="1"/>
            </p:nvGrpSpPr>
            <p:grpSpPr bwMode="auto">
              <a:xfrm>
                <a:off x="5921" y="3821"/>
                <a:ext cx="409" cy="101"/>
                <a:chOff x="5893" y="3884"/>
                <a:chExt cx="466" cy="115"/>
              </a:xfrm>
            </p:grpSpPr>
            <p:sp>
              <p:nvSpPr>
                <p:cNvPr id="28" name="Rectangle 6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884"/>
                  <a:ext cx="116" cy="115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9" name="Rectangle 7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884"/>
                  <a:ext cx="116" cy="115"/>
                </a:xfrm>
                <a:prstGeom prst="rect">
                  <a:avLst/>
                </a:prstGeom>
                <a:solidFill>
                  <a:srgbClr val="FF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0" name="Rectangle 7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884"/>
                  <a:ext cx="117" cy="115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1" name="Rectangle 7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884"/>
                  <a:ext cx="117" cy="115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8" name="Group 73"/>
              <p:cNvGrpSpPr>
                <a:grpSpLocks noChangeAspect="1"/>
              </p:cNvGrpSpPr>
              <p:nvPr userDrawn="1"/>
            </p:nvGrpSpPr>
            <p:grpSpPr bwMode="auto">
              <a:xfrm>
                <a:off x="5921" y="3945"/>
                <a:ext cx="409" cy="101"/>
                <a:chOff x="5893" y="4026"/>
                <a:chExt cx="466" cy="115"/>
              </a:xfrm>
            </p:grpSpPr>
            <p:sp>
              <p:nvSpPr>
                <p:cNvPr id="24" name="Rectangle 7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4026"/>
                  <a:ext cx="116" cy="115"/>
                </a:xfrm>
                <a:prstGeom prst="rect">
                  <a:avLst/>
                </a:prstGeom>
                <a:solidFill>
                  <a:srgbClr val="0066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5" name="Rectangle 7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4026"/>
                  <a:ext cx="116" cy="115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6" name="Rectangle 7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4026"/>
                  <a:ext cx="117" cy="115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7" name="Rectangle 7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4026"/>
                  <a:ext cx="117" cy="115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9" name="Group 78"/>
              <p:cNvGrpSpPr>
                <a:grpSpLocks noChangeAspect="1"/>
              </p:cNvGrpSpPr>
              <p:nvPr userDrawn="1"/>
            </p:nvGrpSpPr>
            <p:grpSpPr bwMode="auto">
              <a:xfrm>
                <a:off x="5921" y="4069"/>
                <a:ext cx="409" cy="101"/>
                <a:chOff x="5893" y="4167"/>
                <a:chExt cx="466" cy="115"/>
              </a:xfrm>
            </p:grpSpPr>
            <p:sp>
              <p:nvSpPr>
                <p:cNvPr id="20" name="Rectangle 7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4167"/>
                  <a:ext cx="116" cy="115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1" name="Rectangle 8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4167"/>
                  <a:ext cx="116" cy="115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2" name="Rectangle 8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4167"/>
                  <a:ext cx="117" cy="11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3" name="Rectangle 8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4167"/>
                  <a:ext cx="117" cy="115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</p:grpSp>
      </p:grp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828" y="514557"/>
            <a:ext cx="10740639" cy="607808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515"/>
              </a:lnSpc>
              <a:spcBef>
                <a:spcPts val="0"/>
              </a:spcBef>
              <a:buNone/>
              <a:defRPr sz="3195" baseline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8965" indent="0" algn="ctr">
              <a:buNone/>
              <a:defRPr sz="2665"/>
            </a:lvl2pPr>
            <a:lvl3pPr marL="1217930" indent="0" algn="ctr">
              <a:buNone/>
              <a:defRPr sz="2395"/>
            </a:lvl3pPr>
            <a:lvl4pPr marL="1826895" indent="0" algn="ctr">
              <a:buNone/>
              <a:defRPr sz="2130"/>
            </a:lvl4pPr>
            <a:lvl5pPr marL="2435225" indent="0" algn="ctr">
              <a:buNone/>
              <a:defRPr sz="2130"/>
            </a:lvl5pPr>
            <a:lvl6pPr marL="3044190" indent="0" algn="ctr">
              <a:buNone/>
              <a:defRPr sz="2130"/>
            </a:lvl6pPr>
            <a:lvl7pPr marL="3653155" indent="0" algn="ctr">
              <a:buNone/>
              <a:defRPr sz="2130"/>
            </a:lvl7pPr>
            <a:lvl8pPr marL="4262120" indent="0" algn="ctr">
              <a:buNone/>
              <a:defRPr sz="2130"/>
            </a:lvl8pPr>
            <a:lvl9pPr marL="4871085" indent="0" algn="ctr">
              <a:buNone/>
              <a:defRPr sz="213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9" y="1525771"/>
            <a:ext cx="10733556" cy="4278686"/>
          </a:xfrm>
          <a:prstGeom prst="rect">
            <a:avLst/>
          </a:prstGeom>
        </p:spPr>
        <p:txBody>
          <a:bodyPr lIns="0" tIns="0" rIns="0" bIns="0"/>
          <a:lstStyle>
            <a:lvl1pPr marL="12700" indent="0">
              <a:lnSpc>
                <a:spcPts val="1595"/>
              </a:lnSpc>
              <a:buFontTx/>
              <a:buNone/>
              <a:tabLst>
                <a:tab pos="1238250" algn="ctr"/>
              </a:tabLst>
              <a:defRPr sz="1865" baseline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39115" indent="-175260">
              <a:buFont typeface="Arial" panose="020B0604020202020204" pitchFamily="34" charset="0"/>
              <a:buChar char="•"/>
              <a:tabLst>
                <a:tab pos="1238250" algn="ctr"/>
              </a:tabLst>
              <a:defRPr sz="1330" baseline="0"/>
            </a:lvl2pPr>
            <a:lvl3pPr marL="539115" indent="-175260">
              <a:buFont typeface="Arial" panose="020B0604020202020204" pitchFamily="34" charset="0"/>
              <a:buChar char="•"/>
              <a:tabLst>
                <a:tab pos="1238250" algn="ctr"/>
              </a:tabLst>
              <a:defRPr sz="1330" baseline="0"/>
            </a:lvl3pPr>
            <a:lvl4pPr marL="539115" indent="-175260">
              <a:buFont typeface="Arial" panose="020B0604020202020204" pitchFamily="34" charset="0"/>
              <a:buChar char="•"/>
              <a:tabLst>
                <a:tab pos="1238250" algn="ctr"/>
              </a:tabLst>
              <a:defRPr sz="1330" baseline="0"/>
            </a:lvl4pPr>
            <a:lvl5pPr marL="539115" indent="-175260">
              <a:buFont typeface="Arial" panose="020B0604020202020204" pitchFamily="34" charset="0"/>
              <a:buChar char="•"/>
              <a:tabLst>
                <a:tab pos="1238250" algn="ctr"/>
              </a:tabLst>
              <a:defRPr sz="133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35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1715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2" y="1512877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070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135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7915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135" algn="ctr"/>
              </a:tabLst>
              <a:defRPr sz="13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780" indent="-170815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4pPr>
            <a:lvl5pPr marL="525780" indent="-170815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1_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5242" y="404813"/>
            <a:ext cx="10661579" cy="863600"/>
          </a:xfrm>
          <a:prstGeom prst="rect">
            <a:avLst/>
          </a:prstGeom>
        </p:spPr>
        <p:txBody>
          <a:bodyPr lIns="91434" tIns="45717" rIns="91434" bIns="45717"/>
          <a:lstStyle>
            <a:lvl1pPr>
              <a:defRPr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815242" y="1628783"/>
            <a:ext cx="10661579" cy="4392613"/>
          </a:xfrm>
          <a:prstGeom prst="rect">
            <a:avLst/>
          </a:prstGeom>
        </p:spPr>
        <p:txBody>
          <a:bodyPr lIns="91434" tIns="45717" rIns="91434" bIns="45717"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781303" y="336814"/>
            <a:ext cx="10458983" cy="759668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29" tIns="45714" rIns="91429" bIns="45714" numCol="1" anchor="ctr" anchorCtr="0" compatLnSpc="1"/>
          <a:lstStyle>
            <a:lvl1pPr marL="0" indent="0">
              <a:buFont typeface="Arial" panose="020B0604020202020204" pitchFamily="34" charset="0"/>
              <a:buNone/>
              <a:defRPr lang="zh-CN" altLang="en-US" sz="4000" b="0" dirty="0">
                <a:solidFill>
                  <a:srgbClr val="CC0000"/>
                </a:solidFill>
                <a:latin typeface="FrutigerNext LT Regular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altLang="zh-CN" dirty="0"/>
              <a:t>HEADLINE TEXT TO BE PLACED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867" y="451416"/>
            <a:ext cx="11328233" cy="745784"/>
          </a:xfrm>
          <a:prstGeom prst="rect">
            <a:avLst/>
          </a:prstGeom>
        </p:spPr>
        <p:txBody>
          <a:bodyPr lIns="121876" tIns="60940" rIns="121876" bIns="60940"/>
          <a:lstStyle>
            <a:lvl1pPr>
              <a:defRPr sz="32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Content Placeholder 3"/>
          <p:cNvSpPr>
            <a:spLocks noGrp="1"/>
          </p:cNvSpPr>
          <p:nvPr>
            <p:ph sz="quarter" idx="10"/>
          </p:nvPr>
        </p:nvSpPr>
        <p:spPr>
          <a:xfrm>
            <a:off x="461508" y="1416916"/>
            <a:ext cx="11273764" cy="4680110"/>
          </a:xfrm>
          <a:prstGeom prst="rect">
            <a:avLst/>
          </a:prstGeom>
        </p:spPr>
        <p:txBody>
          <a:bodyPr lIns="121876" tIns="60940" rIns="121876" bIns="60940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  <p:transition advClick="0" advTm="8000">
    <p:fade thruBlk="1"/>
  </p:transition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70291" y="430220"/>
            <a:ext cx="10331250" cy="871537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10"/>
          <p:cNvSpPr>
            <a:spLocks noGrp="1" noChangeArrowheads="1"/>
          </p:cNvSpPr>
          <p:nvPr>
            <p:ph type="dt" sz="half" idx="10"/>
          </p:nvPr>
        </p:nvSpPr>
        <p:spPr>
          <a:xfrm>
            <a:off x="8484817" y="6489701"/>
            <a:ext cx="2797208" cy="45561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altLang="zh-CN">
                <a:solidFill>
                  <a:srgbClr val="000000"/>
                </a:solidFill>
              </a:rPr>
              <a:t>Page </a:t>
            </a:r>
            <a:fld id="{F14C8185-BAC9-468B-856F-FA0BD0ABD9CA}" type="slidenum">
              <a:rPr lang="de-DE" altLang="zh-CN">
                <a:solidFill>
                  <a:srgbClr val="000000"/>
                </a:solidFill>
              </a:rPr>
            </a:fld>
            <a:endParaRPr lang="en-GB" altLang="zh-CN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431542" y="1124745"/>
            <a:ext cx="11333685" cy="508856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title"/>
          </p:nvPr>
        </p:nvSpPr>
        <p:spPr bwMode="auto">
          <a:xfrm>
            <a:off x="431542" y="5"/>
            <a:ext cx="11333685" cy="7407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0060" rIns="80121" bIns="4006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ransition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 with Title -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itle Text"/>
          <p:cNvSpPr txBox="1">
            <a:spLocks noGrp="1"/>
          </p:cNvSpPr>
          <p:nvPr>
            <p:ph type="title" hasCustomPrompt="1"/>
          </p:nvPr>
        </p:nvSpPr>
        <p:spPr>
          <a:xfrm>
            <a:off x="609839" y="275167"/>
            <a:ext cx="10977087" cy="1143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2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741013" y="6356352"/>
            <a:ext cx="2845912" cy="36618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>
                <a:solidFill>
                  <a:srgbClr val="1D1D1A"/>
                </a:solidFill>
              </a:rPr>
            </a:fld>
            <a:endParaRPr>
              <a:solidFill>
                <a:srgbClr val="1D1D1A"/>
              </a:solidFill>
            </a:endParaRPr>
          </a:p>
        </p:txBody>
      </p:sp>
    </p:spTree>
  </p:cSld>
  <p:clrMapOvr>
    <a:masterClrMapping/>
  </p:clrMapOvr>
  <p:transition spd="med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节标题">
    <p:bg>
      <p:bgPr>
        <a:gradFill flip="none" rotWithShape="1">
          <a:gsLst>
            <a:gs pos="0">
              <a:srgbClr val="F4F4F4"/>
            </a:gs>
            <a:gs pos="35000">
              <a:srgbClr val="D4D4D4"/>
            </a:gs>
            <a:gs pos="100000">
              <a:srgbClr val="BABBBB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-3732" y="-88900"/>
            <a:ext cx="12196763" cy="69469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  <a:endParaRPr kumimoji="1" lang="zh-CN" altLang="en-US" sz="3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321130"/>
            <a:ext cx="1269075" cy="27754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17656" y="165101"/>
            <a:ext cx="11161453" cy="888186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36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altLang="zh-CN" dirty="0"/>
              <a:t>Headline in Arial Regular 36 point</a:t>
            </a:r>
            <a:endParaRPr lang="en-US" altLang="zh-CN" dirty="0"/>
          </a:p>
        </p:txBody>
      </p:sp>
      <p:grpSp>
        <p:nvGrpSpPr>
          <p:cNvPr id="4" name="Group 88"/>
          <p:cNvGrpSpPr/>
          <p:nvPr userDrawn="1"/>
        </p:nvGrpSpPr>
        <p:grpSpPr bwMode="auto">
          <a:xfrm>
            <a:off x="12342517" y="0"/>
            <a:ext cx="863712" cy="3025075"/>
            <a:chOff x="5874" y="2414"/>
            <a:chExt cx="544" cy="1906"/>
          </a:xfrm>
        </p:grpSpPr>
        <p:sp>
          <p:nvSpPr>
            <p:cNvPr id="5" name="Rectangle 86"/>
            <p:cNvSpPr>
              <a:spLocks noChangeArrowheads="1"/>
            </p:cNvSpPr>
            <p:nvPr userDrawn="1"/>
          </p:nvSpPr>
          <p:spPr bwMode="auto">
            <a:xfrm>
              <a:off x="5874" y="2414"/>
              <a:ext cx="544" cy="19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grpSp>
          <p:nvGrpSpPr>
            <p:cNvPr id="6" name="Group 87"/>
            <p:cNvGrpSpPr/>
            <p:nvPr userDrawn="1"/>
          </p:nvGrpSpPr>
          <p:grpSpPr bwMode="auto">
            <a:xfrm>
              <a:off x="5941" y="2475"/>
              <a:ext cx="409" cy="1783"/>
              <a:chOff x="5921" y="2387"/>
              <a:chExt cx="409" cy="1783"/>
            </a:xfrm>
          </p:grpSpPr>
          <p:grpSp>
            <p:nvGrpSpPr>
              <p:cNvPr id="7" name="Group 18"/>
              <p:cNvGrpSpPr>
                <a:grpSpLocks noChangeAspect="1"/>
              </p:cNvGrpSpPr>
              <p:nvPr userDrawn="1"/>
            </p:nvGrpSpPr>
            <p:grpSpPr bwMode="auto">
              <a:xfrm>
                <a:off x="5921" y="2506"/>
                <a:ext cx="409" cy="101"/>
                <a:chOff x="5893" y="2387"/>
                <a:chExt cx="466" cy="115"/>
              </a:xfrm>
            </p:grpSpPr>
            <p:sp>
              <p:nvSpPr>
                <p:cNvPr id="68" name="Rectangle 1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387"/>
                  <a:ext cx="116" cy="115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9" name="Rectangle 2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387"/>
                  <a:ext cx="116" cy="115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70" name="Rectangle 2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387"/>
                  <a:ext cx="117" cy="115"/>
                </a:xfrm>
                <a:prstGeom prst="rect">
                  <a:avLst/>
                </a:prstGeom>
                <a:solidFill>
                  <a:srgbClr val="99660A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71" name="Rectangle 2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387"/>
                  <a:ext cx="117" cy="115"/>
                </a:xfrm>
                <a:prstGeom prst="rect">
                  <a:avLst/>
                </a:prstGeom>
                <a:solidFill>
                  <a:srgbClr val="FF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8" name="Group 23"/>
              <p:cNvGrpSpPr>
                <a:grpSpLocks noChangeAspect="1"/>
              </p:cNvGrpSpPr>
              <p:nvPr userDrawn="1"/>
            </p:nvGrpSpPr>
            <p:grpSpPr bwMode="auto">
              <a:xfrm>
                <a:off x="5921" y="2626"/>
                <a:ext cx="409" cy="101"/>
                <a:chOff x="5893" y="2523"/>
                <a:chExt cx="466" cy="115"/>
              </a:xfrm>
            </p:grpSpPr>
            <p:sp>
              <p:nvSpPr>
                <p:cNvPr id="64" name="Rectangle 2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523"/>
                  <a:ext cx="116" cy="115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5" name="Rectangle 2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523"/>
                  <a:ext cx="116" cy="115"/>
                </a:xfrm>
                <a:prstGeom prst="rect">
                  <a:avLst/>
                </a:prstGeom>
                <a:solidFill>
                  <a:srgbClr val="99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6" name="Rectangle 2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523"/>
                  <a:ext cx="117" cy="115"/>
                </a:xfrm>
                <a:prstGeom prst="rect">
                  <a:avLst/>
                </a:prstGeom>
                <a:solidFill>
                  <a:srgbClr val="0099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7" name="Rectangle 2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523"/>
                  <a:ext cx="117" cy="115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9" name="Group 28"/>
              <p:cNvGrpSpPr>
                <a:grpSpLocks noChangeAspect="1"/>
              </p:cNvGrpSpPr>
              <p:nvPr userDrawn="1"/>
            </p:nvGrpSpPr>
            <p:grpSpPr bwMode="auto">
              <a:xfrm>
                <a:off x="5921" y="2745"/>
                <a:ext cx="409" cy="101"/>
                <a:chOff x="5893" y="2659"/>
                <a:chExt cx="466" cy="115"/>
              </a:xfrm>
            </p:grpSpPr>
            <p:sp>
              <p:nvSpPr>
                <p:cNvPr id="60" name="Rectangle 2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659"/>
                  <a:ext cx="116" cy="115"/>
                </a:xfrm>
                <a:prstGeom prst="rect">
                  <a:avLst/>
                </a:prstGeom>
                <a:solidFill>
                  <a:srgbClr val="99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1" name="Rectangle 3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659"/>
                  <a:ext cx="116" cy="115"/>
                </a:xfrm>
                <a:prstGeom prst="rect">
                  <a:avLst/>
                </a:prstGeom>
                <a:solidFill>
                  <a:srgbClr val="0099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2" name="Rectangle 3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659"/>
                  <a:ext cx="117" cy="115"/>
                </a:xfrm>
                <a:prstGeom prst="rect">
                  <a:avLst/>
                </a:prstGeom>
                <a:solidFill>
                  <a:srgbClr val="0066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3" name="Rectangle 3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659"/>
                  <a:ext cx="117" cy="115"/>
                </a:xfrm>
                <a:prstGeom prst="rect">
                  <a:avLst/>
                </a:prstGeom>
                <a:solidFill>
                  <a:srgbClr val="CCFF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0" name="Group 33"/>
              <p:cNvGrpSpPr>
                <a:grpSpLocks noChangeAspect="1"/>
              </p:cNvGrpSpPr>
              <p:nvPr userDrawn="1"/>
            </p:nvGrpSpPr>
            <p:grpSpPr bwMode="auto">
              <a:xfrm>
                <a:off x="5921" y="2387"/>
                <a:ext cx="409" cy="104"/>
                <a:chOff x="5893" y="2251"/>
                <a:chExt cx="466" cy="119"/>
              </a:xfrm>
            </p:grpSpPr>
            <p:sp>
              <p:nvSpPr>
                <p:cNvPr id="56" name="Rectangle 3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251"/>
                  <a:ext cx="116" cy="119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7" name="Rectangle 3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251"/>
                  <a:ext cx="117" cy="119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8" name="Rectangle 3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251"/>
                  <a:ext cx="117" cy="119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9" name="Rectangle 3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251"/>
                  <a:ext cx="116" cy="119"/>
                </a:xfrm>
                <a:prstGeom prst="rect">
                  <a:avLst/>
                </a:prstGeom>
                <a:solidFill>
                  <a:srgbClr val="66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1" name="Group 38"/>
              <p:cNvGrpSpPr>
                <a:grpSpLocks noChangeAspect="1"/>
              </p:cNvGrpSpPr>
              <p:nvPr userDrawn="1"/>
            </p:nvGrpSpPr>
            <p:grpSpPr bwMode="auto">
              <a:xfrm>
                <a:off x="5921" y="2944"/>
                <a:ext cx="409" cy="101"/>
                <a:chOff x="5893" y="2886"/>
                <a:chExt cx="466" cy="115"/>
              </a:xfrm>
            </p:grpSpPr>
            <p:sp>
              <p:nvSpPr>
                <p:cNvPr id="52" name="Rectangle 3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886"/>
                  <a:ext cx="116" cy="115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3" name="Rectangle 4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886"/>
                  <a:ext cx="116" cy="115"/>
                </a:xfrm>
                <a:prstGeom prst="rect">
                  <a:avLst/>
                </a:prstGeom>
                <a:solidFill>
                  <a:srgbClr val="FF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4" name="Rectangle 4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886"/>
                  <a:ext cx="117" cy="115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5" name="Rectangle 4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886"/>
                  <a:ext cx="117" cy="115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2" name="Group 43"/>
              <p:cNvGrpSpPr>
                <a:grpSpLocks noChangeAspect="1"/>
              </p:cNvGrpSpPr>
              <p:nvPr userDrawn="1"/>
            </p:nvGrpSpPr>
            <p:grpSpPr bwMode="auto">
              <a:xfrm>
                <a:off x="5921" y="3064"/>
                <a:ext cx="409" cy="101"/>
                <a:chOff x="5893" y="3022"/>
                <a:chExt cx="466" cy="115"/>
              </a:xfrm>
            </p:grpSpPr>
            <p:sp>
              <p:nvSpPr>
                <p:cNvPr id="48" name="Rectangle 4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022"/>
                  <a:ext cx="116" cy="115"/>
                </a:xfrm>
                <a:prstGeom prst="rect">
                  <a:avLst/>
                </a:prstGeom>
                <a:solidFill>
                  <a:srgbClr val="0066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9" name="Rectangle 4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022"/>
                  <a:ext cx="116" cy="115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0" name="Rectangle 4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022"/>
                  <a:ext cx="117" cy="115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1" name="Rectangle 4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022"/>
                  <a:ext cx="117" cy="115"/>
                </a:xfrm>
                <a:prstGeom prst="rect">
                  <a:avLst/>
                </a:prstGeom>
                <a:solidFill>
                  <a:srgbClr val="99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3" name="Group 48"/>
              <p:cNvGrpSpPr>
                <a:grpSpLocks noChangeAspect="1"/>
              </p:cNvGrpSpPr>
              <p:nvPr userDrawn="1"/>
            </p:nvGrpSpPr>
            <p:grpSpPr bwMode="auto">
              <a:xfrm>
                <a:off x="5921" y="3183"/>
                <a:ext cx="409" cy="101"/>
                <a:chOff x="5893" y="3158"/>
                <a:chExt cx="466" cy="115"/>
              </a:xfrm>
            </p:grpSpPr>
            <p:sp>
              <p:nvSpPr>
                <p:cNvPr id="44" name="Rectangle 4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158"/>
                  <a:ext cx="116" cy="115"/>
                </a:xfrm>
                <a:prstGeom prst="rect">
                  <a:avLst/>
                </a:prstGeom>
                <a:solidFill>
                  <a:srgbClr val="0099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5" name="Rectangle 5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158"/>
                  <a:ext cx="116" cy="115"/>
                </a:xfrm>
                <a:prstGeom prst="rect">
                  <a:avLst/>
                </a:prstGeom>
                <a:solidFill>
                  <a:srgbClr val="CCFF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6" name="Rectangle 5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158"/>
                  <a:ext cx="117" cy="115"/>
                </a:xfrm>
                <a:prstGeom prst="rect">
                  <a:avLst/>
                </a:prstGeom>
                <a:solidFill>
                  <a:srgbClr val="99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7" name="Rectangle 5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158"/>
                  <a:ext cx="117" cy="115"/>
                </a:xfrm>
                <a:prstGeom prst="rect">
                  <a:avLst/>
                </a:prstGeom>
                <a:solidFill>
                  <a:srgbClr val="99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4" name="Group 53"/>
              <p:cNvGrpSpPr>
                <a:grpSpLocks noChangeAspect="1"/>
              </p:cNvGrpSpPr>
              <p:nvPr userDrawn="1"/>
            </p:nvGrpSpPr>
            <p:grpSpPr bwMode="auto">
              <a:xfrm>
                <a:off x="5921" y="3383"/>
                <a:ext cx="409" cy="100"/>
                <a:chOff x="5893" y="3385"/>
                <a:chExt cx="466" cy="115"/>
              </a:xfrm>
            </p:grpSpPr>
            <p:sp>
              <p:nvSpPr>
                <p:cNvPr id="40" name="Rectangle 5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385"/>
                  <a:ext cx="116" cy="115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1" name="Rectangle 5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385"/>
                  <a:ext cx="116" cy="115"/>
                </a:xfrm>
                <a:prstGeom prst="rect">
                  <a:avLst/>
                </a:prstGeom>
                <a:solidFill>
                  <a:srgbClr val="FF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2" name="Rectangle 5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385"/>
                  <a:ext cx="117" cy="115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3" name="Rectangle 5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385"/>
                  <a:ext cx="117" cy="115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5" name="Group 58"/>
              <p:cNvGrpSpPr>
                <a:grpSpLocks noChangeAspect="1"/>
              </p:cNvGrpSpPr>
              <p:nvPr userDrawn="1"/>
            </p:nvGrpSpPr>
            <p:grpSpPr bwMode="auto">
              <a:xfrm>
                <a:off x="5921" y="3502"/>
                <a:ext cx="409" cy="101"/>
                <a:chOff x="5893" y="3521"/>
                <a:chExt cx="466" cy="115"/>
              </a:xfrm>
            </p:grpSpPr>
            <p:sp>
              <p:nvSpPr>
                <p:cNvPr id="36" name="Rectangle 5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521"/>
                  <a:ext cx="116" cy="115"/>
                </a:xfrm>
                <a:prstGeom prst="rect">
                  <a:avLst/>
                </a:prstGeom>
                <a:solidFill>
                  <a:srgbClr val="0066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7" name="Rectangle 6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521"/>
                  <a:ext cx="116" cy="115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8" name="Rectangle 6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521"/>
                  <a:ext cx="117" cy="115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9" name="Rectangle 6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521"/>
                  <a:ext cx="117" cy="115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6" name="Group 63"/>
              <p:cNvGrpSpPr>
                <a:grpSpLocks noChangeAspect="1"/>
              </p:cNvGrpSpPr>
              <p:nvPr userDrawn="1"/>
            </p:nvGrpSpPr>
            <p:grpSpPr bwMode="auto">
              <a:xfrm>
                <a:off x="5921" y="3621"/>
                <a:ext cx="409" cy="101"/>
                <a:chOff x="5893" y="3657"/>
                <a:chExt cx="466" cy="115"/>
              </a:xfrm>
            </p:grpSpPr>
            <p:sp>
              <p:nvSpPr>
                <p:cNvPr id="32" name="Rectangle 6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657"/>
                  <a:ext cx="116" cy="115"/>
                </a:xfrm>
                <a:prstGeom prst="rect">
                  <a:avLst/>
                </a:prstGeom>
                <a:solidFill>
                  <a:srgbClr val="0099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3" name="Rectangle 6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657"/>
                  <a:ext cx="116" cy="115"/>
                </a:xfrm>
                <a:prstGeom prst="rect">
                  <a:avLst/>
                </a:prstGeom>
                <a:solidFill>
                  <a:srgbClr val="CCFF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4" name="Rectangle 6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657"/>
                  <a:ext cx="117" cy="115"/>
                </a:xfrm>
                <a:prstGeom prst="rect">
                  <a:avLst/>
                </a:prstGeom>
                <a:solidFill>
                  <a:srgbClr val="99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5" name="Rectangle 6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657"/>
                  <a:ext cx="117" cy="115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7" name="Group 68"/>
              <p:cNvGrpSpPr>
                <a:grpSpLocks noChangeAspect="1"/>
              </p:cNvGrpSpPr>
              <p:nvPr userDrawn="1"/>
            </p:nvGrpSpPr>
            <p:grpSpPr bwMode="auto">
              <a:xfrm>
                <a:off x="5921" y="3821"/>
                <a:ext cx="409" cy="101"/>
                <a:chOff x="5893" y="3884"/>
                <a:chExt cx="466" cy="115"/>
              </a:xfrm>
            </p:grpSpPr>
            <p:sp>
              <p:nvSpPr>
                <p:cNvPr id="28" name="Rectangle 6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884"/>
                  <a:ext cx="116" cy="115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9" name="Rectangle 7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884"/>
                  <a:ext cx="116" cy="115"/>
                </a:xfrm>
                <a:prstGeom prst="rect">
                  <a:avLst/>
                </a:prstGeom>
                <a:solidFill>
                  <a:srgbClr val="FF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0" name="Rectangle 7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884"/>
                  <a:ext cx="117" cy="115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1" name="Rectangle 7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884"/>
                  <a:ext cx="117" cy="115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8" name="Group 73"/>
              <p:cNvGrpSpPr>
                <a:grpSpLocks noChangeAspect="1"/>
              </p:cNvGrpSpPr>
              <p:nvPr userDrawn="1"/>
            </p:nvGrpSpPr>
            <p:grpSpPr bwMode="auto">
              <a:xfrm>
                <a:off x="5921" y="3945"/>
                <a:ext cx="409" cy="101"/>
                <a:chOff x="5893" y="4026"/>
                <a:chExt cx="466" cy="115"/>
              </a:xfrm>
            </p:grpSpPr>
            <p:sp>
              <p:nvSpPr>
                <p:cNvPr id="24" name="Rectangle 7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4026"/>
                  <a:ext cx="116" cy="115"/>
                </a:xfrm>
                <a:prstGeom prst="rect">
                  <a:avLst/>
                </a:prstGeom>
                <a:solidFill>
                  <a:srgbClr val="0066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5" name="Rectangle 7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4026"/>
                  <a:ext cx="116" cy="115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6" name="Rectangle 7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4026"/>
                  <a:ext cx="117" cy="115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7" name="Rectangle 7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4026"/>
                  <a:ext cx="117" cy="115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9" name="Group 78"/>
              <p:cNvGrpSpPr>
                <a:grpSpLocks noChangeAspect="1"/>
              </p:cNvGrpSpPr>
              <p:nvPr userDrawn="1"/>
            </p:nvGrpSpPr>
            <p:grpSpPr bwMode="auto">
              <a:xfrm>
                <a:off x="5921" y="4069"/>
                <a:ext cx="409" cy="101"/>
                <a:chOff x="5893" y="4167"/>
                <a:chExt cx="466" cy="115"/>
              </a:xfrm>
            </p:grpSpPr>
            <p:sp>
              <p:nvSpPr>
                <p:cNvPr id="20" name="Rectangle 7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4167"/>
                  <a:ext cx="116" cy="115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1" name="Rectangle 8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4167"/>
                  <a:ext cx="116" cy="115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2" name="Rectangle 8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4167"/>
                  <a:ext cx="117" cy="11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3" name="Rectangle 8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4167"/>
                  <a:ext cx="117" cy="115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 Layout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2370558" y="1036280"/>
            <a:ext cx="2259842" cy="377135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17656" y="309083"/>
            <a:ext cx="11161453" cy="888186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 altLang="zh-CN" dirty="0"/>
              <a:t>Headline in Arial Regular 36 point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528" y="365126"/>
            <a:ext cx="10519708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528" y="1825625"/>
            <a:ext cx="10519708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528" y="6356351"/>
            <a:ext cx="2744272" cy="365125"/>
          </a:xfrm>
          <a:prstGeom prst="rect">
            <a:avLst/>
          </a:prstGeom>
        </p:spPr>
        <p:txBody>
          <a:bodyPr/>
          <a:lstStyle/>
          <a:p>
            <a:fld id="{C40E206A-68B8-42C9-AA26-07C8E5A5BB5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40178" y="6356351"/>
            <a:ext cx="4116408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3964" y="6356351"/>
            <a:ext cx="2744272" cy="365125"/>
          </a:xfrm>
          <a:prstGeom prst="rect">
            <a:avLst/>
          </a:prstGeom>
        </p:spPr>
        <p:txBody>
          <a:bodyPr/>
          <a:lstStyle/>
          <a:p>
            <a:fld id="{156FA05D-5C81-474D-9937-CEF88A50D7A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82414" y="518839"/>
            <a:ext cx="10437936" cy="55387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0" tIns="0" rIns="0" bIns="0" numCol="1" anchor="ctr" anchorCtr="0" compatLnSpc="1">
            <a:spAutoFit/>
          </a:bodyPr>
          <a:lstStyle>
            <a:lvl1pPr marL="0" indent="0">
              <a:buFont typeface="Arial" panose="020B0604020202020204" pitchFamily="34" charset="0"/>
              <a:buNone/>
              <a:defRPr lang="zh-CN" altLang="en-US" sz="4000" b="0" dirty="0">
                <a:solidFill>
                  <a:srgbClr val="CC0000"/>
                </a:solidFill>
                <a:latin typeface="FrutigerNext LT Regular" pitchFamily="34" charset="0"/>
                <a:ea typeface="黑体" panose="02010609060101010101" pitchFamily="49" charset="-122"/>
              </a:defRPr>
            </a:lvl1pPr>
          </a:lstStyle>
          <a:p>
            <a:pPr lvl="0"/>
            <a:r>
              <a:rPr lang="en-US" altLang="zh-CN" dirty="0"/>
              <a:t>HEADLINE TEXT TO BE PLACED HERE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527" y="6356351"/>
            <a:ext cx="2744272" cy="365125"/>
          </a:xfrm>
          <a:prstGeom prst="rect">
            <a:avLst/>
          </a:prstGeom>
        </p:spPr>
        <p:txBody>
          <a:bodyPr/>
          <a:lstStyle/>
          <a:p>
            <a:fld id="{A684B914-9BB2-4713-9EBF-61770F406B81}" type="datetime1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40178" y="6356351"/>
            <a:ext cx="4116408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3964" y="6356351"/>
            <a:ext cx="2744272" cy="365125"/>
          </a:xfrm>
          <a:prstGeom prst="rect">
            <a:avLst/>
          </a:prstGeom>
        </p:spPr>
        <p:txBody>
          <a:bodyPr/>
          <a:lstStyle/>
          <a:p>
            <a:fld id="{62B6538A-33AE-45EB-868C-14B9E34ED9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17657" y="165101"/>
            <a:ext cx="11161454" cy="888187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36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altLang="zh-CN" dirty="0"/>
              <a:t>Headline in Arial Regular 36 point</a:t>
            </a:r>
            <a:endParaRPr lang="en-US" altLang="zh-CN" dirty="0"/>
          </a:p>
        </p:txBody>
      </p:sp>
      <p:grpSp>
        <p:nvGrpSpPr>
          <p:cNvPr id="4" name="Group 88"/>
          <p:cNvGrpSpPr/>
          <p:nvPr userDrawn="1"/>
        </p:nvGrpSpPr>
        <p:grpSpPr bwMode="auto">
          <a:xfrm>
            <a:off x="12342519" y="1"/>
            <a:ext cx="863712" cy="3025075"/>
            <a:chOff x="5874" y="2414"/>
            <a:chExt cx="544" cy="1906"/>
          </a:xfrm>
        </p:grpSpPr>
        <p:sp>
          <p:nvSpPr>
            <p:cNvPr id="5" name="Rectangle 86"/>
            <p:cNvSpPr>
              <a:spLocks noChangeArrowheads="1"/>
            </p:cNvSpPr>
            <p:nvPr userDrawn="1"/>
          </p:nvSpPr>
          <p:spPr bwMode="auto">
            <a:xfrm>
              <a:off x="5874" y="2414"/>
              <a:ext cx="544" cy="19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grpSp>
          <p:nvGrpSpPr>
            <p:cNvPr id="6" name="Group 87"/>
            <p:cNvGrpSpPr/>
            <p:nvPr userDrawn="1"/>
          </p:nvGrpSpPr>
          <p:grpSpPr bwMode="auto">
            <a:xfrm>
              <a:off x="5941" y="2475"/>
              <a:ext cx="409" cy="1783"/>
              <a:chOff x="5921" y="2387"/>
              <a:chExt cx="409" cy="1783"/>
            </a:xfrm>
          </p:grpSpPr>
          <p:grpSp>
            <p:nvGrpSpPr>
              <p:cNvPr id="7" name="Group 18"/>
              <p:cNvGrpSpPr>
                <a:grpSpLocks noChangeAspect="1"/>
              </p:cNvGrpSpPr>
              <p:nvPr userDrawn="1"/>
            </p:nvGrpSpPr>
            <p:grpSpPr bwMode="auto">
              <a:xfrm>
                <a:off x="5921" y="2506"/>
                <a:ext cx="409" cy="101"/>
                <a:chOff x="5893" y="2387"/>
                <a:chExt cx="466" cy="115"/>
              </a:xfrm>
            </p:grpSpPr>
            <p:sp>
              <p:nvSpPr>
                <p:cNvPr id="68" name="Rectangle 1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387"/>
                  <a:ext cx="116" cy="115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9" name="Rectangle 2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387"/>
                  <a:ext cx="116" cy="115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70" name="Rectangle 2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387"/>
                  <a:ext cx="117" cy="115"/>
                </a:xfrm>
                <a:prstGeom prst="rect">
                  <a:avLst/>
                </a:prstGeom>
                <a:solidFill>
                  <a:srgbClr val="99660A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71" name="Rectangle 2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387"/>
                  <a:ext cx="117" cy="115"/>
                </a:xfrm>
                <a:prstGeom prst="rect">
                  <a:avLst/>
                </a:prstGeom>
                <a:solidFill>
                  <a:srgbClr val="FF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8" name="Group 23"/>
              <p:cNvGrpSpPr>
                <a:grpSpLocks noChangeAspect="1"/>
              </p:cNvGrpSpPr>
              <p:nvPr userDrawn="1"/>
            </p:nvGrpSpPr>
            <p:grpSpPr bwMode="auto">
              <a:xfrm>
                <a:off x="5921" y="2626"/>
                <a:ext cx="409" cy="101"/>
                <a:chOff x="5893" y="2523"/>
                <a:chExt cx="466" cy="115"/>
              </a:xfrm>
            </p:grpSpPr>
            <p:sp>
              <p:nvSpPr>
                <p:cNvPr id="64" name="Rectangle 2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523"/>
                  <a:ext cx="116" cy="115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5" name="Rectangle 2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523"/>
                  <a:ext cx="116" cy="115"/>
                </a:xfrm>
                <a:prstGeom prst="rect">
                  <a:avLst/>
                </a:prstGeom>
                <a:solidFill>
                  <a:srgbClr val="99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6" name="Rectangle 2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523"/>
                  <a:ext cx="117" cy="115"/>
                </a:xfrm>
                <a:prstGeom prst="rect">
                  <a:avLst/>
                </a:prstGeom>
                <a:solidFill>
                  <a:srgbClr val="0099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7" name="Rectangle 2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523"/>
                  <a:ext cx="117" cy="115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9" name="Group 28"/>
              <p:cNvGrpSpPr>
                <a:grpSpLocks noChangeAspect="1"/>
              </p:cNvGrpSpPr>
              <p:nvPr userDrawn="1"/>
            </p:nvGrpSpPr>
            <p:grpSpPr bwMode="auto">
              <a:xfrm>
                <a:off x="5921" y="2745"/>
                <a:ext cx="409" cy="101"/>
                <a:chOff x="5893" y="2659"/>
                <a:chExt cx="466" cy="115"/>
              </a:xfrm>
            </p:grpSpPr>
            <p:sp>
              <p:nvSpPr>
                <p:cNvPr id="60" name="Rectangle 2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659"/>
                  <a:ext cx="116" cy="115"/>
                </a:xfrm>
                <a:prstGeom prst="rect">
                  <a:avLst/>
                </a:prstGeom>
                <a:solidFill>
                  <a:srgbClr val="99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1" name="Rectangle 3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659"/>
                  <a:ext cx="116" cy="115"/>
                </a:xfrm>
                <a:prstGeom prst="rect">
                  <a:avLst/>
                </a:prstGeom>
                <a:solidFill>
                  <a:srgbClr val="0099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2" name="Rectangle 3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659"/>
                  <a:ext cx="117" cy="115"/>
                </a:xfrm>
                <a:prstGeom prst="rect">
                  <a:avLst/>
                </a:prstGeom>
                <a:solidFill>
                  <a:srgbClr val="0066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3" name="Rectangle 3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659"/>
                  <a:ext cx="117" cy="115"/>
                </a:xfrm>
                <a:prstGeom prst="rect">
                  <a:avLst/>
                </a:prstGeom>
                <a:solidFill>
                  <a:srgbClr val="CCFF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0" name="Group 33"/>
              <p:cNvGrpSpPr>
                <a:grpSpLocks noChangeAspect="1"/>
              </p:cNvGrpSpPr>
              <p:nvPr userDrawn="1"/>
            </p:nvGrpSpPr>
            <p:grpSpPr bwMode="auto">
              <a:xfrm>
                <a:off x="5921" y="2387"/>
                <a:ext cx="409" cy="104"/>
                <a:chOff x="5893" y="2251"/>
                <a:chExt cx="466" cy="119"/>
              </a:xfrm>
            </p:grpSpPr>
            <p:sp>
              <p:nvSpPr>
                <p:cNvPr id="56" name="Rectangle 3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251"/>
                  <a:ext cx="116" cy="119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7" name="Rectangle 3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251"/>
                  <a:ext cx="117" cy="119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8" name="Rectangle 3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251"/>
                  <a:ext cx="117" cy="119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9" name="Rectangle 3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251"/>
                  <a:ext cx="116" cy="119"/>
                </a:xfrm>
                <a:prstGeom prst="rect">
                  <a:avLst/>
                </a:prstGeom>
                <a:solidFill>
                  <a:srgbClr val="66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1" name="Group 38"/>
              <p:cNvGrpSpPr>
                <a:grpSpLocks noChangeAspect="1"/>
              </p:cNvGrpSpPr>
              <p:nvPr userDrawn="1"/>
            </p:nvGrpSpPr>
            <p:grpSpPr bwMode="auto">
              <a:xfrm>
                <a:off x="5921" y="2944"/>
                <a:ext cx="409" cy="101"/>
                <a:chOff x="5893" y="2886"/>
                <a:chExt cx="466" cy="115"/>
              </a:xfrm>
            </p:grpSpPr>
            <p:sp>
              <p:nvSpPr>
                <p:cNvPr id="52" name="Rectangle 3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886"/>
                  <a:ext cx="116" cy="115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3" name="Rectangle 4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886"/>
                  <a:ext cx="116" cy="115"/>
                </a:xfrm>
                <a:prstGeom prst="rect">
                  <a:avLst/>
                </a:prstGeom>
                <a:solidFill>
                  <a:srgbClr val="FF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4" name="Rectangle 4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886"/>
                  <a:ext cx="117" cy="115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5" name="Rectangle 4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886"/>
                  <a:ext cx="117" cy="115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2" name="Group 43"/>
              <p:cNvGrpSpPr>
                <a:grpSpLocks noChangeAspect="1"/>
              </p:cNvGrpSpPr>
              <p:nvPr userDrawn="1"/>
            </p:nvGrpSpPr>
            <p:grpSpPr bwMode="auto">
              <a:xfrm>
                <a:off x="5921" y="3064"/>
                <a:ext cx="409" cy="101"/>
                <a:chOff x="5893" y="3022"/>
                <a:chExt cx="466" cy="115"/>
              </a:xfrm>
            </p:grpSpPr>
            <p:sp>
              <p:nvSpPr>
                <p:cNvPr id="48" name="Rectangle 4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022"/>
                  <a:ext cx="116" cy="115"/>
                </a:xfrm>
                <a:prstGeom prst="rect">
                  <a:avLst/>
                </a:prstGeom>
                <a:solidFill>
                  <a:srgbClr val="0066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9" name="Rectangle 4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022"/>
                  <a:ext cx="116" cy="115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0" name="Rectangle 4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022"/>
                  <a:ext cx="117" cy="115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1" name="Rectangle 4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022"/>
                  <a:ext cx="117" cy="115"/>
                </a:xfrm>
                <a:prstGeom prst="rect">
                  <a:avLst/>
                </a:prstGeom>
                <a:solidFill>
                  <a:srgbClr val="99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3" name="Group 48"/>
              <p:cNvGrpSpPr>
                <a:grpSpLocks noChangeAspect="1"/>
              </p:cNvGrpSpPr>
              <p:nvPr userDrawn="1"/>
            </p:nvGrpSpPr>
            <p:grpSpPr bwMode="auto">
              <a:xfrm>
                <a:off x="5921" y="3183"/>
                <a:ext cx="409" cy="101"/>
                <a:chOff x="5893" y="3158"/>
                <a:chExt cx="466" cy="115"/>
              </a:xfrm>
            </p:grpSpPr>
            <p:sp>
              <p:nvSpPr>
                <p:cNvPr id="44" name="Rectangle 4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158"/>
                  <a:ext cx="116" cy="115"/>
                </a:xfrm>
                <a:prstGeom prst="rect">
                  <a:avLst/>
                </a:prstGeom>
                <a:solidFill>
                  <a:srgbClr val="0099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5" name="Rectangle 5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158"/>
                  <a:ext cx="116" cy="115"/>
                </a:xfrm>
                <a:prstGeom prst="rect">
                  <a:avLst/>
                </a:prstGeom>
                <a:solidFill>
                  <a:srgbClr val="CCFF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6" name="Rectangle 5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158"/>
                  <a:ext cx="117" cy="115"/>
                </a:xfrm>
                <a:prstGeom prst="rect">
                  <a:avLst/>
                </a:prstGeom>
                <a:solidFill>
                  <a:srgbClr val="99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7" name="Rectangle 5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158"/>
                  <a:ext cx="117" cy="115"/>
                </a:xfrm>
                <a:prstGeom prst="rect">
                  <a:avLst/>
                </a:prstGeom>
                <a:solidFill>
                  <a:srgbClr val="99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4" name="Group 53"/>
              <p:cNvGrpSpPr>
                <a:grpSpLocks noChangeAspect="1"/>
              </p:cNvGrpSpPr>
              <p:nvPr userDrawn="1"/>
            </p:nvGrpSpPr>
            <p:grpSpPr bwMode="auto">
              <a:xfrm>
                <a:off x="5921" y="3383"/>
                <a:ext cx="409" cy="100"/>
                <a:chOff x="5893" y="3385"/>
                <a:chExt cx="466" cy="115"/>
              </a:xfrm>
            </p:grpSpPr>
            <p:sp>
              <p:nvSpPr>
                <p:cNvPr id="40" name="Rectangle 5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385"/>
                  <a:ext cx="116" cy="115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1" name="Rectangle 5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385"/>
                  <a:ext cx="116" cy="115"/>
                </a:xfrm>
                <a:prstGeom prst="rect">
                  <a:avLst/>
                </a:prstGeom>
                <a:solidFill>
                  <a:srgbClr val="FF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2" name="Rectangle 5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385"/>
                  <a:ext cx="117" cy="115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3" name="Rectangle 5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385"/>
                  <a:ext cx="117" cy="115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5" name="Group 58"/>
              <p:cNvGrpSpPr>
                <a:grpSpLocks noChangeAspect="1"/>
              </p:cNvGrpSpPr>
              <p:nvPr userDrawn="1"/>
            </p:nvGrpSpPr>
            <p:grpSpPr bwMode="auto">
              <a:xfrm>
                <a:off x="5921" y="3502"/>
                <a:ext cx="409" cy="101"/>
                <a:chOff x="5893" y="3521"/>
                <a:chExt cx="466" cy="115"/>
              </a:xfrm>
            </p:grpSpPr>
            <p:sp>
              <p:nvSpPr>
                <p:cNvPr id="36" name="Rectangle 5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521"/>
                  <a:ext cx="116" cy="115"/>
                </a:xfrm>
                <a:prstGeom prst="rect">
                  <a:avLst/>
                </a:prstGeom>
                <a:solidFill>
                  <a:srgbClr val="0066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7" name="Rectangle 6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521"/>
                  <a:ext cx="116" cy="115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8" name="Rectangle 6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521"/>
                  <a:ext cx="117" cy="115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9" name="Rectangle 6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521"/>
                  <a:ext cx="117" cy="115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6" name="Group 63"/>
              <p:cNvGrpSpPr>
                <a:grpSpLocks noChangeAspect="1"/>
              </p:cNvGrpSpPr>
              <p:nvPr userDrawn="1"/>
            </p:nvGrpSpPr>
            <p:grpSpPr bwMode="auto">
              <a:xfrm>
                <a:off x="5921" y="3621"/>
                <a:ext cx="409" cy="101"/>
                <a:chOff x="5893" y="3657"/>
                <a:chExt cx="466" cy="115"/>
              </a:xfrm>
            </p:grpSpPr>
            <p:sp>
              <p:nvSpPr>
                <p:cNvPr id="32" name="Rectangle 6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657"/>
                  <a:ext cx="116" cy="115"/>
                </a:xfrm>
                <a:prstGeom prst="rect">
                  <a:avLst/>
                </a:prstGeom>
                <a:solidFill>
                  <a:srgbClr val="0099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3" name="Rectangle 6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657"/>
                  <a:ext cx="116" cy="115"/>
                </a:xfrm>
                <a:prstGeom prst="rect">
                  <a:avLst/>
                </a:prstGeom>
                <a:solidFill>
                  <a:srgbClr val="CCFF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4" name="Rectangle 6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657"/>
                  <a:ext cx="117" cy="115"/>
                </a:xfrm>
                <a:prstGeom prst="rect">
                  <a:avLst/>
                </a:prstGeom>
                <a:solidFill>
                  <a:srgbClr val="99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5" name="Rectangle 6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657"/>
                  <a:ext cx="117" cy="115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7" name="Group 68"/>
              <p:cNvGrpSpPr>
                <a:grpSpLocks noChangeAspect="1"/>
              </p:cNvGrpSpPr>
              <p:nvPr userDrawn="1"/>
            </p:nvGrpSpPr>
            <p:grpSpPr bwMode="auto">
              <a:xfrm>
                <a:off x="5921" y="3821"/>
                <a:ext cx="409" cy="101"/>
                <a:chOff x="5893" y="3884"/>
                <a:chExt cx="466" cy="115"/>
              </a:xfrm>
            </p:grpSpPr>
            <p:sp>
              <p:nvSpPr>
                <p:cNvPr id="28" name="Rectangle 6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884"/>
                  <a:ext cx="116" cy="115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9" name="Rectangle 7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884"/>
                  <a:ext cx="116" cy="115"/>
                </a:xfrm>
                <a:prstGeom prst="rect">
                  <a:avLst/>
                </a:prstGeom>
                <a:solidFill>
                  <a:srgbClr val="FF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0" name="Rectangle 7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884"/>
                  <a:ext cx="117" cy="115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1" name="Rectangle 7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884"/>
                  <a:ext cx="117" cy="115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8" name="Group 73"/>
              <p:cNvGrpSpPr>
                <a:grpSpLocks noChangeAspect="1"/>
              </p:cNvGrpSpPr>
              <p:nvPr userDrawn="1"/>
            </p:nvGrpSpPr>
            <p:grpSpPr bwMode="auto">
              <a:xfrm>
                <a:off x="5921" y="3945"/>
                <a:ext cx="409" cy="101"/>
                <a:chOff x="5893" y="4026"/>
                <a:chExt cx="466" cy="115"/>
              </a:xfrm>
            </p:grpSpPr>
            <p:sp>
              <p:nvSpPr>
                <p:cNvPr id="24" name="Rectangle 7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4026"/>
                  <a:ext cx="116" cy="115"/>
                </a:xfrm>
                <a:prstGeom prst="rect">
                  <a:avLst/>
                </a:prstGeom>
                <a:solidFill>
                  <a:srgbClr val="0066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5" name="Rectangle 7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4026"/>
                  <a:ext cx="116" cy="115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6" name="Rectangle 7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4026"/>
                  <a:ext cx="117" cy="115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7" name="Rectangle 7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4026"/>
                  <a:ext cx="117" cy="115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9" name="Group 78"/>
              <p:cNvGrpSpPr>
                <a:grpSpLocks noChangeAspect="1"/>
              </p:cNvGrpSpPr>
              <p:nvPr userDrawn="1"/>
            </p:nvGrpSpPr>
            <p:grpSpPr bwMode="auto">
              <a:xfrm>
                <a:off x="5921" y="4069"/>
                <a:ext cx="409" cy="101"/>
                <a:chOff x="5893" y="4167"/>
                <a:chExt cx="466" cy="115"/>
              </a:xfrm>
            </p:grpSpPr>
            <p:sp>
              <p:nvSpPr>
                <p:cNvPr id="20" name="Rectangle 7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4167"/>
                  <a:ext cx="116" cy="115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1" name="Rectangle 8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4167"/>
                  <a:ext cx="116" cy="115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2" name="Rectangle 8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4167"/>
                  <a:ext cx="117" cy="11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3" name="Rectangle 8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4167"/>
                  <a:ext cx="117" cy="115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35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1715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9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25780" indent="-170815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2pPr>
            <a:lvl3pPr marL="525780" indent="-170815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3pPr>
            <a:lvl4pPr marL="525780" indent="-170815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4pPr>
            <a:lvl5pPr marL="525780" indent="-170815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827" y="514557"/>
            <a:ext cx="10740639" cy="607808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520"/>
              </a:lnSpc>
              <a:spcBef>
                <a:spcPts val="0"/>
              </a:spcBef>
              <a:buNone/>
              <a:defRPr sz="3200" baseline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608965" indent="0" algn="ctr">
              <a:buNone/>
              <a:defRPr sz="2665"/>
            </a:lvl2pPr>
            <a:lvl3pPr marL="1217930" indent="0" algn="ctr">
              <a:buNone/>
              <a:defRPr sz="2400"/>
            </a:lvl3pPr>
            <a:lvl4pPr marL="1827530" indent="0" algn="ctr">
              <a:buNone/>
              <a:defRPr sz="2130"/>
            </a:lvl4pPr>
            <a:lvl5pPr marL="2436495" indent="0" algn="ctr">
              <a:buNone/>
              <a:defRPr sz="2130"/>
            </a:lvl5pPr>
            <a:lvl6pPr marL="3045460" indent="0" algn="ctr">
              <a:buNone/>
              <a:defRPr sz="2130"/>
            </a:lvl6pPr>
            <a:lvl7pPr marL="3654425" indent="0" algn="ctr">
              <a:buNone/>
              <a:defRPr sz="2130"/>
            </a:lvl7pPr>
            <a:lvl8pPr marL="4264025" indent="0" algn="ctr">
              <a:buNone/>
              <a:defRPr sz="2130"/>
            </a:lvl8pPr>
            <a:lvl9pPr marL="4872990" indent="0" algn="ctr">
              <a:buNone/>
              <a:defRPr sz="213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13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9" y="1525771"/>
            <a:ext cx="10733556" cy="4278686"/>
          </a:xfrm>
          <a:prstGeom prst="rect">
            <a:avLst/>
          </a:prstGeom>
        </p:spPr>
        <p:txBody>
          <a:bodyPr lIns="0" tIns="0" rIns="0" bIns="0"/>
          <a:lstStyle>
            <a:lvl1pPr marL="12700" indent="0">
              <a:lnSpc>
                <a:spcPts val="1600"/>
              </a:lnSpc>
              <a:buFontTx/>
              <a:buNone/>
              <a:tabLst>
                <a:tab pos="1238885" algn="ctr"/>
              </a:tabLst>
              <a:defRPr sz="1865" baseline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539115" indent="-175260">
              <a:buFont typeface="Arial" panose="020B0604020202020204" pitchFamily="34" charset="0"/>
              <a:buChar char="•"/>
              <a:tabLst>
                <a:tab pos="1238885" algn="ctr"/>
              </a:tabLst>
              <a:defRPr sz="1330" baseline="0"/>
            </a:lvl2pPr>
            <a:lvl3pPr marL="539115" indent="-175260">
              <a:buFont typeface="Arial" panose="020B0604020202020204" pitchFamily="34" charset="0"/>
              <a:buChar char="•"/>
              <a:tabLst>
                <a:tab pos="1238885" algn="ctr"/>
              </a:tabLst>
              <a:defRPr sz="1330" baseline="0"/>
            </a:lvl3pPr>
            <a:lvl4pPr marL="539115" indent="-175260">
              <a:buFont typeface="Arial" panose="020B0604020202020204" pitchFamily="34" charset="0"/>
              <a:buChar char="•"/>
              <a:tabLst>
                <a:tab pos="1238885" algn="ctr"/>
              </a:tabLst>
              <a:defRPr sz="1330" baseline="0"/>
            </a:lvl4pPr>
            <a:lvl5pPr marL="539115" indent="-175260">
              <a:buFont typeface="Arial" panose="020B0604020202020204" pitchFamily="34" charset="0"/>
              <a:buChar char="•"/>
              <a:tabLst>
                <a:tab pos="1238885" algn="ctr"/>
              </a:tabLst>
              <a:defRPr sz="133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0"/>
          <p:cNvSpPr>
            <a:spLocks noGrp="1" noChangeArrowheads="1"/>
          </p:cNvSpPr>
          <p:nvPr>
            <p:ph type="dt" sz="half" idx="10"/>
          </p:nvPr>
        </p:nvSpPr>
        <p:spPr>
          <a:xfrm>
            <a:off x="7911544" y="6402389"/>
            <a:ext cx="1409884" cy="1101725"/>
          </a:xfrm>
          <a:prstGeom prst="rect">
            <a:avLst/>
          </a:prstGeom>
        </p:spPr>
        <p:txBody>
          <a:bodyPr lIns="68562" tIns="34281" rIns="68562" bIns="34281"/>
          <a:lstStyle>
            <a:lvl1pPr>
              <a:defRPr/>
            </a:lvl1pPr>
          </a:lstStyle>
          <a:p>
            <a:pPr defTabSz="913765"/>
            <a:fld id="{530820CF-B880-4189-942D-D702A7CBA730}" type="datetimeFigureOut">
              <a:rPr lang="zh-CN" altLang="en-US" smtClean="0">
                <a:solidFill>
                  <a:srgbClr val="1D1D1A"/>
                </a:solidFill>
              </a:rPr>
            </a:fld>
            <a:endParaRPr lang="zh-CN" altLang="en-US">
              <a:solidFill>
                <a:srgbClr val="1D1D1A"/>
              </a:solidFill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705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855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3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22.11.19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14746" y="119583"/>
            <a:ext cx="10520363" cy="491086"/>
          </a:xfrm>
          <a:prstGeom prst="rect">
            <a:avLst/>
          </a:prstGeom>
        </p:spPr>
        <p:txBody>
          <a:bodyPr/>
          <a:lstStyle>
            <a:lvl1pPr marL="0" indent="0" algn="l" defTabSz="1188085" rtl="0" eaLnBrk="1" latinLnBrk="0" hangingPunct="1">
              <a:lnSpc>
                <a:spcPts val="3430"/>
              </a:lnSpc>
              <a:spcBef>
                <a:spcPts val="0"/>
              </a:spcBef>
              <a:buFont typeface="Arial" panose="020B0604020202020204" pitchFamily="34" charset="0"/>
              <a:buNone/>
              <a:defRPr lang="en-US" altLang="zh-CN" sz="2000" b="1" kern="1200" baseline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22.12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38230" y="240003"/>
            <a:ext cx="10740640" cy="494842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2000" b="1" baseline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75"/>
            </a:lvl4pPr>
            <a:lvl5pPr marL="2373630" indent="0" algn="ctr">
              <a:buNone/>
              <a:defRPr sz="2075"/>
            </a:lvl5pPr>
            <a:lvl6pPr marL="2967355" indent="0" algn="ctr">
              <a:buNone/>
              <a:defRPr sz="2075"/>
            </a:lvl6pPr>
            <a:lvl7pPr marL="3560445" indent="0" algn="ctr">
              <a:buNone/>
              <a:defRPr sz="2075"/>
            </a:lvl7pPr>
            <a:lvl8pPr marL="4154170" indent="0" algn="ctr">
              <a:buNone/>
              <a:defRPr sz="2075"/>
            </a:lvl8pPr>
            <a:lvl9pPr marL="474726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705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855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3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528" y="365128"/>
            <a:ext cx="10519708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528" y="1825625"/>
            <a:ext cx="10519708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527" y="6356353"/>
            <a:ext cx="2744272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C40E206A-68B8-42C9-AA26-07C8E5A5BB51}" type="datetimeFigureOut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40178" y="6356353"/>
            <a:ext cx="4116408" cy="365125"/>
          </a:xfrm>
          <a:prstGeom prst="rect">
            <a:avLst/>
          </a:prstGeom>
        </p:spPr>
        <p:txBody>
          <a:bodyPr/>
          <a:lstStyle/>
          <a:p>
            <a:pPr defTabSz="914400"/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3964" y="6356353"/>
            <a:ext cx="2744272" cy="365125"/>
          </a:xfrm>
          <a:prstGeom prst="rect">
            <a:avLst/>
          </a:prstGeom>
        </p:spPr>
        <p:txBody>
          <a:bodyPr/>
          <a:lstStyle/>
          <a:p>
            <a:pPr defTabSz="914400"/>
            <a:fld id="{156FA05D-5C81-474D-9937-CEF88A50D7A4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内容-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61" name="对象 1" hidden="1"/>
          <p:cNvGraphicFramePr/>
          <p:nvPr userDrawn="1">
            <p:custDataLst>
              <p:tags r:id="rId2"/>
            </p:custDataLst>
          </p:nvPr>
        </p:nvGraphicFramePr>
        <p:xfrm>
          <a:off x="2121" y="2123"/>
          <a:ext cx="2115" cy="2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" name="think-cell Slide" r:id="rId3" imgW="5715" imgH="5715" progId="TCLayout.ActiveDocument.1">
                  <p:embed/>
                </p:oleObj>
              </mc:Choice>
              <mc:Fallback>
                <p:oleObj name="think-cell Slide" r:id="rId3" imgW="5715" imgH="5715" progId="TCLayout.ActiveDocument.1">
                  <p:embed/>
                  <p:pic>
                    <p:nvPicPr>
                      <p:cNvPr id="0" name="对象 1" hidden="1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1" y="2123"/>
                        <a:ext cx="2115" cy="21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94262" y="284388"/>
            <a:ext cx="10900800" cy="630000"/>
          </a:xfrm>
          <a:prstGeom prst="rect">
            <a:avLst/>
          </a:prstGeom>
        </p:spPr>
        <p:txBody>
          <a:bodyPr lIns="68400" tIns="36000" rIns="68400" bIns="36000" anchor="ctr" anchorCtr="0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lang="en-US" sz="3195" b="1" kern="1200" dirty="0">
                <a:solidFill>
                  <a:prstClr val="black">
                    <a:lumMod val="75000"/>
                    <a:lumOff val="25000"/>
                  </a:prstClr>
                </a:solidFill>
                <a:latin typeface="+mn-lt"/>
                <a:ea typeface="+mn-ea"/>
                <a:cs typeface="+mj-cs"/>
              </a:defRPr>
            </a:lvl1pPr>
            <a:lvl2pPr marL="593725" indent="0" algn="ctr">
              <a:buNone/>
              <a:defRPr sz="2595"/>
            </a:lvl2pPr>
            <a:lvl3pPr marL="1186815" indent="0" algn="ctr">
              <a:buNone/>
              <a:defRPr sz="2335"/>
            </a:lvl3pPr>
            <a:lvl4pPr marL="1780540" indent="0" algn="ctr">
              <a:buNone/>
              <a:defRPr sz="2080"/>
            </a:lvl4pPr>
            <a:lvl5pPr marL="2373630" indent="0" algn="ctr">
              <a:buNone/>
              <a:defRPr sz="2080"/>
            </a:lvl5pPr>
            <a:lvl6pPr marL="2967355" indent="0" algn="ctr">
              <a:buNone/>
              <a:defRPr sz="2080"/>
            </a:lvl6pPr>
            <a:lvl7pPr marL="3560445" indent="0" algn="ctr">
              <a:buNone/>
              <a:defRPr sz="2080"/>
            </a:lvl7pPr>
            <a:lvl8pPr marL="4154170" indent="0" algn="ctr">
              <a:buNone/>
              <a:defRPr sz="2080"/>
            </a:lvl8pPr>
            <a:lvl9pPr marL="474726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514306" y="84734"/>
            <a:ext cx="11165422" cy="800100"/>
          </a:xfrm>
          <a:prstGeom prst="rect">
            <a:avLst/>
          </a:prstGeom>
        </p:spPr>
        <p:txBody>
          <a:bodyPr anchor="ctr"/>
          <a:lstStyle>
            <a:lvl1pPr>
              <a:defRPr sz="2795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528" y="365129"/>
            <a:ext cx="10519708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595"/>
            </a:lvl2pPr>
            <a:lvl3pPr marL="1187450" indent="0" algn="ctr">
              <a:buNone/>
              <a:defRPr sz="2335"/>
            </a:lvl3pPr>
            <a:lvl4pPr marL="1781175" indent="0" algn="ctr">
              <a:buNone/>
              <a:defRPr sz="2080"/>
            </a:lvl4pPr>
            <a:lvl5pPr marL="2374900" indent="0" algn="ctr">
              <a:buNone/>
              <a:defRPr sz="2080"/>
            </a:lvl5pPr>
            <a:lvl6pPr marL="2968625" indent="0" algn="ctr">
              <a:buNone/>
              <a:defRPr sz="2080"/>
            </a:lvl6pPr>
            <a:lvl7pPr marL="3561715" indent="0" algn="ctr">
              <a:buNone/>
              <a:defRPr sz="2080"/>
            </a:lvl7pPr>
            <a:lvl8pPr marL="4155440" indent="0" algn="ctr">
              <a:buNone/>
              <a:defRPr sz="2080"/>
            </a:lvl8pPr>
            <a:lvl9pPr marL="4749165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2" y="1512877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070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135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7915" marR="0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135" algn="ctr"/>
              </a:tabLst>
              <a:defRPr sz="13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780" indent="-170815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4pPr>
            <a:lvl5pPr marL="525780" indent="-170815">
              <a:buFont typeface="Arial" panose="020B0604020202020204" pitchFamily="34" charset="0"/>
              <a:buChar char="•"/>
              <a:tabLst>
                <a:tab pos="1207770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7915" marR="0" lvl="2" indent="-168275" algn="l" defTabSz="11874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135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目录页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  <a:endParaRPr kumimoji="1" lang="zh-CN" altLang="en-US" sz="3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705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6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9855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300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18037" y="362130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5"/>
              </a:lnSpc>
              <a:spcBef>
                <a:spcPts val="0"/>
              </a:spcBef>
              <a:buNone/>
              <a:defRPr sz="2400" baseline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090" indent="0" algn="ctr">
              <a:buNone/>
              <a:defRPr sz="2595"/>
            </a:lvl2pPr>
            <a:lvl3pPr marL="1186180" indent="0" algn="ctr">
              <a:buNone/>
              <a:defRPr sz="2335"/>
            </a:lvl3pPr>
            <a:lvl4pPr marL="1778635" indent="0" algn="ctr">
              <a:buNone/>
              <a:defRPr sz="2075"/>
            </a:lvl4pPr>
            <a:lvl5pPr marL="2371725" indent="0" algn="ctr">
              <a:buNone/>
              <a:defRPr sz="2075"/>
            </a:lvl5pPr>
            <a:lvl6pPr marL="2964815" indent="0" algn="ctr">
              <a:buNone/>
              <a:defRPr sz="2075"/>
            </a:lvl6pPr>
            <a:lvl7pPr marL="3557905" indent="0" algn="ctr">
              <a:buNone/>
              <a:defRPr sz="2075"/>
            </a:lvl7pPr>
            <a:lvl8pPr marL="4150360" indent="0" algn="ctr">
              <a:buNone/>
              <a:defRPr sz="2075"/>
            </a:lvl8pPr>
            <a:lvl9pPr marL="4743450" indent="0" algn="ctr">
              <a:buNone/>
              <a:defRPr sz="2075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17657" y="165101"/>
            <a:ext cx="11161454" cy="888187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1219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 sz="36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altLang="zh-CN" dirty="0"/>
              <a:t>Headline in Arial Regular 36 point</a:t>
            </a:r>
            <a:endParaRPr lang="en-US" altLang="zh-CN" dirty="0"/>
          </a:p>
        </p:txBody>
      </p:sp>
      <p:grpSp>
        <p:nvGrpSpPr>
          <p:cNvPr id="4" name="Group 88"/>
          <p:cNvGrpSpPr/>
          <p:nvPr userDrawn="1"/>
        </p:nvGrpSpPr>
        <p:grpSpPr bwMode="auto">
          <a:xfrm>
            <a:off x="12342519" y="1"/>
            <a:ext cx="863712" cy="3025075"/>
            <a:chOff x="5874" y="2414"/>
            <a:chExt cx="544" cy="1906"/>
          </a:xfrm>
        </p:grpSpPr>
        <p:sp>
          <p:nvSpPr>
            <p:cNvPr id="5" name="Rectangle 86"/>
            <p:cNvSpPr>
              <a:spLocks noChangeArrowheads="1"/>
            </p:cNvSpPr>
            <p:nvPr userDrawn="1"/>
          </p:nvSpPr>
          <p:spPr bwMode="auto">
            <a:xfrm>
              <a:off x="5874" y="2414"/>
              <a:ext cx="544" cy="190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800"/>
            </a:p>
          </p:txBody>
        </p:sp>
        <p:grpSp>
          <p:nvGrpSpPr>
            <p:cNvPr id="6" name="Group 87"/>
            <p:cNvGrpSpPr/>
            <p:nvPr userDrawn="1"/>
          </p:nvGrpSpPr>
          <p:grpSpPr bwMode="auto">
            <a:xfrm>
              <a:off x="5941" y="2475"/>
              <a:ext cx="409" cy="1783"/>
              <a:chOff x="5921" y="2387"/>
              <a:chExt cx="409" cy="1783"/>
            </a:xfrm>
          </p:grpSpPr>
          <p:grpSp>
            <p:nvGrpSpPr>
              <p:cNvPr id="7" name="Group 18"/>
              <p:cNvGrpSpPr>
                <a:grpSpLocks noChangeAspect="1"/>
              </p:cNvGrpSpPr>
              <p:nvPr userDrawn="1"/>
            </p:nvGrpSpPr>
            <p:grpSpPr bwMode="auto">
              <a:xfrm>
                <a:off x="5921" y="2506"/>
                <a:ext cx="409" cy="101"/>
                <a:chOff x="5893" y="2387"/>
                <a:chExt cx="466" cy="115"/>
              </a:xfrm>
            </p:grpSpPr>
            <p:sp>
              <p:nvSpPr>
                <p:cNvPr id="68" name="Rectangle 1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387"/>
                  <a:ext cx="116" cy="115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9" name="Rectangle 2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387"/>
                  <a:ext cx="116" cy="115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70" name="Rectangle 2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387"/>
                  <a:ext cx="117" cy="115"/>
                </a:xfrm>
                <a:prstGeom prst="rect">
                  <a:avLst/>
                </a:prstGeom>
                <a:solidFill>
                  <a:srgbClr val="99660A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71" name="Rectangle 2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387"/>
                  <a:ext cx="117" cy="115"/>
                </a:xfrm>
                <a:prstGeom prst="rect">
                  <a:avLst/>
                </a:prstGeom>
                <a:solidFill>
                  <a:srgbClr val="FF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8" name="Group 23"/>
              <p:cNvGrpSpPr>
                <a:grpSpLocks noChangeAspect="1"/>
              </p:cNvGrpSpPr>
              <p:nvPr userDrawn="1"/>
            </p:nvGrpSpPr>
            <p:grpSpPr bwMode="auto">
              <a:xfrm>
                <a:off x="5921" y="2626"/>
                <a:ext cx="409" cy="101"/>
                <a:chOff x="5893" y="2523"/>
                <a:chExt cx="466" cy="115"/>
              </a:xfrm>
            </p:grpSpPr>
            <p:sp>
              <p:nvSpPr>
                <p:cNvPr id="64" name="Rectangle 2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523"/>
                  <a:ext cx="116" cy="115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5" name="Rectangle 2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523"/>
                  <a:ext cx="116" cy="115"/>
                </a:xfrm>
                <a:prstGeom prst="rect">
                  <a:avLst/>
                </a:prstGeom>
                <a:solidFill>
                  <a:srgbClr val="99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6" name="Rectangle 2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523"/>
                  <a:ext cx="117" cy="115"/>
                </a:xfrm>
                <a:prstGeom prst="rect">
                  <a:avLst/>
                </a:prstGeom>
                <a:solidFill>
                  <a:srgbClr val="0099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7" name="Rectangle 2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523"/>
                  <a:ext cx="117" cy="115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9" name="Group 28"/>
              <p:cNvGrpSpPr>
                <a:grpSpLocks noChangeAspect="1"/>
              </p:cNvGrpSpPr>
              <p:nvPr userDrawn="1"/>
            </p:nvGrpSpPr>
            <p:grpSpPr bwMode="auto">
              <a:xfrm>
                <a:off x="5921" y="2745"/>
                <a:ext cx="409" cy="101"/>
                <a:chOff x="5893" y="2659"/>
                <a:chExt cx="466" cy="115"/>
              </a:xfrm>
            </p:grpSpPr>
            <p:sp>
              <p:nvSpPr>
                <p:cNvPr id="60" name="Rectangle 2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659"/>
                  <a:ext cx="116" cy="115"/>
                </a:xfrm>
                <a:prstGeom prst="rect">
                  <a:avLst/>
                </a:prstGeom>
                <a:solidFill>
                  <a:srgbClr val="99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1" name="Rectangle 3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659"/>
                  <a:ext cx="116" cy="115"/>
                </a:xfrm>
                <a:prstGeom prst="rect">
                  <a:avLst/>
                </a:prstGeom>
                <a:solidFill>
                  <a:srgbClr val="0099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2" name="Rectangle 3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659"/>
                  <a:ext cx="117" cy="115"/>
                </a:xfrm>
                <a:prstGeom prst="rect">
                  <a:avLst/>
                </a:prstGeom>
                <a:solidFill>
                  <a:srgbClr val="0066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63" name="Rectangle 3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659"/>
                  <a:ext cx="117" cy="115"/>
                </a:xfrm>
                <a:prstGeom prst="rect">
                  <a:avLst/>
                </a:prstGeom>
                <a:solidFill>
                  <a:srgbClr val="CCFF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0" name="Group 33"/>
              <p:cNvGrpSpPr>
                <a:grpSpLocks noChangeAspect="1"/>
              </p:cNvGrpSpPr>
              <p:nvPr userDrawn="1"/>
            </p:nvGrpSpPr>
            <p:grpSpPr bwMode="auto">
              <a:xfrm>
                <a:off x="5921" y="2387"/>
                <a:ext cx="409" cy="104"/>
                <a:chOff x="5893" y="2251"/>
                <a:chExt cx="466" cy="119"/>
              </a:xfrm>
            </p:grpSpPr>
            <p:sp>
              <p:nvSpPr>
                <p:cNvPr id="56" name="Rectangle 3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251"/>
                  <a:ext cx="116" cy="119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7" name="Rectangle 3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251"/>
                  <a:ext cx="117" cy="119"/>
                </a:xfrm>
                <a:prstGeom prst="rect">
                  <a:avLst/>
                </a:prstGeom>
                <a:solidFill>
                  <a:srgbClr val="CC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8" name="Rectangle 3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251"/>
                  <a:ext cx="117" cy="119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9" name="Rectangle 3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251"/>
                  <a:ext cx="116" cy="119"/>
                </a:xfrm>
                <a:prstGeom prst="rect">
                  <a:avLst/>
                </a:prstGeom>
                <a:solidFill>
                  <a:srgbClr val="66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1" name="Group 38"/>
              <p:cNvGrpSpPr>
                <a:grpSpLocks noChangeAspect="1"/>
              </p:cNvGrpSpPr>
              <p:nvPr userDrawn="1"/>
            </p:nvGrpSpPr>
            <p:grpSpPr bwMode="auto">
              <a:xfrm>
                <a:off x="5921" y="2944"/>
                <a:ext cx="409" cy="101"/>
                <a:chOff x="5893" y="2886"/>
                <a:chExt cx="466" cy="115"/>
              </a:xfrm>
            </p:grpSpPr>
            <p:sp>
              <p:nvSpPr>
                <p:cNvPr id="52" name="Rectangle 3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2886"/>
                  <a:ext cx="116" cy="115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3" name="Rectangle 4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2886"/>
                  <a:ext cx="116" cy="115"/>
                </a:xfrm>
                <a:prstGeom prst="rect">
                  <a:avLst/>
                </a:prstGeom>
                <a:solidFill>
                  <a:srgbClr val="FF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4" name="Rectangle 4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2886"/>
                  <a:ext cx="117" cy="115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5" name="Rectangle 4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2886"/>
                  <a:ext cx="117" cy="115"/>
                </a:xfrm>
                <a:prstGeom prst="rect">
                  <a:avLst/>
                </a:prstGeom>
                <a:solidFill>
                  <a:schemeClr val="tx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2" name="Group 43"/>
              <p:cNvGrpSpPr>
                <a:grpSpLocks noChangeAspect="1"/>
              </p:cNvGrpSpPr>
              <p:nvPr userDrawn="1"/>
            </p:nvGrpSpPr>
            <p:grpSpPr bwMode="auto">
              <a:xfrm>
                <a:off x="5921" y="3064"/>
                <a:ext cx="409" cy="101"/>
                <a:chOff x="5893" y="3022"/>
                <a:chExt cx="466" cy="115"/>
              </a:xfrm>
            </p:grpSpPr>
            <p:sp>
              <p:nvSpPr>
                <p:cNvPr id="48" name="Rectangle 4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022"/>
                  <a:ext cx="116" cy="115"/>
                </a:xfrm>
                <a:prstGeom prst="rect">
                  <a:avLst/>
                </a:prstGeom>
                <a:solidFill>
                  <a:srgbClr val="0066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9" name="Rectangle 4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022"/>
                  <a:ext cx="116" cy="115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0" name="Rectangle 4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022"/>
                  <a:ext cx="117" cy="115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51" name="Rectangle 4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022"/>
                  <a:ext cx="117" cy="115"/>
                </a:xfrm>
                <a:prstGeom prst="rect">
                  <a:avLst/>
                </a:prstGeom>
                <a:solidFill>
                  <a:srgbClr val="99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3" name="Group 48"/>
              <p:cNvGrpSpPr>
                <a:grpSpLocks noChangeAspect="1"/>
              </p:cNvGrpSpPr>
              <p:nvPr userDrawn="1"/>
            </p:nvGrpSpPr>
            <p:grpSpPr bwMode="auto">
              <a:xfrm>
                <a:off x="5921" y="3183"/>
                <a:ext cx="409" cy="101"/>
                <a:chOff x="5893" y="3158"/>
                <a:chExt cx="466" cy="115"/>
              </a:xfrm>
            </p:grpSpPr>
            <p:sp>
              <p:nvSpPr>
                <p:cNvPr id="44" name="Rectangle 4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158"/>
                  <a:ext cx="116" cy="115"/>
                </a:xfrm>
                <a:prstGeom prst="rect">
                  <a:avLst/>
                </a:prstGeom>
                <a:solidFill>
                  <a:srgbClr val="0099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5" name="Rectangle 5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158"/>
                  <a:ext cx="116" cy="115"/>
                </a:xfrm>
                <a:prstGeom prst="rect">
                  <a:avLst/>
                </a:prstGeom>
                <a:solidFill>
                  <a:srgbClr val="CCFF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6" name="Rectangle 5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158"/>
                  <a:ext cx="117" cy="115"/>
                </a:xfrm>
                <a:prstGeom prst="rect">
                  <a:avLst/>
                </a:prstGeom>
                <a:solidFill>
                  <a:srgbClr val="99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7" name="Rectangle 5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158"/>
                  <a:ext cx="117" cy="115"/>
                </a:xfrm>
                <a:prstGeom prst="rect">
                  <a:avLst/>
                </a:prstGeom>
                <a:solidFill>
                  <a:srgbClr val="99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4" name="Group 53"/>
              <p:cNvGrpSpPr>
                <a:grpSpLocks noChangeAspect="1"/>
              </p:cNvGrpSpPr>
              <p:nvPr userDrawn="1"/>
            </p:nvGrpSpPr>
            <p:grpSpPr bwMode="auto">
              <a:xfrm>
                <a:off x="5921" y="3383"/>
                <a:ext cx="409" cy="100"/>
                <a:chOff x="5893" y="3385"/>
                <a:chExt cx="466" cy="115"/>
              </a:xfrm>
            </p:grpSpPr>
            <p:sp>
              <p:nvSpPr>
                <p:cNvPr id="40" name="Rectangle 5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385"/>
                  <a:ext cx="116" cy="115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1" name="Rectangle 5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385"/>
                  <a:ext cx="116" cy="115"/>
                </a:xfrm>
                <a:prstGeom prst="rect">
                  <a:avLst/>
                </a:prstGeom>
                <a:solidFill>
                  <a:srgbClr val="FF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2" name="Rectangle 5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385"/>
                  <a:ext cx="117" cy="115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43" name="Rectangle 5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385"/>
                  <a:ext cx="117" cy="115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5" name="Group 58"/>
              <p:cNvGrpSpPr>
                <a:grpSpLocks noChangeAspect="1"/>
              </p:cNvGrpSpPr>
              <p:nvPr userDrawn="1"/>
            </p:nvGrpSpPr>
            <p:grpSpPr bwMode="auto">
              <a:xfrm>
                <a:off x="5921" y="3502"/>
                <a:ext cx="409" cy="101"/>
                <a:chOff x="5893" y="3521"/>
                <a:chExt cx="466" cy="115"/>
              </a:xfrm>
            </p:grpSpPr>
            <p:sp>
              <p:nvSpPr>
                <p:cNvPr id="36" name="Rectangle 5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521"/>
                  <a:ext cx="116" cy="115"/>
                </a:xfrm>
                <a:prstGeom prst="rect">
                  <a:avLst/>
                </a:prstGeom>
                <a:solidFill>
                  <a:srgbClr val="0066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7" name="Rectangle 6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521"/>
                  <a:ext cx="116" cy="115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8" name="Rectangle 6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521"/>
                  <a:ext cx="117" cy="115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9" name="Rectangle 6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521"/>
                  <a:ext cx="117" cy="115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6" name="Group 63"/>
              <p:cNvGrpSpPr>
                <a:grpSpLocks noChangeAspect="1"/>
              </p:cNvGrpSpPr>
              <p:nvPr userDrawn="1"/>
            </p:nvGrpSpPr>
            <p:grpSpPr bwMode="auto">
              <a:xfrm>
                <a:off x="5921" y="3621"/>
                <a:ext cx="409" cy="101"/>
                <a:chOff x="5893" y="3657"/>
                <a:chExt cx="466" cy="115"/>
              </a:xfrm>
            </p:grpSpPr>
            <p:sp>
              <p:nvSpPr>
                <p:cNvPr id="32" name="Rectangle 6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657"/>
                  <a:ext cx="116" cy="115"/>
                </a:xfrm>
                <a:prstGeom prst="rect">
                  <a:avLst/>
                </a:prstGeom>
                <a:solidFill>
                  <a:srgbClr val="0099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3" name="Rectangle 6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657"/>
                  <a:ext cx="116" cy="115"/>
                </a:xfrm>
                <a:prstGeom prst="rect">
                  <a:avLst/>
                </a:prstGeom>
                <a:solidFill>
                  <a:srgbClr val="CCFF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4" name="Rectangle 6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657"/>
                  <a:ext cx="117" cy="115"/>
                </a:xfrm>
                <a:prstGeom prst="rect">
                  <a:avLst/>
                </a:prstGeom>
                <a:solidFill>
                  <a:srgbClr val="99CCCC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5" name="Rectangle 6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657"/>
                  <a:ext cx="117" cy="115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7" name="Group 68"/>
              <p:cNvGrpSpPr>
                <a:grpSpLocks noChangeAspect="1"/>
              </p:cNvGrpSpPr>
              <p:nvPr userDrawn="1"/>
            </p:nvGrpSpPr>
            <p:grpSpPr bwMode="auto">
              <a:xfrm>
                <a:off x="5921" y="3821"/>
                <a:ext cx="409" cy="101"/>
                <a:chOff x="5893" y="3884"/>
                <a:chExt cx="466" cy="115"/>
              </a:xfrm>
            </p:grpSpPr>
            <p:sp>
              <p:nvSpPr>
                <p:cNvPr id="28" name="Rectangle 6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3884"/>
                  <a:ext cx="116" cy="115"/>
                </a:xfrm>
                <a:prstGeom prst="rect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9" name="Rectangle 7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3884"/>
                  <a:ext cx="116" cy="115"/>
                </a:xfrm>
                <a:prstGeom prst="rect">
                  <a:avLst/>
                </a:prstGeom>
                <a:solidFill>
                  <a:srgbClr val="FFCC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0" name="Rectangle 7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3884"/>
                  <a:ext cx="117" cy="115"/>
                </a:xfrm>
                <a:prstGeom prst="rect">
                  <a:avLst/>
                </a:prstGeom>
                <a:solidFill>
                  <a:srgbClr val="FFCC66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31" name="Rectangle 7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3884"/>
                  <a:ext cx="117" cy="115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8" name="Group 73"/>
              <p:cNvGrpSpPr>
                <a:grpSpLocks noChangeAspect="1"/>
              </p:cNvGrpSpPr>
              <p:nvPr userDrawn="1"/>
            </p:nvGrpSpPr>
            <p:grpSpPr bwMode="auto">
              <a:xfrm>
                <a:off x="5921" y="3945"/>
                <a:ext cx="409" cy="101"/>
                <a:chOff x="5893" y="4026"/>
                <a:chExt cx="466" cy="115"/>
              </a:xfrm>
            </p:grpSpPr>
            <p:sp>
              <p:nvSpPr>
                <p:cNvPr id="24" name="Rectangle 74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4026"/>
                  <a:ext cx="116" cy="115"/>
                </a:xfrm>
                <a:prstGeom prst="rect">
                  <a:avLst/>
                </a:prstGeom>
                <a:solidFill>
                  <a:srgbClr val="006699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5" name="Rectangle 75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4026"/>
                  <a:ext cx="116" cy="115"/>
                </a:xfrm>
                <a:prstGeom prst="rect">
                  <a:avLst/>
                </a:prstGeom>
                <a:solidFill>
                  <a:srgbClr val="99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6" name="Rectangle 76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4026"/>
                  <a:ext cx="117" cy="115"/>
                </a:xfrm>
                <a:prstGeom prst="rect">
                  <a:avLst/>
                </a:prstGeom>
                <a:solidFill>
                  <a:srgbClr val="CCCCFF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7" name="Rectangle 77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4026"/>
                  <a:ext cx="117" cy="115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  <p:grpSp>
            <p:nvGrpSpPr>
              <p:cNvPr id="19" name="Group 78"/>
              <p:cNvGrpSpPr>
                <a:grpSpLocks noChangeAspect="1"/>
              </p:cNvGrpSpPr>
              <p:nvPr userDrawn="1"/>
            </p:nvGrpSpPr>
            <p:grpSpPr bwMode="auto">
              <a:xfrm>
                <a:off x="5921" y="4069"/>
                <a:ext cx="409" cy="101"/>
                <a:chOff x="5893" y="4167"/>
                <a:chExt cx="466" cy="115"/>
              </a:xfrm>
            </p:grpSpPr>
            <p:sp>
              <p:nvSpPr>
                <p:cNvPr id="20" name="Rectangle 79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010" y="4167"/>
                  <a:ext cx="116" cy="115"/>
                </a:xfrm>
                <a:prstGeom prst="rect">
                  <a:avLst/>
                </a:prstGeom>
                <a:solidFill>
                  <a:schemeClr val="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1" name="Rectangle 80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126" y="4167"/>
                  <a:ext cx="116" cy="115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2" name="Rectangle 81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6242" y="4167"/>
                  <a:ext cx="117" cy="115"/>
                </a:xfrm>
                <a:prstGeom prst="rect">
                  <a:avLst/>
                </a:prstGeom>
                <a:solidFill>
                  <a:schemeClr val="accent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  <p:sp>
              <p:nvSpPr>
                <p:cNvPr id="23" name="Rectangle 82"/>
                <p:cNvSpPr>
                  <a:spLocks noChangeAspect="1" noChangeArrowheads="1"/>
                </p:cNvSpPr>
                <p:nvPr userDrawn="1"/>
              </p:nvSpPr>
              <p:spPr bwMode="auto">
                <a:xfrm flipV="1">
                  <a:off x="5893" y="4167"/>
                  <a:ext cx="117" cy="115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rot="10800000" wrap="none" anchor="ctr"/>
                <a:lstStyle/>
                <a:p>
                  <a:endParaRPr lang="zh-CN" altLang="en-US" sz="1800"/>
                </a:p>
              </p:txBody>
            </p:sp>
          </p:grpSp>
        </p:grpSp>
      </p:grp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528" y="365128"/>
            <a:ext cx="10519708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67"/>
          <a:stretch>
            <a:fillRect/>
          </a:stretch>
        </p:blipFill>
        <p:spPr>
          <a:xfrm>
            <a:off x="0" y="0"/>
            <a:ext cx="12206140" cy="559469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04"/>
          <a:stretch>
            <a:fillRect/>
          </a:stretch>
        </p:blipFill>
        <p:spPr>
          <a:xfrm>
            <a:off x="0" y="375"/>
            <a:ext cx="12197432" cy="5599236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412816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4" name="L 形 17"/>
          <p:cNvSpPr/>
          <p:nvPr userDrawn="1"/>
        </p:nvSpPr>
        <p:spPr>
          <a:xfrm rot="5400000">
            <a:off x="5369529" y="2370740"/>
            <a:ext cx="744262" cy="762208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创新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476"/>
          <a:stretch>
            <a:fillRect/>
          </a:stretch>
        </p:blipFill>
        <p:spPr>
          <a:xfrm>
            <a:off x="0" y="374"/>
            <a:ext cx="12197432" cy="5590529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902"/>
          <a:stretch>
            <a:fillRect/>
          </a:stretch>
        </p:blipFill>
        <p:spPr>
          <a:xfrm>
            <a:off x="0" y="-74021"/>
            <a:ext cx="12197432" cy="56687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  <a:prstGeom prst="rect">
            <a:avLst/>
          </a:prstGeom>
        </p:spPr>
        <p:txBody>
          <a:bodyPr lIns="0" tIns="0" rIns="0" bIns="0"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913588" y="6227190"/>
            <a:ext cx="1617170" cy="322753"/>
          </a:xfrm>
          <a:prstGeom prst="rect">
            <a:avLst/>
          </a:prstGeom>
        </p:spPr>
        <p:txBody>
          <a:bodyPr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622" y="1843096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145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lt1">
                    <a:lumMod val="10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145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919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920" y="630376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3130"/>
            <a:r>
              <a:rPr kumimoji="1" lang="zh-CN" altLang="en-US" sz="3600" dirty="0">
                <a:solidFill>
                  <a:srgbClr val="1D1D1A"/>
                </a:solidFill>
                <a:latin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  <a:endParaRPr kumimoji="1" lang="zh-CN" altLang="en-US" sz="3600" dirty="0">
              <a:solidFill>
                <a:srgbClr val="1D1D1A"/>
              </a:solidFill>
              <a:latin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6" Type="http://schemas.openxmlformats.org/officeDocument/2006/relationships/theme" Target="../theme/theme2.xml"/><Relationship Id="rId5" Type="http://schemas.openxmlformats.org/officeDocument/2006/relationships/image" Target="../media/image6.tiff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theme" Target="../theme/theme3.xml"/><Relationship Id="rId7" Type="http://schemas.openxmlformats.org/officeDocument/2006/relationships/image" Target="../media/image8.tiff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1" Type="http://schemas.openxmlformats.org/officeDocument/2006/relationships/theme" Target="../theme/theme4.xml"/><Relationship Id="rId10" Type="http://schemas.openxmlformats.org/officeDocument/2006/relationships/image" Target="../media/image11.jpeg"/><Relationship Id="rId1" Type="http://schemas.openxmlformats.org/officeDocument/2006/relationships/slideLayout" Target="../slideLayouts/slideLayout12.xml"/></Relationships>
</file>

<file path=ppt/slideMasters/_rels/slideMaster5.xml.rels><?xml version="1.0" encoding="UTF-8" standalone="yes"?>
<Relationships xmlns="http://schemas.openxmlformats.org/package/2006/relationships"><Relationship Id="rId4" Type="http://schemas.openxmlformats.org/officeDocument/2006/relationships/theme" Target="../theme/theme5.xml"/><Relationship Id="rId3" Type="http://schemas.openxmlformats.org/officeDocument/2006/relationships/image" Target="../media/image10.jpeg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1" Type="http://schemas.openxmlformats.org/officeDocument/2006/relationships/theme" Target="../theme/theme6.xml"/><Relationship Id="rId10" Type="http://schemas.openxmlformats.org/officeDocument/2006/relationships/image" Target="../media/image11.jpeg"/><Relationship Id="rId1" Type="http://schemas.openxmlformats.org/officeDocument/2006/relationships/slideLayout" Target="../slideLayouts/slideLayout23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theme" Target="../theme/theme7.xml"/><Relationship Id="rId7" Type="http://schemas.openxmlformats.org/officeDocument/2006/relationships/image" Target="../media/image10.jpeg"/><Relationship Id="rId6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4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image" Target="../media/image8.tiff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38.xml"/></Relationships>
</file>

<file path=ppt/slideMasters/_rels/slideMaster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6.xml"/><Relationship Id="rId7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0.xml"/><Relationship Id="rId12" Type="http://schemas.openxmlformats.org/officeDocument/2006/relationships/theme" Target="../theme/theme10.xml"/><Relationship Id="rId11" Type="http://schemas.openxmlformats.org/officeDocument/2006/relationships/image" Target="../media/image11.jpeg"/><Relationship Id="rId10" Type="http://schemas.openxmlformats.org/officeDocument/2006/relationships/slideLayout" Target="../slideLayouts/slideLayout48.xml"/><Relationship Id="rId1" Type="http://schemas.openxmlformats.org/officeDocument/2006/relationships/slideLayout" Target="../slideLayouts/slideLayout39.xml"/></Relationships>
</file>

<file path=ppt/slideMasters/_rels/slideMaster1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1.xml"/><Relationship Id="rId6" Type="http://schemas.openxmlformats.org/officeDocument/2006/relationships/image" Target="../media/image10.jpeg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image" Target="../media/image8.tiff"/><Relationship Id="rId1" Type="http://schemas.openxmlformats.org/officeDocument/2006/relationships/slideLayout" Target="../slideLayouts/slideLayout54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image" Target="../media/image8.tiff"/></Relationships>
</file>

<file path=ppt/slideMasters/_rels/slideMaster14.xml.rels><?xml version="1.0" encoding="UTF-8" standalone="yes"?>
<Relationships xmlns="http://schemas.openxmlformats.org/package/2006/relationships"><Relationship Id="rId5" Type="http://schemas.openxmlformats.org/officeDocument/2006/relationships/theme" Target="../theme/theme14.xml"/><Relationship Id="rId4" Type="http://schemas.openxmlformats.org/officeDocument/2006/relationships/slideLayout" Target="../slideLayouts/slideLayout58.xml"/><Relationship Id="rId3" Type="http://schemas.openxmlformats.org/officeDocument/2006/relationships/slideLayout" Target="../slideLayouts/slideLayout57.xml"/><Relationship Id="rId2" Type="http://schemas.openxmlformats.org/officeDocument/2006/relationships/slideLayout" Target="../slideLayouts/slideLayout56.xml"/><Relationship Id="rId1" Type="http://schemas.openxmlformats.org/officeDocument/2006/relationships/slideLayout" Target="../slideLayouts/slideLayout55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image" Target="../media/image8.tiff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59.xml"/></Relationships>
</file>

<file path=ppt/slideMasters/_rels/slideMaster17.xml.rels><?xml version="1.0" encoding="UTF-8" standalone="yes"?>
<Relationships xmlns="http://schemas.openxmlformats.org/package/2006/relationships"><Relationship Id="rId6" Type="http://schemas.openxmlformats.org/officeDocument/2006/relationships/theme" Target="../theme/theme17.xml"/><Relationship Id="rId5" Type="http://schemas.openxmlformats.org/officeDocument/2006/relationships/slideLayout" Target="../slideLayouts/slideLayout64.xml"/><Relationship Id="rId4" Type="http://schemas.openxmlformats.org/officeDocument/2006/relationships/slideLayout" Target="../slideLayouts/slideLayout63.xml"/><Relationship Id="rId3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/Relationships>
</file>

<file path=ppt/slideMasters/_rels/slideMaster1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7.xml"/><Relationship Id="rId24" Type="http://schemas.openxmlformats.org/officeDocument/2006/relationships/theme" Target="../theme/theme18.xml"/><Relationship Id="rId23" Type="http://schemas.openxmlformats.org/officeDocument/2006/relationships/image" Target="../media/image20.tiff"/><Relationship Id="rId22" Type="http://schemas.openxmlformats.org/officeDocument/2006/relationships/slideLayout" Target="../slideLayouts/slideLayout86.xml"/><Relationship Id="rId21" Type="http://schemas.openxmlformats.org/officeDocument/2006/relationships/slideLayout" Target="../slideLayouts/slideLayout85.xml"/><Relationship Id="rId20" Type="http://schemas.openxmlformats.org/officeDocument/2006/relationships/slideLayout" Target="../slideLayouts/slideLayout84.xml"/><Relationship Id="rId2" Type="http://schemas.openxmlformats.org/officeDocument/2006/relationships/slideLayout" Target="../slideLayouts/slideLayout66.xml"/><Relationship Id="rId19" Type="http://schemas.openxmlformats.org/officeDocument/2006/relationships/slideLayout" Target="../slideLayouts/slideLayout83.xml"/><Relationship Id="rId18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1.xml"/><Relationship Id="rId16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4.xml"/><Relationship Id="rId1" Type="http://schemas.openxmlformats.org/officeDocument/2006/relationships/slideLayout" Target="../slideLayouts/slideLayout65.xml"/></Relationships>
</file>

<file path=ppt/slideMasters/_rels/slideMaster19.xml.rels><?xml version="1.0" encoding="UTF-8" standalone="yes"?>
<Relationships xmlns="http://schemas.openxmlformats.org/package/2006/relationships"><Relationship Id="rId9" Type="http://schemas.openxmlformats.org/officeDocument/2006/relationships/theme" Target="../theme/theme19.xml"/><Relationship Id="rId8" Type="http://schemas.openxmlformats.org/officeDocument/2006/relationships/image" Target="../media/image11.jpeg"/><Relationship Id="rId7" Type="http://schemas.openxmlformats.org/officeDocument/2006/relationships/slideLayout" Target="../slideLayouts/slideLayout93.xml"/><Relationship Id="rId6" Type="http://schemas.openxmlformats.org/officeDocument/2006/relationships/slideLayout" Target="../slideLayouts/slideLayout92.xml"/><Relationship Id="rId5" Type="http://schemas.openxmlformats.org/officeDocument/2006/relationships/slideLayout" Target="../slideLayouts/slideLayout91.xml"/><Relationship Id="rId4" Type="http://schemas.openxmlformats.org/officeDocument/2006/relationships/slideLayout" Target="../slideLayouts/slideLayout90.xml"/><Relationship Id="rId3" Type="http://schemas.openxmlformats.org/officeDocument/2006/relationships/slideLayout" Target="../slideLayouts/slideLayout89.xml"/><Relationship Id="rId2" Type="http://schemas.openxmlformats.org/officeDocument/2006/relationships/slideLayout" Target="../slideLayouts/slideLayout88.xml"/><Relationship Id="rId1" Type="http://schemas.openxmlformats.org/officeDocument/2006/relationships/slideLayout" Target="../slideLayouts/slideLayout87.xml"/></Relationships>
</file>

<file path=ppt/slideMasters/_rels/slideMaster20.xml.rels><?xml version="1.0" encoding="UTF-8" standalone="yes"?>
<Relationships xmlns="http://schemas.openxmlformats.org/package/2006/relationships"><Relationship Id="rId3" Type="http://schemas.openxmlformats.org/officeDocument/2006/relationships/theme" Target="../theme/theme20.xml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4.xml"/></Relationships>
</file>

<file path=ppt/slideMasters/_rels/slideMaster2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3.xml"/><Relationship Id="rId8" Type="http://schemas.openxmlformats.org/officeDocument/2006/relationships/slideLayout" Target="../slideLayouts/slideLayout102.xml"/><Relationship Id="rId7" Type="http://schemas.openxmlformats.org/officeDocument/2006/relationships/slideLayout" Target="../slideLayouts/slideLayout101.xml"/><Relationship Id="rId6" Type="http://schemas.openxmlformats.org/officeDocument/2006/relationships/slideLayout" Target="../slideLayouts/slideLayout100.xml"/><Relationship Id="rId5" Type="http://schemas.openxmlformats.org/officeDocument/2006/relationships/slideLayout" Target="../slideLayouts/slideLayout99.xml"/><Relationship Id="rId4" Type="http://schemas.openxmlformats.org/officeDocument/2006/relationships/slideLayout" Target="../slideLayouts/slideLayout98.xml"/><Relationship Id="rId3" Type="http://schemas.openxmlformats.org/officeDocument/2006/relationships/slideLayout" Target="../slideLayouts/slideLayout97.xml"/><Relationship Id="rId2" Type="http://schemas.openxmlformats.org/officeDocument/2006/relationships/slideLayout" Target="../slideLayouts/slideLayout96.xml"/><Relationship Id="rId13" Type="http://schemas.openxmlformats.org/officeDocument/2006/relationships/theme" Target="../theme/theme21.xml"/><Relationship Id="rId12" Type="http://schemas.openxmlformats.org/officeDocument/2006/relationships/image" Target="../media/image10.jpeg"/><Relationship Id="rId11" Type="http://schemas.openxmlformats.org/officeDocument/2006/relationships/slideLayout" Target="../slideLayouts/slideLayout105.xml"/><Relationship Id="rId10" Type="http://schemas.openxmlformats.org/officeDocument/2006/relationships/slideLayout" Target="../slideLayouts/slideLayout104.xml"/><Relationship Id="rId1" Type="http://schemas.openxmlformats.org/officeDocument/2006/relationships/slideLayout" Target="../slideLayouts/slideLayout95.xml"/></Relationships>
</file>

<file path=ppt/slideMasters/_rels/slideMaster2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14.xml"/><Relationship Id="rId8" Type="http://schemas.openxmlformats.org/officeDocument/2006/relationships/slideLayout" Target="../slideLayouts/slideLayout113.xml"/><Relationship Id="rId7" Type="http://schemas.openxmlformats.org/officeDocument/2006/relationships/slideLayout" Target="../slideLayouts/slideLayout112.xml"/><Relationship Id="rId6" Type="http://schemas.openxmlformats.org/officeDocument/2006/relationships/slideLayout" Target="../slideLayouts/slideLayout111.xml"/><Relationship Id="rId5" Type="http://schemas.openxmlformats.org/officeDocument/2006/relationships/slideLayout" Target="../slideLayouts/slideLayout110.xml"/><Relationship Id="rId4" Type="http://schemas.openxmlformats.org/officeDocument/2006/relationships/slideLayout" Target="../slideLayouts/slideLayout109.xml"/><Relationship Id="rId3" Type="http://schemas.openxmlformats.org/officeDocument/2006/relationships/slideLayout" Target="../slideLayouts/slideLayout108.xml"/><Relationship Id="rId2" Type="http://schemas.openxmlformats.org/officeDocument/2006/relationships/slideLayout" Target="../slideLayouts/slideLayout107.xml"/><Relationship Id="rId13" Type="http://schemas.openxmlformats.org/officeDocument/2006/relationships/theme" Target="../theme/theme22.xml"/><Relationship Id="rId12" Type="http://schemas.openxmlformats.org/officeDocument/2006/relationships/image" Target="../media/image11.jpeg"/><Relationship Id="rId11" Type="http://schemas.openxmlformats.org/officeDocument/2006/relationships/slideLayout" Target="../slideLayouts/slideLayout116.xml"/><Relationship Id="rId10" Type="http://schemas.openxmlformats.org/officeDocument/2006/relationships/slideLayout" Target="../slideLayouts/slideLayout115.xml"/><Relationship Id="rId1" Type="http://schemas.openxmlformats.org/officeDocument/2006/relationships/slideLayout" Target="../slideLayouts/slideLayout106.xml"/></Relationships>
</file>

<file path=ppt/slideMasters/_rels/slideMaster23.xml.rels><?xml version="1.0" encoding="UTF-8" standalone="yes"?>
<Relationships xmlns="http://schemas.openxmlformats.org/package/2006/relationships"><Relationship Id="rId4" Type="http://schemas.openxmlformats.org/officeDocument/2006/relationships/theme" Target="../theme/theme23.xml"/><Relationship Id="rId3" Type="http://schemas.openxmlformats.org/officeDocument/2006/relationships/image" Target="../media/image8.tiff"/><Relationship Id="rId2" Type="http://schemas.openxmlformats.org/officeDocument/2006/relationships/slideLayout" Target="../slideLayouts/slideLayout118.xml"/><Relationship Id="rId1" Type="http://schemas.openxmlformats.org/officeDocument/2006/relationships/slideLayout" Target="../slideLayouts/slideLayout117.xml"/></Relationships>
</file>

<file path=ppt/slideMasters/_rels/slideMaster24.xml.rels><?xml version="1.0" encoding="UTF-8" standalone="yes"?>
<Relationships xmlns="http://schemas.openxmlformats.org/package/2006/relationships"><Relationship Id="rId9" Type="http://schemas.openxmlformats.org/officeDocument/2006/relationships/theme" Target="../theme/theme24.xml"/><Relationship Id="rId8" Type="http://schemas.openxmlformats.org/officeDocument/2006/relationships/image" Target="../media/image10.jpeg"/><Relationship Id="rId7" Type="http://schemas.openxmlformats.org/officeDocument/2006/relationships/slideLayout" Target="../slideLayouts/slideLayout125.xml"/><Relationship Id="rId6" Type="http://schemas.openxmlformats.org/officeDocument/2006/relationships/slideLayout" Target="../slideLayouts/slideLayout124.xml"/><Relationship Id="rId5" Type="http://schemas.openxmlformats.org/officeDocument/2006/relationships/slideLayout" Target="../slideLayouts/slideLayout123.xml"/><Relationship Id="rId4" Type="http://schemas.openxmlformats.org/officeDocument/2006/relationships/slideLayout" Target="../slideLayouts/slideLayout122.xml"/><Relationship Id="rId3" Type="http://schemas.openxmlformats.org/officeDocument/2006/relationships/slideLayout" Target="../slideLayouts/slideLayout121.xml"/><Relationship Id="rId2" Type="http://schemas.openxmlformats.org/officeDocument/2006/relationships/slideLayout" Target="../slideLayouts/slideLayout120.xml"/><Relationship Id="rId1" Type="http://schemas.openxmlformats.org/officeDocument/2006/relationships/slideLayout" Target="../slideLayouts/slideLayout119.xml"/></Relationships>
</file>

<file path=ppt/slideMasters/_rels/slideMaster25.xml.rels><?xml version="1.0" encoding="UTF-8" standalone="yes"?>
<Relationships xmlns="http://schemas.openxmlformats.org/package/2006/relationships"><Relationship Id="rId1" Type="http://schemas.openxmlformats.org/officeDocument/2006/relationships/theme" Target="../theme/theme25.xml"/></Relationships>
</file>

<file path=ppt/slideMasters/_rels/slideMaster26.xml.rels><?xml version="1.0" encoding="UTF-8" standalone="yes"?>
<Relationships xmlns="http://schemas.openxmlformats.org/package/2006/relationships"><Relationship Id="rId6" Type="http://schemas.openxmlformats.org/officeDocument/2006/relationships/theme" Target="../theme/theme26.xml"/><Relationship Id="rId5" Type="http://schemas.openxmlformats.org/officeDocument/2006/relationships/slideLayout" Target="../slideLayouts/slideLayout130.xml"/><Relationship Id="rId4" Type="http://schemas.openxmlformats.org/officeDocument/2006/relationships/slideLayout" Target="../slideLayouts/slideLayout129.xml"/><Relationship Id="rId3" Type="http://schemas.openxmlformats.org/officeDocument/2006/relationships/slideLayout" Target="../slideLayouts/slideLayout128.xml"/><Relationship Id="rId2" Type="http://schemas.openxmlformats.org/officeDocument/2006/relationships/slideLayout" Target="../slideLayouts/slideLayout127.xml"/><Relationship Id="rId1" Type="http://schemas.openxmlformats.org/officeDocument/2006/relationships/slideLayout" Target="../slideLayouts/slideLayout126.xml"/></Relationships>
</file>

<file path=ppt/slideMasters/_rels/slideMaster27.xml.rels><?xml version="1.0" encoding="UTF-8" standalone="yes"?>
<Relationships xmlns="http://schemas.openxmlformats.org/package/2006/relationships"><Relationship Id="rId7" Type="http://schemas.openxmlformats.org/officeDocument/2006/relationships/theme" Target="../theme/theme27.xml"/><Relationship Id="rId6" Type="http://schemas.openxmlformats.org/officeDocument/2006/relationships/image" Target="../media/image6.tiff"/><Relationship Id="rId5" Type="http://schemas.openxmlformats.org/officeDocument/2006/relationships/slideLayout" Target="../slideLayouts/slideLayout135.xml"/><Relationship Id="rId4" Type="http://schemas.openxmlformats.org/officeDocument/2006/relationships/slideLayout" Target="../slideLayouts/slideLayout134.xml"/><Relationship Id="rId3" Type="http://schemas.openxmlformats.org/officeDocument/2006/relationships/slideLayout" Target="../slideLayouts/slideLayout133.xml"/><Relationship Id="rId2" Type="http://schemas.openxmlformats.org/officeDocument/2006/relationships/slideLayout" Target="../slideLayouts/slideLayout132.xml"/><Relationship Id="rId1" Type="http://schemas.openxmlformats.org/officeDocument/2006/relationships/slideLayout" Target="../slideLayouts/slideLayout1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8970" y="1467870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dirty="0">
                <a:solidFill>
                  <a:srgbClr val="1D1D1B"/>
                </a:solidFill>
                <a:latin typeface="Arial" panose="020B0604020202020204"/>
              </a:rPr>
              <a:t>Copyright©2018 Huawei Technologies Co., Ltd.</a:t>
            </a:r>
            <a:br>
              <a:rPr kumimoji="1" lang="en-US" altLang="zh-CN" sz="850" b="1" dirty="0">
                <a:solidFill>
                  <a:srgbClr val="1D1D1B"/>
                </a:solidFill>
                <a:latin typeface="Arial" panose="020B0604020202020204"/>
              </a:rPr>
            </a:br>
            <a:r>
              <a:rPr kumimoji="1" lang="en-US" altLang="zh-CN" sz="850" b="1" dirty="0">
                <a:solidFill>
                  <a:srgbClr val="1D1D1B"/>
                </a:solidFill>
                <a:latin typeface="Arial" panose="020B0604020202020204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Arial" panose="020B0604020202020204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Arial" panose="020B0604020202020204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85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may change the information at any time without notice. </a:t>
            </a:r>
            <a:endParaRPr kumimoji="1" lang="en-US" altLang="zh-CN" sz="850" dirty="0">
              <a:solidFill>
                <a:srgbClr val="1D1D1B"/>
              </a:solidFill>
              <a:latin typeface="Arial" panose="020B0604020202020204"/>
              <a:cs typeface="Arial" panose="020B0604020202020204" pitchFamily="34" charset="0"/>
            </a:endParaRP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Arial" panose="020B0604020202020204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7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每个组织，构建万物互联的智能世界。</a:t>
            </a:r>
            <a:endParaRPr kumimoji="1" lang="zh-CN" altLang="en-US" sz="1300" dirty="0">
              <a:solidFill>
                <a:srgbClr val="1D1D1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3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Arial" panose="020B0604020202020204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Arial" panose="020B0604020202020204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3676" y="5237566"/>
            <a:ext cx="1875600" cy="40591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3725" indent="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indent="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5805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3890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7615" indent="-297180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2985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6710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0435" algn="l" defTabSz="1187450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>
              <a:solidFill>
                <a:srgbClr val="666666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</p:sldLayoutIdLst>
  <p:hf sldNum="0"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Proprietary - Restricted Distribution</a:t>
            </a:r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905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  <a:endParaRPr kumimoji="1" lang="zh-CN" altLang="en-US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  <a:endParaRPr kumimoji="1" lang="zh-CN" altLang="en-US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</p:sldLayoutIdLst>
  <p:hf sldNum="0"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  <a:endParaRPr lang="en-US" sz="1000" b="0" baseline="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580" y="6324675"/>
            <a:ext cx="1285919" cy="28137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8" y="6356941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10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  <a:endParaRPr lang="en-US" sz="10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270"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80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 defTabSz="914400"/>
                <a:r>
                  <a:rPr kumimoji="1" lang="zh-CN" altLang="en-US" sz="10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  <a:endParaRPr kumimoji="1" lang="zh-CN" altLang="en-US" sz="10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54642"/>
              <a:ext cx="1982912" cy="3811978"/>
              <a:chOff x="12216278" y="3054642"/>
              <a:chExt cx="1982912" cy="3811978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234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90/79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120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0/15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54642"/>
                <a:ext cx="569387" cy="1800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 defTabSz="914400"/>
                <a:r>
                  <a:rPr kumimoji="1" lang="zh-CN" altLang="en-US" sz="10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  <a:endParaRPr kumimoji="1" lang="zh-CN" altLang="en-US" sz="10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248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181/60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235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92/1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137/137/137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35/24/21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221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221/221</a:t>
                </a:r>
                <a:endParaRPr kumimoji="1" lang="en-US" altLang="zh-CN" sz="700" b="1" dirty="0">
                  <a:solidFill>
                    <a:srgbClr val="666666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233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140/128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159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0/1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245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220/87</a:t>
                </a:r>
                <a:endParaRPr kumimoji="1" lang="en-US" altLang="zh-CN" sz="700" b="1" dirty="0">
                  <a:solidFill>
                    <a:srgbClr val="666666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240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133/0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181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181/181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89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87/87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255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255/255</a:t>
                </a:r>
                <a:endParaRPr kumimoji="1" lang="en-US" altLang="zh-CN" sz="700" b="1" dirty="0">
                  <a:solidFill>
                    <a:srgbClr val="666666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21130"/>
            <a:ext cx="1269075" cy="2775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</p:sldLayoutIdLst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9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7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14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88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26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63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86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71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544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916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580" y="6324675"/>
            <a:ext cx="1285919" cy="28137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8" y="6356941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10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  <a:endParaRPr lang="en-US" sz="10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270"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80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 defTabSz="914400"/>
                <a:r>
                  <a:rPr kumimoji="1" lang="zh-CN" altLang="en-US" sz="10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  <a:endParaRPr kumimoji="1" lang="zh-CN" altLang="en-US" sz="10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54642"/>
              <a:ext cx="1982912" cy="3811978"/>
              <a:chOff x="12216278" y="3054642"/>
              <a:chExt cx="1982912" cy="3811978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234/90/79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120/0/15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54642"/>
                <a:ext cx="569387" cy="1800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 defTabSz="914400"/>
                <a:r>
                  <a:rPr kumimoji="1" lang="zh-CN" altLang="en-US" sz="10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  <a:endParaRPr kumimoji="1" lang="zh-CN" altLang="en-US" sz="10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248/181/60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235/92/1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137/137/137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35/24/21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221/221/221</a:t>
                </a:r>
                <a:endParaRPr kumimoji="1" lang="en-US" altLang="zh-CN" sz="700" b="1" dirty="0">
                  <a:solidFill>
                    <a:srgbClr val="666666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233/140/128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159/0/1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245/220/87</a:t>
                </a:r>
                <a:endParaRPr kumimoji="1" lang="en-US" altLang="zh-CN" sz="700" b="1" dirty="0">
                  <a:solidFill>
                    <a:srgbClr val="666666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240/133/0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181/181/181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89/87/87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255/255/255</a:t>
                </a:r>
                <a:endParaRPr kumimoji="1" lang="en-US" altLang="zh-CN" sz="700" b="1" dirty="0">
                  <a:solidFill>
                    <a:srgbClr val="666666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21130"/>
            <a:ext cx="1269075" cy="2775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</p:sldLayoutIdLst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9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7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14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88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26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63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86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71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544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916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9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Proprietary - Restricted Distribution</a:t>
            </a:r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3" y="6402809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270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1" y="2625392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4400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  <a:endParaRPr kumimoji="1" lang="zh-CN" altLang="en-US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4400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  <a:endParaRPr kumimoji="1" lang="zh-CN" altLang="en-US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81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99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08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081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762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135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444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08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789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9" y="6356939"/>
            <a:ext cx="35039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altLang="zh-CN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Proprietary - Restricted Distribution</a:t>
            </a:r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3" y="6402809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270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1" y="2625392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4400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  <a:endParaRPr kumimoji="1" lang="zh-CN" altLang="en-US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4400"/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  <a:endParaRPr kumimoji="1" lang="zh-CN" altLang="en-US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4400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hf hdr="0" ftr="0" dt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81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99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08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081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762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135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444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08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789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  <a:endParaRPr lang="en-US" sz="1000" b="0" baseline="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580" y="6324675"/>
            <a:ext cx="1285919" cy="28137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  <a:endParaRPr lang="en-US" sz="10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905"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0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  <a:endParaRPr kumimoji="1" lang="zh-CN" altLang="en-US" sz="10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234/90/79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120/0/15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/>
                <a:r>
                  <a:rPr kumimoji="1" lang="zh-CN" altLang="en-US" sz="10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  <a:endParaRPr kumimoji="1" lang="zh-CN" altLang="en-US" sz="10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248/181/60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235/92/1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137/137/137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35/24/21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221/221/221</a:t>
                </a:r>
                <a:endParaRPr kumimoji="1" lang="en-US" altLang="zh-CN" sz="700" b="1" dirty="0">
                  <a:solidFill>
                    <a:srgbClr val="666666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233/140/128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159/0/1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245/220/87</a:t>
                </a:r>
                <a:endParaRPr kumimoji="1" lang="en-US" altLang="zh-CN" sz="700" b="1" dirty="0">
                  <a:solidFill>
                    <a:srgbClr val="666666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240/133/0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181/181/181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89/87/87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255/255/255</a:t>
                </a:r>
                <a:endParaRPr kumimoji="1" lang="en-US" altLang="zh-CN" sz="700" b="1" dirty="0">
                  <a:solidFill>
                    <a:srgbClr val="666666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321130"/>
            <a:ext cx="1269075" cy="2775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9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1D1D1B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Huawei Confidential</a:t>
            </a:r>
            <a:endParaRPr lang="en-US" sz="900" dirty="0">
              <a:solidFill>
                <a:srgbClr val="1D1D1B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3" y="6402810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270" fontAlgn="base">
              <a:spcBef>
                <a:spcPct val="0"/>
              </a:spcBef>
              <a:spcAft>
                <a:spcPct val="0"/>
              </a:spcAft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1" y="2625393"/>
            <a:ext cx="1963323" cy="4233515"/>
            <a:chOff x="5343885" y="-48857"/>
            <a:chExt cx="326358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765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  <a:endParaRPr kumimoji="1" lang="zh-CN" altLang="en-US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765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  <a:endParaRPr kumimoji="1" lang="zh-CN" altLang="en-US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190/23/238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35/24/21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</p:sldLayoutIdLst>
  <p:hf hdr="0" ftr="0" dt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815" rtl="0" eaLnBrk="1" latinLnBrk="0" hangingPunct="1">
        <a:lnSpc>
          <a:spcPct val="90000"/>
        </a:lnSpc>
        <a:spcBef>
          <a:spcPts val="1295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36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08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017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699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071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380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044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726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8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  <a:endParaRPr lang="en-US" sz="900" b="0" baseline="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2" y="6402808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1" y="2625391"/>
            <a:ext cx="1963323" cy="4233515"/>
            <a:chOff x="5343885" y="-48857"/>
            <a:chExt cx="326358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  <a:endParaRPr kumimoji="1" lang="zh-CN" altLang="en-US" sz="800" b="0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  <a:endParaRPr kumimoji="1" lang="zh-CN" altLang="en-US" sz="800" b="0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190/23/238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35/24/21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9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7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14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88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26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63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86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71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544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916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234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90/79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120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0/15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248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181/60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235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92/1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137/137/137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35/24/21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221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221/221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233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140/128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159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0/1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245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220/87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240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133/0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181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181/181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89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87/87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255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255/255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24" name="Picture 46"/>
          <p:cNvPicPr>
            <a:picLocks noChangeAspect="1"/>
          </p:cNvPicPr>
          <p:nvPr userDrawn="1"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00160" y="6323416"/>
            <a:ext cx="1271296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</p:sldLayoutIdLst>
  <p:hf hdr="0" ftr="0" dt="0"/>
  <p:txStyles>
    <p:titleStyle>
      <a:lvl1pPr algn="l" defTabSz="1219200" rtl="0" eaLnBrk="1" latinLnBrk="0" hangingPunct="1">
        <a:lnSpc>
          <a:spcPct val="90000"/>
        </a:lnSpc>
        <a:spcBef>
          <a:spcPct val="0"/>
        </a:spcBef>
        <a:buNone/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800" indent="-304800" algn="l" defTabSz="1219200" rtl="0" eaLnBrk="1" latinLnBrk="0" hangingPunct="1">
        <a:lnSpc>
          <a:spcPct val="90000"/>
        </a:lnSpc>
        <a:spcBef>
          <a:spcPts val="1335"/>
        </a:spcBef>
        <a:buFont typeface="Arial" panose="020B0604020202020204" pitchFamily="34" charset="0"/>
        <a:buChar char="•"/>
        <a:defRPr sz="3735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</p:sldLayoutIdLst>
  <p:hf hdr="0" ftr="0" dt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815" rtl="0" eaLnBrk="1" latinLnBrk="0" hangingPunct="1">
        <a:lnSpc>
          <a:spcPct val="90000"/>
        </a:lnSpc>
        <a:spcBef>
          <a:spcPts val="1295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36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08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017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699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071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380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044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726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5590905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algn="ctr" defTabSz="914400" fontAlgn="auto">
              <a:spcBef>
                <a:spcPts val="0"/>
              </a:spcBef>
              <a:spcAft>
                <a:spcPts val="0"/>
              </a:spcAft>
            </a:pPr>
            <a:endParaRPr lang="en-US" sz="1800" dirty="0">
              <a:solidFill>
                <a:srgbClr val="666666"/>
              </a:solidFill>
              <a:sym typeface="Calibri" panose="020F0502020204030204"/>
            </a:endParaRPr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1753" y="6425962"/>
            <a:ext cx="1245303" cy="26950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  <p:sldLayoutId id="2147483747" r:id="rId18"/>
    <p:sldLayoutId id="2147483748" r:id="rId19"/>
    <p:sldLayoutId id="2147483749" r:id="rId20"/>
    <p:sldLayoutId id="2147483750" r:id="rId21"/>
    <p:sldLayoutId id="2147483751" r:id="rId22"/>
  </p:sldLayoutIdLst>
  <p:hf hdr="0" ftr="0" dt="0"/>
  <p:txStyles>
    <p:titleStyle>
      <a:lvl1pPr algn="l" defTabSz="913765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3765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457200" indent="0" algn="l" defTabSz="913765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3765" indent="0" algn="l" defTabSz="913765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0965" indent="0" algn="l" defTabSz="913765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165" indent="0" algn="l" defTabSz="913765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7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9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1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2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581" y="6324677"/>
            <a:ext cx="1285919" cy="28137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</p:sldLayoutIdLst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9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7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14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88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26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63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86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71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544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916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 userDrawn="1"/>
        </p:nvSpPr>
        <p:spPr>
          <a:xfrm>
            <a:off x="1095471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5" dirty="0">
                <a:solidFill>
                  <a:srgbClr val="1D1D1B"/>
                </a:solidFill>
                <a:cs typeface="Arial" panose="020B0604020202020204" pitchFamily="34" charset="0"/>
              </a:rPr>
              <a:t>Huawei Confidential</a:t>
            </a:r>
            <a:endParaRPr lang="en-US" sz="975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3"/>
          <p:cNvSpPr txBox="1"/>
          <p:nvPr userDrawn="1"/>
        </p:nvSpPr>
        <p:spPr>
          <a:xfrm>
            <a:off x="734135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89635">
              <a:defRPr/>
            </a:pPr>
            <a:fld id="{C3837181-38C6-AD4F-B8BA-B444770388BB}" type="slidenum">
              <a:rPr lang="en-US" sz="975">
                <a:solidFill>
                  <a:srgbClr val="1D1D1B"/>
                </a:solidFill>
                <a:cs typeface="Arial" panose="020B0604020202020204" pitchFamily="34" charset="0"/>
              </a:rPr>
            </a:fld>
            <a:endParaRPr lang="en-US" sz="975" dirty="0">
              <a:solidFill>
                <a:srgbClr val="1D1D1B"/>
              </a:solidFill>
              <a:cs typeface="Arial" panose="020B0604020202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10196003" y="6319878"/>
            <a:ext cx="1269075" cy="27115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1" r:id="rId1"/>
  </p:sldLayoutIdLst>
  <p:hf hdr="0" ftr="0" dt="0"/>
  <p:txStyles>
    <p:titleStyle>
      <a:lvl1pPr algn="l" defTabSz="1186180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180" rtl="0" eaLnBrk="1" latinLnBrk="0" hangingPunct="1">
        <a:lnSpc>
          <a:spcPct val="90000"/>
        </a:lnSpc>
        <a:spcBef>
          <a:spcPts val="1295"/>
        </a:spcBef>
        <a:buFont typeface="Arial" panose="020B0604020202020204" pitchFamily="34" charset="0"/>
        <a:buChar char="•"/>
        <a:defRPr sz="3630" kern="1200">
          <a:solidFill>
            <a:schemeClr val="tx1"/>
          </a:solidFill>
          <a:latin typeface="+mn-lt"/>
          <a:ea typeface="+mn-ea"/>
          <a:cs typeface="+mn-cs"/>
        </a:defRPr>
      </a:lvl1pPr>
      <a:lvl2pPr marL="889635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2090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5180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68270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1360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4450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46905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39995" indent="-296545" algn="l" defTabSz="118618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090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180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78635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1725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4815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57905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0360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3450" algn="l" defTabSz="118618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  <a:endParaRPr lang="en-US" sz="10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905"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kumimoji="1" lang="zh-CN" altLang="en-US" sz="10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  <a:endParaRPr kumimoji="1" lang="zh-CN" altLang="en-US" sz="10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234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90/79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120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0/15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/>
                <a:r>
                  <a:rPr kumimoji="1" lang="zh-CN" altLang="en-US" sz="10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  <a:endParaRPr kumimoji="1" lang="zh-CN" altLang="en-US" sz="10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248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181/60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235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92/1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137/137/137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35/24/21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221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221/221</a:t>
                </a:r>
                <a:endParaRPr kumimoji="1" lang="en-US" altLang="zh-CN" sz="700" b="1" dirty="0">
                  <a:solidFill>
                    <a:srgbClr val="666666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233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140/128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159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0/1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245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220/87</a:t>
                </a:r>
                <a:endParaRPr kumimoji="1" lang="en-US" altLang="zh-CN" sz="700" b="1" dirty="0">
                  <a:solidFill>
                    <a:srgbClr val="666666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240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133/0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181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181/181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89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87/87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255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255/255</a:t>
                </a:r>
                <a:endParaRPr kumimoji="1" lang="en-US" altLang="zh-CN" sz="700" b="1" dirty="0">
                  <a:solidFill>
                    <a:srgbClr val="666666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321130"/>
            <a:ext cx="1269075" cy="2775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580" y="6324675"/>
            <a:ext cx="1285919" cy="281377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9" y="6356939"/>
            <a:ext cx="14634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3765" fontAlgn="base">
              <a:spcBef>
                <a:spcPct val="0"/>
              </a:spcBef>
              <a:spcAft>
                <a:spcPct val="0"/>
              </a:spcAft>
            </a:pPr>
            <a:r>
              <a:rPr lang="en-US" sz="900" dirty="0">
                <a:solidFill>
                  <a:srgbClr val="1D1D1B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Huawei Confidential</a:t>
            </a:r>
            <a:endParaRPr lang="en-US" sz="900" dirty="0">
              <a:solidFill>
                <a:srgbClr val="1D1D1B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3" y="6402810"/>
            <a:ext cx="499729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270" fontAlgn="base">
              <a:spcBef>
                <a:spcPct val="0"/>
              </a:spcBef>
              <a:spcAft>
                <a:spcPct val="0"/>
              </a:spcAft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1" y="2625393"/>
            <a:ext cx="1963323" cy="4233515"/>
            <a:chOff x="5343885" y="-48857"/>
            <a:chExt cx="326358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765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  <a:endParaRPr kumimoji="1" lang="zh-CN" altLang="en-US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3765" fontAlgn="base">
                <a:spcBef>
                  <a:spcPct val="0"/>
                </a:spcBef>
                <a:spcAft>
                  <a:spcPct val="0"/>
                </a:spcAft>
              </a:pPr>
              <a:r>
                <a:rPr kumimoji="1" lang="zh-CN" altLang="en-US" sz="8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  <a:endParaRPr kumimoji="1" lang="zh-CN" altLang="en-US" sz="8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94511" y="4866463"/>
              <a:ext cx="791510" cy="664397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92274" y="4134866"/>
              <a:ext cx="791510" cy="664397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92274" y="5596166"/>
              <a:ext cx="791510" cy="664397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06130" y="3415851"/>
              <a:ext cx="791510" cy="664397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15961" y="4866463"/>
              <a:ext cx="791510" cy="664397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3724" y="4134866"/>
              <a:ext cx="791510" cy="664397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13724" y="5596166"/>
              <a:ext cx="791510" cy="664397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190/23/238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35/24/21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50318" y="6324025"/>
              <a:ext cx="513579" cy="664397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6998296" y="6324025"/>
              <a:ext cx="513579" cy="664397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41580" y="6324025"/>
              <a:ext cx="513579" cy="66439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83608" y="6324025"/>
              <a:ext cx="513579" cy="664397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 defTabSz="913765" fontAlgn="base">
                <a:lnSpc>
                  <a:spcPts val="62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7" name="Picture 4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6176" y="6323416"/>
            <a:ext cx="1270800" cy="27502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</p:sldLayoutIdLst>
  <p:hf hdr="0" ftr="0" dt="0"/>
  <p:txStyles>
    <p:titleStyle>
      <a:lvl1pPr algn="l" defTabSz="1186815" rtl="0" eaLnBrk="1" latinLnBrk="0" hangingPunct="1">
        <a:lnSpc>
          <a:spcPct val="90000"/>
        </a:lnSpc>
        <a:spcBef>
          <a:spcPct val="0"/>
        </a:spcBef>
        <a:buNone/>
        <a:defRPr sz="57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6815" rtl="0" eaLnBrk="1" latinLnBrk="0" hangingPunct="1">
        <a:lnSpc>
          <a:spcPct val="90000"/>
        </a:lnSpc>
        <a:spcBef>
          <a:spcPts val="1295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36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08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017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390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6990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071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3805" indent="-296545" algn="l" defTabSz="118681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681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054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363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735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0445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417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7260" algn="l" defTabSz="1186815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8" y="6356941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10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  <a:endParaRPr lang="en-US" sz="10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2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270">
              <a:defRPr/>
            </a:pPr>
            <a:fld id="{C3837181-38C6-AD4F-B8BA-B444770388BB}" type="slidenum">
              <a:rPr lang="en-US" sz="975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en-US" sz="975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800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 defTabSz="914400"/>
                <a:r>
                  <a:rPr kumimoji="1" lang="zh-CN" altLang="en-US" sz="10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  <a:endParaRPr kumimoji="1" lang="zh-CN" altLang="en-US" sz="10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54642"/>
              <a:ext cx="1982912" cy="3811978"/>
              <a:chOff x="12216278" y="3054642"/>
              <a:chExt cx="1982912" cy="3811978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234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90/79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120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0/15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54642"/>
                <a:ext cx="569387" cy="180071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 defTabSz="914400"/>
                <a:r>
                  <a:rPr kumimoji="1" lang="zh-CN" altLang="en-US" sz="1000" dirty="0">
                    <a:solidFill>
                      <a:srgbClr val="1D1D1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  <a:endParaRPr kumimoji="1" lang="zh-CN" altLang="en-US" sz="1000" dirty="0">
                  <a:solidFill>
                    <a:srgbClr val="1D1D1A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248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181/60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235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92/1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137/137/137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35/24/21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221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221/221</a:t>
                </a:r>
                <a:endParaRPr kumimoji="1" lang="en-US" altLang="zh-CN" sz="700" b="1" dirty="0">
                  <a:solidFill>
                    <a:srgbClr val="666666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233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140/128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159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0/1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245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220/87</a:t>
                </a:r>
                <a:endParaRPr kumimoji="1" lang="en-US" altLang="zh-CN" sz="700" b="1" dirty="0">
                  <a:solidFill>
                    <a:srgbClr val="666666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240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133/0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181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181/181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89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87/87</a:t>
                </a:r>
                <a:endParaRPr kumimoji="1" lang="en-US" altLang="zh-CN" sz="7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/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255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/</a:t>
                </a:r>
                <a:r>
                  <a:rPr kumimoji="1" lang="en-US" altLang="zh-CN" sz="700" b="1" dirty="0">
                    <a:solidFill>
                      <a:srgbClr val="666666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255/255</a:t>
                </a:r>
                <a:endParaRPr kumimoji="1" lang="en-US" altLang="zh-CN" sz="700" b="1" dirty="0">
                  <a:solidFill>
                    <a:srgbClr val="666666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21130"/>
            <a:ext cx="1269075" cy="2775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</p:sldLayoutIdLst>
  <p:hf hdr="0" ftr="0" dt="0"/>
  <p:txStyles>
    <p:titleStyle>
      <a:lvl1pPr algn="l" defTabSz="1187450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545" indent="-296545" algn="l" defTabSz="1187450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2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5" kern="1200">
          <a:solidFill>
            <a:schemeClr val="tx1"/>
          </a:solidFill>
          <a:latin typeface="+mn-lt"/>
          <a:ea typeface="+mn-ea"/>
          <a:cs typeface="+mn-cs"/>
        </a:defRPr>
      </a:lvl2pPr>
      <a:lvl3pPr marL="14839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5" kern="1200">
          <a:solidFill>
            <a:schemeClr val="tx1"/>
          </a:solidFill>
          <a:latin typeface="+mn-lt"/>
          <a:ea typeface="+mn-ea"/>
          <a:cs typeface="+mn-cs"/>
        </a:defRPr>
      </a:lvl3pPr>
      <a:lvl4pPr marL="20777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6714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326517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85889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452620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5046345" indent="-296545" algn="l" defTabSz="1187450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2pPr>
      <a:lvl3pPr marL="118745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3pPr>
      <a:lvl4pPr marL="178117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4pPr>
      <a:lvl5pPr marL="237490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5pPr>
      <a:lvl6pPr marL="296862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6pPr>
      <a:lvl7pPr marL="356171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7pPr>
      <a:lvl8pPr marL="4155440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8pPr>
      <a:lvl9pPr marL="4749165" algn="l" defTabSz="1187450" rtl="0" eaLnBrk="1" latinLnBrk="0" hangingPunct="1">
        <a:defRPr sz="23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roup 87"/>
          <p:cNvGrpSpPr>
            <a:grpSpLocks noChangeAspect="1"/>
          </p:cNvGrpSpPr>
          <p:nvPr userDrawn="1"/>
        </p:nvGrpSpPr>
        <p:grpSpPr>
          <a:xfrm>
            <a:off x="12290470" y="2625389"/>
            <a:ext cx="1967973" cy="4233515"/>
            <a:chOff x="5343885" y="-48857"/>
            <a:chExt cx="3271316" cy="7037279"/>
          </a:xfrm>
        </p:grpSpPr>
        <p:sp>
          <p:nvSpPr>
            <p:cNvPr id="89" name="矩形 13"/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196/0/84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0" name="文本框 15"/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公司辅助色</a:t>
              </a:r>
              <a:endParaRPr kumimoji="1" lang="zh-CN" altLang="en-US" sz="800" b="0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矩形 13"/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203/55/120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2" name="矩形 13"/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237/109/0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3" name="矩形 13"/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153/54/54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4" name="矩形 13"/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98/178/48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5" name="矩形 13"/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242/137/68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6" name="矩形 13"/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185C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  <a:spcBef>
                  <a:spcPts val="0"/>
                </a:spcBef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199/0/11  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7" name="文本框 15"/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algn="l">
                <a:lnSpc>
                  <a:spcPct val="100000"/>
                </a:lnSpc>
              </a:pPr>
              <a:r>
                <a:rPr kumimoji="1" lang="zh-CN" altLang="en-US" sz="800" b="0" i="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公司色</a:t>
              </a:r>
              <a:endParaRPr kumimoji="1" lang="zh-CN" altLang="en-US" sz="800" b="0" i="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矩形 13"/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PANTONE 186C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chemeClr val="tx2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200/16/46  </a:t>
              </a:r>
              <a:endParaRPr kumimoji="1" lang="en-US" altLang="zh-CN" sz="500" b="1" dirty="0">
                <a:solidFill>
                  <a:schemeClr val="tx2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99" name="矩形 13"/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127/0/1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0" name="矩形 13"/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52/200/0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1" name="矩形 13"/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48/181/197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2" name="矩形 13"/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129/193/95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3" name="矩形 13"/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253/211/81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4" name="矩形 13"/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86/196/210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5" name="矩形 13"/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211/57/65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6" name="矩形 13"/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211/56/89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7" name="矩形 13"/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221/128/170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8" name="矩形 13"/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191/128/130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09" name="矩形 13"/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246/183/140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0" name="矩形 13"/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176/216/156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1" name="矩形 13"/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253/227/181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2" name="矩形 13"/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148/218/226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3" name="矩形 13"/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226/129/137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4" name="矩形 13"/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226/129/152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5" name="矩形 13"/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235/179/204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6" name="矩形 13"/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ts val="62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216/179/179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7" name="矩形 13"/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250/211/187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8" name="矩形 13"/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208/232/196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19" name="矩形 13"/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254/238/193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0" name="矩形 13"/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190/233/238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1" name="矩形 13"/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239/178/184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2" name="矩形 13"/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238/179/193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3" name="矩形 13"/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0/0/0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4" name="矩形 13"/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89/87/87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5" name="矩形 13"/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137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6" name="矩形 13"/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181</a:t>
              </a:r>
              <a:endParaRPr kumimoji="1" lang="en-US" altLang="zh-CN" sz="5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7" name="矩形 13"/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221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28" name="矩形 13"/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RGB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  <a:p>
              <a:pPr algn="ctr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panose="020B0604020202020204" pitchFamily="34" charset="0"/>
                  <a:ea typeface="Arial" panose="020B0604020202020204" pitchFamily="34" charset="0"/>
                  <a:cs typeface="Arial" panose="020B0604020202020204" pitchFamily="34" charset="0"/>
                </a:rPr>
                <a:t>255</a:t>
              </a:r>
              <a:endParaRPr kumimoji="1" lang="en-US" altLang="zh-CN" sz="500" b="1" dirty="0">
                <a:solidFill>
                  <a:srgbClr val="595757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5590903"/>
            <a:ext cx="12196763" cy="126709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8751" y="5970991"/>
            <a:ext cx="2260800" cy="48927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微软雅黑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17.xml"/><Relationship Id="rId2" Type="http://schemas.openxmlformats.org/officeDocument/2006/relationships/image" Target="../media/image22.png"/><Relationship Id="rId1" Type="http://schemas.openxmlformats.org/officeDocument/2006/relationships/chart" Target="../charts/chart1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117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对角圆角矩形 2"/>
          <p:cNvSpPr/>
          <p:nvPr/>
        </p:nvSpPr>
        <p:spPr>
          <a:xfrm>
            <a:off x="2444338" y="2784490"/>
            <a:ext cx="6410904" cy="713208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00C4C4"/>
              </a:gs>
              <a:gs pos="30000">
                <a:srgbClr val="00B2FB"/>
              </a:gs>
              <a:gs pos="70000">
                <a:srgbClr val="4E73FF"/>
              </a:gs>
              <a:gs pos="100000">
                <a:srgbClr val="FC00D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Huawei Sans" panose="020C0503030203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610514" y="1668455"/>
            <a:ext cx="5491275" cy="677108"/>
            <a:chOff x="2801268" y="1668455"/>
            <a:chExt cx="5491275" cy="677108"/>
          </a:xfrm>
        </p:grpSpPr>
        <p:sp>
          <p:nvSpPr>
            <p:cNvPr id="4" name="文本框 3"/>
            <p:cNvSpPr txBox="1"/>
            <p:nvPr/>
          </p:nvSpPr>
          <p:spPr>
            <a:xfrm>
              <a:off x="2801268" y="1668455"/>
              <a:ext cx="665922" cy="67710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Huawei Sans" panose="020C0503030203020204" pitchFamily="34" charset="0"/>
                </a:rPr>
                <a:t>1</a:t>
              </a:r>
              <a:endParaRPr kumimoji="1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3836151" y="1864623"/>
              <a:ext cx="4456392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Huawei Sans" panose="020C0503030203020204" pitchFamily="34" charset="0"/>
                </a:rPr>
                <a:t>数据仓库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Huawei Sans" panose="020C0503030203020204" pitchFamily="34" charset="0"/>
                </a:rPr>
                <a:t>DWS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Huawei Sans" panose="020C0503030203020204" pitchFamily="34" charset="0"/>
                </a:rPr>
                <a:t>介绍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610514" y="2774992"/>
            <a:ext cx="5491276" cy="677108"/>
            <a:chOff x="2776691" y="2455545"/>
            <a:chExt cx="5491276" cy="677108"/>
          </a:xfrm>
        </p:grpSpPr>
        <p:sp>
          <p:nvSpPr>
            <p:cNvPr id="6" name="文本框 5"/>
            <p:cNvSpPr txBox="1"/>
            <p:nvPr/>
          </p:nvSpPr>
          <p:spPr>
            <a:xfrm>
              <a:off x="2776691" y="2455545"/>
              <a:ext cx="715076" cy="67710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Huawei Sans" panose="020C0503030203020204" pitchFamily="34" charset="0"/>
                </a:rPr>
                <a:t>2</a:t>
              </a: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836153" y="2676108"/>
              <a:ext cx="4431814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Huawei Sans" panose="020C0503030203020204" pitchFamily="34" charset="0"/>
                </a:rPr>
                <a:t>Oracle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Huawei Sans" panose="020C0503030203020204" pitchFamily="34" charset="0"/>
                </a:rPr>
                <a:t>迁移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Huawei Sans" panose="020C0503030203020204" pitchFamily="34" charset="0"/>
                </a:rPr>
                <a:t>DWS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Huawei Sans" panose="020C0503030203020204" pitchFamily="34" charset="0"/>
                </a:rPr>
                <a:t>方案介绍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2610514" y="3906687"/>
            <a:ext cx="6232439" cy="677108"/>
            <a:chOff x="2776691" y="3983839"/>
            <a:chExt cx="6232439" cy="677108"/>
          </a:xfrm>
        </p:grpSpPr>
        <p:sp>
          <p:nvSpPr>
            <p:cNvPr id="23" name="文本框 22"/>
            <p:cNvSpPr txBox="1"/>
            <p:nvPr/>
          </p:nvSpPr>
          <p:spPr>
            <a:xfrm>
              <a:off x="2776691" y="3983839"/>
              <a:ext cx="715076" cy="67710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DDDDDD">
                      <a:lumMod val="2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Huawei Sans" panose="020C0503030203020204" pitchFamily="34" charset="0"/>
                </a:rPr>
                <a:t>3</a:t>
              </a: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DDDDDD">
                    <a:lumMod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3836152" y="4194877"/>
              <a:ext cx="5172978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DDDDDD">
                      <a:lumMod val="25000"/>
                    </a:srgbClr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Huawei Sans" panose="020C0503030203020204" pitchFamily="34" charset="0"/>
                </a:rPr>
                <a:t>迁移案例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DDDDDD">
                    <a:lumMod val="2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Huawei Sans" panose="020C0503030203020204" pitchFamily="34" charset="0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20775" y="234590"/>
            <a:ext cx="10331250" cy="871537"/>
          </a:xfrm>
        </p:spPr>
        <p:txBody>
          <a:bodyPr/>
          <a:lstStyle/>
          <a:p>
            <a:r>
              <a:rPr lang="en-US" altLang="zh-CN" sz="3200" b="1" dirty="0">
                <a:solidFill>
                  <a:srgbClr val="C00000"/>
                </a:solidFill>
                <a:latin typeface="+mn-ea"/>
                <a:ea typeface="+mn-ea"/>
                <a:cs typeface="+mn-ea"/>
                <a:sym typeface="+mn-lt"/>
              </a:rPr>
              <a:t>Oracle</a:t>
            </a:r>
            <a:r>
              <a:rPr lang="zh-CN" altLang="en-US" sz="3200" b="1" dirty="0">
                <a:solidFill>
                  <a:srgbClr val="C00000"/>
                </a:solidFill>
                <a:latin typeface="+mn-ea"/>
                <a:ea typeface="+mn-ea"/>
                <a:cs typeface="+mn-ea"/>
                <a:sym typeface="+mn-lt"/>
              </a:rPr>
              <a:t>迁移上云</a:t>
            </a:r>
            <a:r>
              <a:rPr lang="en-US" altLang="zh-CN" sz="3200" b="1" dirty="0" err="1">
                <a:solidFill>
                  <a:srgbClr val="C00000"/>
                </a:solidFill>
                <a:latin typeface="+mn-ea"/>
                <a:ea typeface="+mn-ea"/>
                <a:cs typeface="+mn-ea"/>
                <a:sym typeface="+mn-lt"/>
              </a:rPr>
              <a:t>GaussDB</a:t>
            </a:r>
            <a:r>
              <a:rPr lang="zh-CN" altLang="en-US" sz="3200" b="1" dirty="0">
                <a:solidFill>
                  <a:srgbClr val="C00000"/>
                </a:solidFill>
                <a:latin typeface="+mn-ea"/>
                <a:ea typeface="+mn-ea"/>
                <a:cs typeface="+mn-ea"/>
                <a:sym typeface="+mn-lt"/>
              </a:rPr>
              <a:t>（</a:t>
            </a:r>
            <a:r>
              <a:rPr lang="en-US" altLang="zh-CN" sz="3200" b="1" dirty="0">
                <a:solidFill>
                  <a:srgbClr val="C00000"/>
                </a:solidFill>
                <a:latin typeface="+mn-ea"/>
                <a:ea typeface="+mn-ea"/>
                <a:cs typeface="+mn-ea"/>
                <a:sym typeface="+mn-lt"/>
              </a:rPr>
              <a:t>DWS</a:t>
            </a:r>
            <a:r>
              <a:rPr lang="zh-CN" altLang="en-US" sz="3200" b="1" dirty="0">
                <a:solidFill>
                  <a:srgbClr val="C00000"/>
                </a:solidFill>
                <a:latin typeface="+mn-ea"/>
                <a:ea typeface="+mn-ea"/>
                <a:cs typeface="+mn-ea"/>
                <a:sym typeface="+mn-lt"/>
              </a:rPr>
              <a:t>）：</a:t>
            </a:r>
            <a:r>
              <a:rPr lang="zh-CN" altLang="en-US" sz="2000" b="1" dirty="0">
                <a:solidFill>
                  <a:srgbClr val="C00000"/>
                </a:solidFill>
                <a:latin typeface="+mn-ea"/>
                <a:ea typeface="+mn-ea"/>
                <a:cs typeface="+mn-ea"/>
                <a:sym typeface="+mn-lt"/>
              </a:rPr>
              <a:t>竞争力</a:t>
            </a:r>
            <a:endParaRPr lang="zh-CN" altLang="en-US" sz="2000" b="1" dirty="0">
              <a:solidFill>
                <a:srgbClr val="C0000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03988" y="990720"/>
            <a:ext cx="11827758" cy="338554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400" b="1"/>
            </a:lvl1pPr>
          </a:lstStyle>
          <a:p>
            <a:pPr marL="0" marR="0" lvl="0" indent="0" algn="l" defTabSz="1219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Exadata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价格昂贵，扩展能力低，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PB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量级规模的性能差，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GaussDB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提供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Oracle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迁移工具，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PB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量级规模性能高。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aphicFrame>
        <p:nvGraphicFramePr>
          <p:cNvPr id="13" name="内容占位符 3"/>
          <p:cNvGraphicFramePr/>
          <p:nvPr/>
        </p:nvGraphicFramePr>
        <p:xfrm>
          <a:off x="459620" y="1727171"/>
          <a:ext cx="11398083" cy="3159176"/>
        </p:xfrm>
        <a:graphic>
          <a:graphicData uri="http://schemas.openxmlformats.org/drawingml/2006/table">
            <a:tbl>
              <a:tblPr firstRow="1" bandRow="1"/>
              <a:tblGrid>
                <a:gridCol w="979684"/>
                <a:gridCol w="2850316"/>
                <a:gridCol w="1081154"/>
                <a:gridCol w="3457167"/>
                <a:gridCol w="3029762"/>
              </a:tblGrid>
              <a:tr h="225983"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6pPr>
                      <a:lvl7pPr marL="3657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7pPr>
                      <a:lvl8pPr marL="4267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8pPr>
                      <a:lvl9pPr marL="4876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维度</a:t>
                      </a:r>
                      <a:endParaRPr lang="zh-CN" altLang="en-US" sz="105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说明</a:t>
                      </a:r>
                      <a:endParaRPr lang="zh-CN" altLang="en-US" sz="105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6pPr>
                      <a:lvl7pPr marL="3657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7pPr>
                      <a:lvl8pPr marL="4267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8pPr>
                      <a:lvl9pPr marL="4876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105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维度</a:t>
                      </a:r>
                      <a:endParaRPr lang="zh-CN" altLang="en-US" sz="105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6pPr>
                      <a:lvl7pPr marL="3657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7pPr>
                      <a:lvl8pPr marL="4267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8pPr>
                      <a:lvl9pPr marL="4876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sz="105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Oracle</a:t>
                      </a:r>
                      <a:endParaRPr lang="zh-CN" altLang="en-US" sz="105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6pPr>
                      <a:lvl7pPr marL="3657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7pPr>
                      <a:lvl8pPr marL="4267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8pPr>
                      <a:lvl9pPr marL="4876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sz="1050" b="1" dirty="0" err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GaussDB</a:t>
                      </a:r>
                      <a:r>
                        <a:rPr lang="en-US" altLang="zh-CN" sz="105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(DWS)</a:t>
                      </a:r>
                      <a:endParaRPr lang="zh-CN" altLang="en-US" sz="1050" b="1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</a:tr>
              <a:tr h="51767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1" dirty="0">
                          <a:latin typeface="+mj-ea"/>
                          <a:ea typeface="+mj-ea"/>
                        </a:rPr>
                        <a:t>架构</a:t>
                      </a:r>
                      <a:endParaRPr lang="zh-CN" altLang="en-US" sz="800" b="1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MPP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架构</a:t>
                      </a:r>
                      <a:endParaRPr lang="zh-CN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架构</a:t>
                      </a:r>
                      <a:endParaRPr lang="zh-CN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单机或者采用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Share Disk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，扩展性差</a:t>
                      </a:r>
                      <a:endParaRPr lang="zh-CN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采用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MPP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架构，支撑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PB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级数据量</a:t>
                      </a:r>
                      <a:endParaRPr lang="en-US" altLang="zh-CN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</a:tr>
              <a:tr h="517675">
                <a:tc rowSpan="2"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6pPr>
                      <a:lvl7pPr marL="3657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7pPr>
                      <a:lvl8pPr marL="4267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8pPr>
                      <a:lvl9pPr marL="4876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b="1" dirty="0">
                          <a:latin typeface="+mj-ea"/>
                          <a:ea typeface="+mj-ea"/>
                        </a:rPr>
                        <a:t>高性能</a:t>
                      </a:r>
                      <a:endParaRPr lang="zh-CN" altLang="en-US" sz="800" b="1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分布式调用整个集群硬件资源</a:t>
                      </a:r>
                      <a:endParaRPr lang="zh-CN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6pPr>
                      <a:lvl7pPr marL="3657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7pPr>
                      <a:lvl8pPr marL="4267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8pPr>
                      <a:lvl9pPr marL="4876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X86</a:t>
                      </a:r>
                      <a:endParaRPr lang="zh-CN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单机架：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 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最大 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SQL 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磁盘带宽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:25 GB/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秒</a:t>
                      </a:r>
                      <a:endParaRPr lang="en-US" altLang="zh-CN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l" defTabSz="1219200" rtl="0" eaLnBrk="1" latinLnBrk="0" hangingPunct="1"/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 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最高 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SQL 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磁盘 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IOPS 36000</a:t>
                      </a:r>
                      <a:endParaRPr lang="en-US" altLang="zh-CN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 3 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最大数据加载速度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35TB/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小时</a:t>
                      </a:r>
                      <a:endParaRPr lang="en-US" altLang="zh-CN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单机架内置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台计算节点，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14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台存储节点</a:t>
                      </a:r>
                      <a:endParaRPr lang="zh-CN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6pPr>
                      <a:lvl7pPr marL="3657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7pPr>
                      <a:lvl8pPr marL="4267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8pPr>
                      <a:lvl9pPr marL="4876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导入性能与查询性能优</a:t>
                      </a:r>
                      <a:endParaRPr lang="en-US" altLang="zh-CN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</a:tr>
              <a:tr h="200875">
                <a:tc vMerge="1">
                  <a:tcPr/>
                </a:tc>
                <a:tc vMerge="1"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6pPr>
                      <a:lvl7pPr marL="3657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7pPr>
                      <a:lvl8pPr marL="4267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8pPr>
                      <a:lvl9pPr marL="4876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ARM</a:t>
                      </a:r>
                      <a:endParaRPr lang="zh-CN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不支持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ARM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，支持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POWER</a:t>
                      </a:r>
                      <a:endParaRPr lang="zh-CN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6pPr>
                      <a:lvl7pPr marL="3657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7pPr>
                      <a:lvl8pPr marL="4267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8pPr>
                      <a:lvl9pPr marL="4876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比同代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X86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高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30%</a:t>
                      </a:r>
                      <a:endParaRPr lang="en-US" altLang="zh-CN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</a:tr>
              <a:tr h="326421">
                <a:tc rowSpan="2"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6pPr>
                      <a:lvl7pPr marL="3657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7pPr>
                      <a:lvl8pPr marL="4267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8pPr>
                      <a:lvl9pPr marL="4876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800" b="1" dirty="0">
                          <a:latin typeface="+mj-ea"/>
                          <a:ea typeface="+mj-ea"/>
                        </a:rPr>
                        <a:t>高扩展</a:t>
                      </a:r>
                      <a:endParaRPr lang="zh-CN" altLang="en-US" sz="800" b="1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zh-CN" sz="800" kern="1200" dirty="0" err="1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GaussDB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(DWS)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扩展能力领先</a:t>
                      </a:r>
                      <a:endParaRPr lang="zh-CN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6pPr>
                      <a:lvl7pPr marL="3657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7pPr>
                      <a:lvl8pPr marL="4267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8pPr>
                      <a:lvl9pPr marL="4876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扩展能力</a:t>
                      </a:r>
                      <a:endParaRPr lang="zh-CN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支持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18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机柜扩展能力</a:t>
                      </a:r>
                      <a:endParaRPr lang="en-US" altLang="zh-CN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Share-Everything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架构，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Scale Out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扩展能力有限</a:t>
                      </a:r>
                      <a:endParaRPr lang="en-US" altLang="zh-CN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6pPr>
                      <a:lvl7pPr marL="3657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7pPr>
                      <a:lvl8pPr marL="4267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8pPr>
                      <a:lvl9pPr marL="4876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规格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2048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节点，当前最大商用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480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节点</a:t>
                      </a:r>
                      <a:endParaRPr lang="en-US" altLang="zh-CN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Share-Nothing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架构，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Scale Out 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线性扩展</a:t>
                      </a:r>
                      <a:endParaRPr lang="en-US" altLang="zh-CN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</a:tr>
              <a:tr h="206752">
                <a:tc vMerge="1"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逻辑集群，计算弹性伸缩</a:t>
                      </a:r>
                      <a:endParaRPr lang="en-US" altLang="zh-CN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弹性伸缩</a:t>
                      </a:r>
                      <a:endParaRPr lang="zh-CN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支持</a:t>
                      </a:r>
                      <a:endParaRPr lang="zh-CN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多业务统一管理运维，计算弹性伸缩</a:t>
                      </a:r>
                      <a:endParaRPr lang="en-US" altLang="zh-CN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</a:tr>
              <a:tr h="345862">
                <a:tc rowSpan="2"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6pPr>
                      <a:lvl7pPr marL="3657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7pPr>
                      <a:lvl8pPr marL="4267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8pPr>
                      <a:lvl9pPr marL="4876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800" b="1" dirty="0">
                          <a:latin typeface="+mj-ea"/>
                          <a:ea typeface="+mj-ea"/>
                        </a:rPr>
                        <a:t>易用性</a:t>
                      </a:r>
                      <a:endParaRPr lang="zh-CN" altLang="en-US" sz="800" b="1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1450" marR="0" lvl="0" indent="-17145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语法兼容性</a:t>
                      </a:r>
                      <a:endParaRPr lang="en-US" altLang="zh-CN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defRPr/>
                      </a:pP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TD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Oracle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迁移工具，降低应用搬迁成本</a:t>
                      </a:r>
                      <a:endParaRPr lang="zh-CN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6pPr>
                      <a:lvl7pPr marL="3657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7pPr>
                      <a:lvl8pPr marL="4267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8pPr>
                      <a:lvl9pPr marL="4876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语法</a:t>
                      </a:r>
                      <a:endParaRPr lang="en-US" altLang="zh-CN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兼容性</a:t>
                      </a:r>
                      <a:endParaRPr lang="zh-CN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219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SQL-92/99/2003/2016</a:t>
                      </a:r>
                      <a:endParaRPr lang="en-US" altLang="zh-CN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6pPr>
                      <a:lvl7pPr marL="3657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7pPr>
                      <a:lvl8pPr marL="4267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8pPr>
                      <a:lvl9pPr marL="4876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SQL 2003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，兼容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Oracle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数据类型、主流语法、函数、包等</a:t>
                      </a:r>
                      <a:endParaRPr lang="zh-CN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</a:tr>
              <a:tr h="703059">
                <a:tc vMerge="1">
                  <a:tcPr/>
                </a:tc>
                <a:tc vMerge="1">
                  <a:tcPr anchor="ctr">
                    <a:lnL w="12700" cmpd="sng">
                      <a:solidFill>
                        <a:srgbClr val="000000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6pPr>
                      <a:lvl7pPr marL="3657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7pPr>
                      <a:lvl8pPr marL="4267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8pPr>
                      <a:lvl9pPr marL="4876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迁移能力</a:t>
                      </a:r>
                      <a:endParaRPr lang="zh-CN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提供对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DB2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MS SQL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Access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MySQL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和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Teradata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的迁移方法论及工具，提供自动翻译工具支持从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MS SQL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Sybase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和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Access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到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Oracle PL/SQL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的转换，支持原库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DDL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捕获、离线数据迁移，并支持图形化操作</a:t>
                      </a:r>
                      <a:endParaRPr lang="zh-CN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>
                      <a:lvl1pPr marL="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1pPr>
                      <a:lvl2pPr marL="609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2pPr>
                      <a:lvl3pPr marL="1219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3pPr>
                      <a:lvl4pPr marL="1828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4pPr>
                      <a:lvl5pPr marL="24384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5pPr>
                      <a:lvl6pPr marL="30480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6pPr>
                      <a:lvl7pPr marL="36576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7pPr>
                      <a:lvl8pPr marL="42672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8pPr>
                      <a:lvl9pPr marL="4876800" algn="l" defTabSz="1219200" rtl="0" eaLnBrk="1" latinLnBrk="0" hangingPunct="1">
                        <a:defRPr sz="2400" kern="1200">
                          <a:solidFill>
                            <a:schemeClr val="tx1"/>
                          </a:solidFill>
                          <a:latin typeface="FrutigerNext LT Medium"/>
                          <a:ea typeface="华文细黑" panose="02010600040101010101" pitchFamily="2" charset="-122"/>
                          <a:cs typeface="宋体" panose="02010600030101010101" pitchFamily="2" charset="-122"/>
                        </a:defRPr>
                      </a:lvl9pPr>
                    </a:lstStyle>
                    <a:p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TD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Oralce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语法迁移工具</a:t>
                      </a:r>
                      <a:endParaRPr lang="en-US" altLang="zh-CN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迁移工具支持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Db2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2020Q2</a:t>
                      </a:r>
                      <a:r>
                        <a:rPr lang="zh-CN" altLang="en-US" sz="8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）</a:t>
                      </a:r>
                      <a:endParaRPr lang="zh-CN" altLang="en-US" sz="8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</a:tr>
            </a:tbl>
          </a:graphicData>
        </a:graphic>
      </p:graphicFrame>
      <p:sp>
        <p:nvSpPr>
          <p:cNvPr id="14" name="矩形 13"/>
          <p:cNvSpPr/>
          <p:nvPr/>
        </p:nvSpPr>
        <p:spPr>
          <a:xfrm>
            <a:off x="459620" y="5063301"/>
            <a:ext cx="11234932" cy="1346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GaussDB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（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DWS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）产品本身具备迁移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Oracle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的能力，采用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Share Nothing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架构更适合大规模分析场景，提供数仓、数据集市、决策、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BI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报表等业务场景；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典型场景，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OLTP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与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OLAP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场景配合使用，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Oracle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承载业务生产库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(OLTP)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GaussDB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（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DWS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）承载分析场景（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OLAP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），采用批量</a:t>
            </a: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/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实时同步工具同步数据；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圆角矩形 46"/>
          <p:cNvSpPr/>
          <p:nvPr/>
        </p:nvSpPr>
        <p:spPr bwMode="auto">
          <a:xfrm>
            <a:off x="367007" y="1836676"/>
            <a:ext cx="1445491" cy="2605549"/>
          </a:xfrm>
          <a:prstGeom prst="roundRect">
            <a:avLst/>
          </a:prstGeom>
          <a:solidFill>
            <a:srgbClr val="D9D9D9"/>
          </a:solidFill>
          <a:ln w="12700" cap="flat" cmpd="sng" algn="ctr">
            <a:solidFill>
              <a:srgbClr val="FFFFFF">
                <a:lumMod val="50000"/>
              </a:srgbClr>
            </a:solidFill>
            <a:prstDash val="solid"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46" name="圆角矩形 45"/>
          <p:cNvSpPr/>
          <p:nvPr/>
        </p:nvSpPr>
        <p:spPr bwMode="auto">
          <a:xfrm>
            <a:off x="3718256" y="1836676"/>
            <a:ext cx="1445491" cy="2605549"/>
          </a:xfrm>
          <a:prstGeom prst="roundRect">
            <a:avLst/>
          </a:prstGeom>
          <a:solidFill>
            <a:srgbClr val="D9D9D9"/>
          </a:solidFill>
          <a:ln w="12700" cap="flat" cmpd="sng" algn="ctr">
            <a:solidFill>
              <a:srgbClr val="FFFFFF">
                <a:lumMod val="50000"/>
              </a:srgbClr>
            </a:solidFill>
            <a:prstDash val="solid"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20775" y="234590"/>
            <a:ext cx="10331250" cy="871537"/>
          </a:xfrm>
        </p:spPr>
        <p:txBody>
          <a:bodyPr/>
          <a:lstStyle/>
          <a:p>
            <a:r>
              <a:rPr lang="en-US" altLang="zh-CN" sz="3200" b="1" dirty="0">
                <a:solidFill>
                  <a:srgbClr val="C00000"/>
                </a:solidFill>
                <a:latin typeface="+mn-ea"/>
                <a:cs typeface="+mn-ea"/>
                <a:sym typeface="+mn-lt"/>
              </a:rPr>
              <a:t>Oracle</a:t>
            </a:r>
            <a:r>
              <a:rPr lang="zh-CN" altLang="en-US" sz="3200" b="1" dirty="0">
                <a:solidFill>
                  <a:srgbClr val="C00000"/>
                </a:solidFill>
                <a:latin typeface="+mn-ea"/>
                <a:cs typeface="+mn-ea"/>
                <a:sym typeface="+mn-lt"/>
              </a:rPr>
              <a:t>迁移上</a:t>
            </a:r>
            <a:r>
              <a:rPr lang="en-US" altLang="zh-CN" sz="3200" b="1" dirty="0">
                <a:solidFill>
                  <a:srgbClr val="C00000"/>
                </a:solidFill>
                <a:latin typeface="+mn-ea"/>
                <a:cs typeface="+mn-ea"/>
                <a:sym typeface="+mn-lt"/>
              </a:rPr>
              <a:t>DWS</a:t>
            </a:r>
            <a:endParaRPr lang="zh-CN" altLang="en-US" sz="2000" b="1" dirty="0">
              <a:solidFill>
                <a:srgbClr val="C00000"/>
              </a:solidFill>
              <a:latin typeface="+mn-ea"/>
              <a:ea typeface="+mn-ea"/>
              <a:cs typeface="+mn-ea"/>
            </a:endParaRPr>
          </a:p>
        </p:txBody>
      </p:sp>
      <p:graphicFrame>
        <p:nvGraphicFramePr>
          <p:cNvPr id="2" name="表格 1"/>
          <p:cNvGraphicFramePr>
            <a:graphicFrameLocks noGrp="1"/>
          </p:cNvGraphicFramePr>
          <p:nvPr/>
        </p:nvGraphicFramePr>
        <p:xfrm>
          <a:off x="5801033" y="1396180"/>
          <a:ext cx="5364250" cy="384048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415960"/>
                <a:gridCol w="1799850"/>
                <a:gridCol w="3148440"/>
              </a:tblGrid>
              <a:tr h="624727"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序号</a:t>
                      </a:r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痛点</a:t>
                      </a:r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GaussDB</a:t>
                      </a:r>
                      <a:r>
                        <a:rPr lang="zh-CN" altLang="en-US" sz="1800" dirty="0"/>
                        <a:t>（</a:t>
                      </a:r>
                      <a:r>
                        <a:rPr lang="en-US" altLang="zh-CN" sz="1800" dirty="0"/>
                        <a:t>DWS</a:t>
                      </a:r>
                      <a:r>
                        <a:rPr lang="zh-CN" altLang="en-US" sz="1800" dirty="0"/>
                        <a:t>）优势</a:t>
                      </a:r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727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1</a:t>
                      </a:r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cs typeface="+mn-ea"/>
                          <a:sym typeface="+mn-lt"/>
                        </a:rPr>
                        <a:t>架构优化</a:t>
                      </a:r>
                      <a:endParaRPr lang="en-US" altLang="zh-CN" sz="1800" b="1" kern="1200" dirty="0">
                        <a:solidFill>
                          <a:srgbClr val="C00000"/>
                        </a:solidFill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/>
                        <a:t>采用</a:t>
                      </a:r>
                      <a:r>
                        <a:rPr lang="en-US" altLang="zh-CN" sz="1800" dirty="0"/>
                        <a:t>MPP</a:t>
                      </a:r>
                      <a:r>
                        <a:rPr lang="zh-CN" altLang="en-US" sz="1800" dirty="0"/>
                        <a:t>架构，具备高扩展，</a:t>
                      </a:r>
                      <a:r>
                        <a:rPr lang="zh-CN" altLang="en-US" sz="1800" b="1" dirty="0">
                          <a:solidFill>
                            <a:srgbClr val="C00000"/>
                          </a:solidFill>
                          <a:latin typeface="+mn-ea"/>
                          <a:cs typeface="+mn-ea"/>
                          <a:sym typeface="+mn-lt"/>
                        </a:rPr>
                        <a:t>适合大规模分析场景</a:t>
                      </a:r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727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2</a:t>
                      </a:r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800" b="1" kern="120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cs typeface="+mn-ea"/>
                          <a:sym typeface="+mn-lt"/>
                        </a:rPr>
                        <a:t>O</a:t>
                      </a:r>
                      <a:r>
                        <a:rPr lang="zh-CN" altLang="en-US" sz="1800" b="1" kern="120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cs typeface="+mn-ea"/>
                          <a:sym typeface="+mn-lt"/>
                        </a:rPr>
                        <a:t>不满足现网业务需求</a:t>
                      </a:r>
                      <a:endParaRPr lang="en-US" altLang="zh-CN" sz="1800" b="1" kern="1200" dirty="0">
                        <a:solidFill>
                          <a:srgbClr val="C00000"/>
                        </a:solidFill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PB</a:t>
                      </a:r>
                      <a:r>
                        <a:rPr lang="zh-CN" altLang="en-US" sz="1800" dirty="0"/>
                        <a:t>级数据，高性能，客户体验好</a:t>
                      </a:r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727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3</a:t>
                      </a:r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rgbClr val="C00000"/>
                          </a:solidFill>
                          <a:latin typeface="+mn-ea"/>
                          <a:cs typeface="+mn-ea"/>
                          <a:sym typeface="+mn-lt"/>
                        </a:rPr>
                        <a:t>融合分析</a:t>
                      </a:r>
                      <a:endParaRPr lang="en-US" altLang="zh-CN" sz="1800" b="1" kern="1200" dirty="0">
                        <a:solidFill>
                          <a:srgbClr val="C00000"/>
                        </a:solidFill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具备与</a:t>
                      </a:r>
                      <a:r>
                        <a:rPr lang="en-US" altLang="zh-CN" sz="1800" dirty="0"/>
                        <a:t>HD</a:t>
                      </a:r>
                      <a:r>
                        <a:rPr lang="zh-CN" altLang="en-US" sz="1800" dirty="0"/>
                        <a:t>、</a:t>
                      </a:r>
                      <a:r>
                        <a:rPr lang="en-US" altLang="zh-CN" sz="1800" dirty="0"/>
                        <a:t>OBS</a:t>
                      </a:r>
                      <a:r>
                        <a:rPr lang="zh-CN" altLang="en-US" sz="1800" dirty="0"/>
                        <a:t>对接，具备融合分析能力</a:t>
                      </a:r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987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5</a:t>
                      </a:r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kern="1200" dirty="0">
                          <a:solidFill>
                            <a:srgbClr val="C00000"/>
                          </a:solidFill>
                          <a:latin typeface="+mn-ea"/>
                          <a:ea typeface="+mn-ea"/>
                          <a:cs typeface="+mn-ea"/>
                          <a:sym typeface="+mn-lt"/>
                        </a:rPr>
                        <a:t>运维效率</a:t>
                      </a:r>
                      <a:endParaRPr lang="en-US" altLang="zh-CN" sz="1800" b="1" kern="1200" dirty="0">
                        <a:solidFill>
                          <a:srgbClr val="C00000"/>
                        </a:solidFill>
                        <a:latin typeface="+mn-ea"/>
                        <a:ea typeface="+mn-ea"/>
                        <a:cs typeface="+mn-ea"/>
                        <a:sym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dirty="0"/>
                        <a:t>统一运维，本地服务高效支撑，</a:t>
                      </a:r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24727">
                <a:tc>
                  <a:txBody>
                    <a:bodyPr/>
                    <a:lstStyle/>
                    <a:p>
                      <a:r>
                        <a:rPr lang="en-US" altLang="zh-CN" sz="1800" dirty="0"/>
                        <a:t>6</a:t>
                      </a:r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18808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800" b="1" dirty="0">
                          <a:solidFill>
                            <a:srgbClr val="C00000"/>
                          </a:solidFill>
                          <a:latin typeface="+mn-ea"/>
                          <a:cs typeface="+mn-ea"/>
                          <a:sym typeface="+mn-lt"/>
                        </a:rPr>
                        <a:t>国产化要求</a:t>
                      </a:r>
                      <a:endParaRPr lang="en-US" altLang="zh-CN" sz="1800" b="1" dirty="0">
                        <a:solidFill>
                          <a:srgbClr val="C00000"/>
                        </a:solidFill>
                        <a:latin typeface="+mn-ea"/>
                        <a:cs typeface="+mn-ea"/>
                        <a:sym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800" dirty="0"/>
                        <a:t>具备芯片、</a:t>
                      </a:r>
                      <a:r>
                        <a:rPr lang="en-US" altLang="zh-CN" sz="1800" dirty="0"/>
                        <a:t>OS</a:t>
                      </a:r>
                      <a:r>
                        <a:rPr lang="zh-CN" altLang="en-US" sz="1800" dirty="0"/>
                        <a:t>、数仓软件等全栈国产化能力</a:t>
                      </a:r>
                      <a:endParaRPr lang="zh-CN" altLang="en-US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7" name="流程图: 磁盘 36"/>
          <p:cNvSpPr/>
          <p:nvPr/>
        </p:nvSpPr>
        <p:spPr bwMode="auto">
          <a:xfrm>
            <a:off x="508669" y="2602345"/>
            <a:ext cx="1166861" cy="1015528"/>
          </a:xfrm>
          <a:prstGeom prst="flowChartMagneticDisk">
            <a:avLst/>
          </a:prstGeom>
          <a:solidFill>
            <a:srgbClr val="FFB870"/>
          </a:solidFill>
          <a:ln w="12700" cap="flat" cmpd="sng" algn="ctr">
            <a:solidFill>
              <a:srgbClr val="000000"/>
            </a:solidFill>
            <a:prstDash val="solid"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TP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数据库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8" name="流程图: 磁盘 37"/>
          <p:cNvSpPr/>
          <p:nvPr/>
        </p:nvSpPr>
        <p:spPr bwMode="auto">
          <a:xfrm>
            <a:off x="3857572" y="2631687"/>
            <a:ext cx="1166861" cy="1015528"/>
          </a:xfrm>
          <a:prstGeom prst="flowChartMagneticDisk">
            <a:avLst/>
          </a:prstGeom>
          <a:solidFill>
            <a:srgbClr val="92D050"/>
          </a:solidFill>
          <a:ln w="12700" cap="flat" cmpd="sng" algn="ctr">
            <a:solidFill>
              <a:srgbClr val="000000"/>
            </a:solidFill>
            <a:prstDash val="solid"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目标数据库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DWS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40" name="肘形连接符 39"/>
          <p:cNvCxnSpPr>
            <a:stCxn id="37" idx="4"/>
          </p:cNvCxnSpPr>
          <p:nvPr/>
        </p:nvCxnSpPr>
        <p:spPr>
          <a:xfrm flipV="1">
            <a:off x="1675530" y="2153265"/>
            <a:ext cx="1903412" cy="956844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肘形连接符 42"/>
          <p:cNvCxnSpPr>
            <a:stCxn id="37" idx="4"/>
          </p:cNvCxnSpPr>
          <p:nvPr/>
        </p:nvCxnSpPr>
        <p:spPr>
          <a:xfrm>
            <a:off x="1675530" y="3110109"/>
            <a:ext cx="1903412" cy="104713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2496947" y="1763592"/>
            <a:ext cx="117203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990000"/>
              </a:buClr>
              <a:buSzPct val="70000"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CDM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：全量迁移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2546221" y="4326775"/>
            <a:ext cx="11720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990000"/>
              </a:buClr>
              <a:buSzPct val="70000"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DRS/DSG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：实时同步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 anchor="ctr">
            <a:normAutofit fontScale="97500"/>
          </a:bodyPr>
          <a:lstStyle/>
          <a:p>
            <a:pPr defTabSz="685800">
              <a:lnSpc>
                <a:spcPct val="90000"/>
              </a:lnSpc>
            </a:pP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一键式迁移工具</a:t>
            </a:r>
            <a:r>
              <a:rPr lang="en-US" altLang="zh-CN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DSC</a:t>
            </a:r>
            <a:r>
              <a:rPr lang="zh-CN" altLang="en-US" sz="2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，业务无感知迁移</a:t>
            </a:r>
            <a:endParaRPr lang="zh-CN" altLang="en-US" sz="2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401067" y="3922653"/>
            <a:ext cx="539440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9002F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支持迁移的对象：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E9002F"/>
              </a:solidFill>
              <a:effectLst/>
              <a:uLnTx/>
              <a:uFillTx/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+mn-lt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通用对象：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SQL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模式，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SQL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查询，表，视图，函数等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+mn-lt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仅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Oracle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支持的对象：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PL/SQL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+mn-lt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仅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Teradata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支持的对象：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DSQL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脚本，包含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BTEQ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和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SQL_LANG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脚本的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Perl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文件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37251" y="1797907"/>
            <a:ext cx="1067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语法解析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22" name="Shape 542"/>
          <p:cNvSpPr/>
          <p:nvPr/>
        </p:nvSpPr>
        <p:spPr>
          <a:xfrm>
            <a:off x="5680210" y="2162959"/>
            <a:ext cx="764806" cy="6049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09" y="14020"/>
                </a:moveTo>
                <a:cubicBezTo>
                  <a:pt x="20951" y="14020"/>
                  <a:pt x="21162" y="14126"/>
                  <a:pt x="21336" y="14334"/>
                </a:cubicBezTo>
                <a:cubicBezTo>
                  <a:pt x="21512" y="14549"/>
                  <a:pt x="21600" y="14810"/>
                  <a:pt x="21600" y="15116"/>
                </a:cubicBezTo>
                <a:lnTo>
                  <a:pt x="21600" y="20504"/>
                </a:lnTo>
                <a:cubicBezTo>
                  <a:pt x="21600" y="20816"/>
                  <a:pt x="21512" y="21071"/>
                  <a:pt x="21336" y="21286"/>
                </a:cubicBezTo>
                <a:cubicBezTo>
                  <a:pt x="21162" y="21494"/>
                  <a:pt x="20951" y="21600"/>
                  <a:pt x="20709" y="21600"/>
                </a:cubicBezTo>
                <a:lnTo>
                  <a:pt x="16198" y="21600"/>
                </a:lnTo>
                <a:cubicBezTo>
                  <a:pt x="15941" y="21600"/>
                  <a:pt x="15730" y="21494"/>
                  <a:pt x="15564" y="21286"/>
                </a:cubicBezTo>
                <a:cubicBezTo>
                  <a:pt x="15400" y="21071"/>
                  <a:pt x="15316" y="20816"/>
                  <a:pt x="15316" y="20504"/>
                </a:cubicBezTo>
                <a:lnTo>
                  <a:pt x="15316" y="15116"/>
                </a:lnTo>
                <a:cubicBezTo>
                  <a:pt x="15316" y="14810"/>
                  <a:pt x="15400" y="14549"/>
                  <a:pt x="15571" y="14334"/>
                </a:cubicBezTo>
                <a:cubicBezTo>
                  <a:pt x="15737" y="14126"/>
                  <a:pt x="15945" y="14020"/>
                  <a:pt x="16198" y="14020"/>
                </a:cubicBezTo>
                <a:lnTo>
                  <a:pt x="17789" y="14020"/>
                </a:lnTo>
                <a:lnTo>
                  <a:pt x="17789" y="11869"/>
                </a:lnTo>
                <a:cubicBezTo>
                  <a:pt x="17789" y="11699"/>
                  <a:pt x="17708" y="11611"/>
                  <a:pt x="17544" y="11602"/>
                </a:cubicBezTo>
                <a:lnTo>
                  <a:pt x="11473" y="11602"/>
                </a:lnTo>
                <a:lnTo>
                  <a:pt x="11473" y="14020"/>
                </a:lnTo>
                <a:lnTo>
                  <a:pt x="13054" y="14020"/>
                </a:lnTo>
                <a:cubicBezTo>
                  <a:pt x="13297" y="14020"/>
                  <a:pt x="13507" y="14126"/>
                  <a:pt x="13681" y="14334"/>
                </a:cubicBezTo>
                <a:cubicBezTo>
                  <a:pt x="13857" y="14549"/>
                  <a:pt x="13945" y="14810"/>
                  <a:pt x="13945" y="15116"/>
                </a:cubicBezTo>
                <a:lnTo>
                  <a:pt x="13945" y="20504"/>
                </a:lnTo>
                <a:cubicBezTo>
                  <a:pt x="13945" y="20816"/>
                  <a:pt x="13857" y="21071"/>
                  <a:pt x="13681" y="21286"/>
                </a:cubicBezTo>
                <a:cubicBezTo>
                  <a:pt x="13507" y="21494"/>
                  <a:pt x="13297" y="21600"/>
                  <a:pt x="13054" y="21600"/>
                </a:cubicBezTo>
                <a:lnTo>
                  <a:pt x="8543" y="21600"/>
                </a:lnTo>
                <a:cubicBezTo>
                  <a:pt x="8298" y="21600"/>
                  <a:pt x="8090" y="21494"/>
                  <a:pt x="7914" y="21286"/>
                </a:cubicBezTo>
                <a:cubicBezTo>
                  <a:pt x="7740" y="21071"/>
                  <a:pt x="7652" y="20816"/>
                  <a:pt x="7652" y="20504"/>
                </a:cubicBezTo>
                <a:lnTo>
                  <a:pt x="7652" y="15116"/>
                </a:lnTo>
                <a:cubicBezTo>
                  <a:pt x="7652" y="14810"/>
                  <a:pt x="7740" y="14549"/>
                  <a:pt x="7914" y="14334"/>
                </a:cubicBezTo>
                <a:cubicBezTo>
                  <a:pt x="8090" y="14126"/>
                  <a:pt x="8298" y="14020"/>
                  <a:pt x="8543" y="14020"/>
                </a:cubicBezTo>
                <a:lnTo>
                  <a:pt x="10124" y="14020"/>
                </a:lnTo>
                <a:lnTo>
                  <a:pt x="10124" y="11602"/>
                </a:lnTo>
                <a:lnTo>
                  <a:pt x="4056" y="11602"/>
                </a:lnTo>
                <a:cubicBezTo>
                  <a:pt x="3902" y="11602"/>
                  <a:pt x="3821" y="11690"/>
                  <a:pt x="3821" y="11869"/>
                </a:cubicBezTo>
                <a:lnTo>
                  <a:pt x="3821" y="14020"/>
                </a:lnTo>
                <a:lnTo>
                  <a:pt x="5402" y="14020"/>
                </a:lnTo>
                <a:cubicBezTo>
                  <a:pt x="5662" y="14020"/>
                  <a:pt x="5875" y="14126"/>
                  <a:pt x="6054" y="14334"/>
                </a:cubicBezTo>
                <a:cubicBezTo>
                  <a:pt x="6230" y="14549"/>
                  <a:pt x="6316" y="14810"/>
                  <a:pt x="6316" y="15116"/>
                </a:cubicBezTo>
                <a:lnTo>
                  <a:pt x="6316" y="20504"/>
                </a:lnTo>
                <a:cubicBezTo>
                  <a:pt x="6316" y="20816"/>
                  <a:pt x="6230" y="21071"/>
                  <a:pt x="6054" y="21286"/>
                </a:cubicBezTo>
                <a:cubicBezTo>
                  <a:pt x="5877" y="21494"/>
                  <a:pt x="5664" y="21600"/>
                  <a:pt x="5402" y="21600"/>
                </a:cubicBezTo>
                <a:lnTo>
                  <a:pt x="913" y="21600"/>
                </a:lnTo>
                <a:cubicBezTo>
                  <a:pt x="658" y="21600"/>
                  <a:pt x="441" y="21494"/>
                  <a:pt x="262" y="21286"/>
                </a:cubicBezTo>
                <a:cubicBezTo>
                  <a:pt x="88" y="21071"/>
                  <a:pt x="0" y="20816"/>
                  <a:pt x="0" y="20504"/>
                </a:cubicBezTo>
                <a:lnTo>
                  <a:pt x="0" y="15116"/>
                </a:lnTo>
                <a:cubicBezTo>
                  <a:pt x="0" y="14810"/>
                  <a:pt x="88" y="14549"/>
                  <a:pt x="262" y="14334"/>
                </a:cubicBezTo>
                <a:cubicBezTo>
                  <a:pt x="438" y="14126"/>
                  <a:pt x="656" y="14020"/>
                  <a:pt x="913" y="14020"/>
                </a:cubicBezTo>
                <a:lnTo>
                  <a:pt x="2472" y="14020"/>
                </a:lnTo>
                <a:lnTo>
                  <a:pt x="2472" y="11869"/>
                </a:lnTo>
                <a:cubicBezTo>
                  <a:pt x="2472" y="11352"/>
                  <a:pt x="2629" y="10912"/>
                  <a:pt x="2942" y="10544"/>
                </a:cubicBezTo>
                <a:cubicBezTo>
                  <a:pt x="3253" y="10180"/>
                  <a:pt x="3623" y="9998"/>
                  <a:pt x="4054" y="9998"/>
                </a:cubicBezTo>
                <a:lnTo>
                  <a:pt x="10122" y="9998"/>
                </a:lnTo>
                <a:lnTo>
                  <a:pt x="10122" y="7551"/>
                </a:lnTo>
                <a:lnTo>
                  <a:pt x="8541" y="7551"/>
                </a:lnTo>
                <a:cubicBezTo>
                  <a:pt x="8296" y="7551"/>
                  <a:pt x="8088" y="7451"/>
                  <a:pt x="7912" y="7248"/>
                </a:cubicBezTo>
                <a:cubicBezTo>
                  <a:pt x="7738" y="7045"/>
                  <a:pt x="7650" y="6790"/>
                  <a:pt x="7650" y="6484"/>
                </a:cubicBezTo>
                <a:lnTo>
                  <a:pt x="7650" y="1066"/>
                </a:lnTo>
                <a:cubicBezTo>
                  <a:pt x="7650" y="776"/>
                  <a:pt x="7738" y="523"/>
                  <a:pt x="7912" y="314"/>
                </a:cubicBezTo>
                <a:cubicBezTo>
                  <a:pt x="8088" y="103"/>
                  <a:pt x="8296" y="0"/>
                  <a:pt x="8541" y="0"/>
                </a:cubicBezTo>
                <a:lnTo>
                  <a:pt x="13052" y="0"/>
                </a:lnTo>
                <a:cubicBezTo>
                  <a:pt x="13294" y="0"/>
                  <a:pt x="13505" y="103"/>
                  <a:pt x="13679" y="314"/>
                </a:cubicBezTo>
                <a:cubicBezTo>
                  <a:pt x="13855" y="523"/>
                  <a:pt x="13943" y="776"/>
                  <a:pt x="13943" y="1066"/>
                </a:cubicBezTo>
                <a:lnTo>
                  <a:pt x="13943" y="6484"/>
                </a:lnTo>
                <a:cubicBezTo>
                  <a:pt x="13943" y="6790"/>
                  <a:pt x="13855" y="7045"/>
                  <a:pt x="13679" y="7248"/>
                </a:cubicBezTo>
                <a:cubicBezTo>
                  <a:pt x="13505" y="7451"/>
                  <a:pt x="13294" y="7551"/>
                  <a:pt x="13052" y="7551"/>
                </a:cubicBezTo>
                <a:lnTo>
                  <a:pt x="11471" y="7551"/>
                </a:lnTo>
                <a:lnTo>
                  <a:pt x="11471" y="9998"/>
                </a:lnTo>
                <a:lnTo>
                  <a:pt x="17541" y="9998"/>
                </a:lnTo>
                <a:cubicBezTo>
                  <a:pt x="17970" y="9998"/>
                  <a:pt x="18339" y="10177"/>
                  <a:pt x="18653" y="10539"/>
                </a:cubicBezTo>
                <a:cubicBezTo>
                  <a:pt x="18966" y="10900"/>
                  <a:pt x="19123" y="11344"/>
                  <a:pt x="19123" y="11869"/>
                </a:cubicBezTo>
                <a:lnTo>
                  <a:pt x="19123" y="14020"/>
                </a:lnTo>
                <a:lnTo>
                  <a:pt x="20709" y="14020"/>
                </a:lnTo>
                <a:close/>
              </a:path>
            </a:pathLst>
          </a:custGeom>
          <a:solidFill>
            <a:srgbClr val="00B0F0"/>
          </a:solidFill>
          <a:ln w="12700" cap="flat">
            <a:noFill/>
            <a:miter lim="400000"/>
          </a:ln>
          <a:effectLst/>
        </p:spPr>
        <p:txBody>
          <a:bodyPr lIns="19050" tIns="19050" rIns="19050" bIns="19050" anchor="ctr"/>
          <a:lstStyle/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64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</a:defRPr>
            </a:pPr>
            <a:endParaRPr kumimoji="0" sz="32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23" name="Freeform 102"/>
          <p:cNvSpPr>
            <a:spLocks noEditPoints="1"/>
          </p:cNvSpPr>
          <p:nvPr/>
        </p:nvSpPr>
        <p:spPr bwMode="auto">
          <a:xfrm>
            <a:off x="649140" y="1938642"/>
            <a:ext cx="584200" cy="685800"/>
          </a:xfrm>
          <a:custGeom>
            <a:avLst/>
            <a:gdLst>
              <a:gd name="T0" fmla="*/ 379218 w 57"/>
              <a:gd name="T1" fmla="*/ 102358 h 67"/>
              <a:gd name="T2" fmla="*/ 430463 w 57"/>
              <a:gd name="T3" fmla="*/ 214952 h 67"/>
              <a:gd name="T4" fmla="*/ 409965 w 57"/>
              <a:gd name="T5" fmla="*/ 255896 h 67"/>
              <a:gd name="T6" fmla="*/ 399716 w 57"/>
              <a:gd name="T7" fmla="*/ 266131 h 67"/>
              <a:gd name="T8" fmla="*/ 338221 w 57"/>
              <a:gd name="T9" fmla="*/ 378725 h 67"/>
              <a:gd name="T10" fmla="*/ 225481 w 57"/>
              <a:gd name="T11" fmla="*/ 378725 h 67"/>
              <a:gd name="T12" fmla="*/ 163986 w 57"/>
              <a:gd name="T13" fmla="*/ 266131 h 67"/>
              <a:gd name="T14" fmla="*/ 153737 w 57"/>
              <a:gd name="T15" fmla="*/ 255896 h 67"/>
              <a:gd name="T16" fmla="*/ 133239 w 57"/>
              <a:gd name="T17" fmla="*/ 214952 h 67"/>
              <a:gd name="T18" fmla="*/ 184484 w 57"/>
              <a:gd name="T19" fmla="*/ 102358 h 67"/>
              <a:gd name="T20" fmla="*/ 122989 w 57"/>
              <a:gd name="T21" fmla="*/ 440140 h 67"/>
              <a:gd name="T22" fmla="*/ 102491 w 57"/>
              <a:gd name="T23" fmla="*/ 470848 h 67"/>
              <a:gd name="T24" fmla="*/ 122989 w 57"/>
              <a:gd name="T25" fmla="*/ 532263 h 67"/>
              <a:gd name="T26" fmla="*/ 133239 w 57"/>
              <a:gd name="T27" fmla="*/ 532263 h 67"/>
              <a:gd name="T28" fmla="*/ 143488 w 57"/>
              <a:gd name="T29" fmla="*/ 542499 h 67"/>
              <a:gd name="T30" fmla="*/ 143488 w 57"/>
              <a:gd name="T31" fmla="*/ 552734 h 67"/>
              <a:gd name="T32" fmla="*/ 153737 w 57"/>
              <a:gd name="T33" fmla="*/ 542499 h 67"/>
              <a:gd name="T34" fmla="*/ 184484 w 57"/>
              <a:gd name="T35" fmla="*/ 511791 h 67"/>
              <a:gd name="T36" fmla="*/ 133239 w 57"/>
              <a:gd name="T37" fmla="*/ 522027 h 67"/>
              <a:gd name="T38" fmla="*/ 133239 w 57"/>
              <a:gd name="T39" fmla="*/ 440140 h 67"/>
              <a:gd name="T40" fmla="*/ 297225 w 57"/>
              <a:gd name="T41" fmla="*/ 644857 h 67"/>
              <a:gd name="T42" fmla="*/ 430463 w 57"/>
              <a:gd name="T43" fmla="*/ 440140 h 67"/>
              <a:gd name="T44" fmla="*/ 430463 w 57"/>
              <a:gd name="T45" fmla="*/ 522027 h 67"/>
              <a:gd name="T46" fmla="*/ 389467 w 57"/>
              <a:gd name="T47" fmla="*/ 511791 h 67"/>
              <a:gd name="T48" fmla="*/ 409965 w 57"/>
              <a:gd name="T49" fmla="*/ 542499 h 67"/>
              <a:gd name="T50" fmla="*/ 430463 w 57"/>
              <a:gd name="T51" fmla="*/ 552734 h 67"/>
              <a:gd name="T52" fmla="*/ 430463 w 57"/>
              <a:gd name="T53" fmla="*/ 542499 h 67"/>
              <a:gd name="T54" fmla="*/ 430463 w 57"/>
              <a:gd name="T55" fmla="*/ 532263 h 67"/>
              <a:gd name="T56" fmla="*/ 440712 w 57"/>
              <a:gd name="T57" fmla="*/ 532263 h 67"/>
              <a:gd name="T58" fmla="*/ 461211 w 57"/>
              <a:gd name="T59" fmla="*/ 470848 h 67"/>
              <a:gd name="T60" fmla="*/ 440712 w 57"/>
              <a:gd name="T61" fmla="*/ 440140 h 67"/>
              <a:gd name="T62" fmla="*/ 573951 w 57"/>
              <a:gd name="T63" fmla="*/ 685800 h 67"/>
              <a:gd name="T64" fmla="*/ 81993 w 57"/>
              <a:gd name="T65" fmla="*/ 440140 h 67"/>
              <a:gd name="T66" fmla="*/ 450961 w 57"/>
              <a:gd name="T67" fmla="*/ 184245 h 67"/>
              <a:gd name="T68" fmla="*/ 317723 w 57"/>
              <a:gd name="T69" fmla="*/ 0 h 67"/>
              <a:gd name="T70" fmla="*/ 112740 w 57"/>
              <a:gd name="T71" fmla="*/ 184245 h 67"/>
              <a:gd name="T72" fmla="*/ 102491 w 57"/>
              <a:gd name="T73" fmla="*/ 194481 h 67"/>
              <a:gd name="T74" fmla="*/ 112740 w 57"/>
              <a:gd name="T75" fmla="*/ 255896 h 67"/>
              <a:gd name="T76" fmla="*/ 163986 w 57"/>
              <a:gd name="T77" fmla="*/ 348018 h 67"/>
              <a:gd name="T78" fmla="*/ 276726 w 57"/>
              <a:gd name="T79" fmla="*/ 409433 h 67"/>
              <a:gd name="T80" fmla="*/ 399716 w 57"/>
              <a:gd name="T81" fmla="*/ 358254 h 67"/>
              <a:gd name="T82" fmla="*/ 450961 w 57"/>
              <a:gd name="T83" fmla="*/ 255896 h 67"/>
              <a:gd name="T84" fmla="*/ 461211 w 57"/>
              <a:gd name="T85" fmla="*/ 194481 h 67"/>
              <a:gd name="T86" fmla="*/ 450961 w 57"/>
              <a:gd name="T87" fmla="*/ 184245 h 67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</a:gdLst>
            <a:ahLst/>
            <a:cxnLst>
              <a:cxn ang="T88">
                <a:pos x="T0" y="T1"/>
              </a:cxn>
              <a:cxn ang="T89">
                <a:pos x="T2" y="T3"/>
              </a:cxn>
              <a:cxn ang="T90">
                <a:pos x="T4" y="T5"/>
              </a:cxn>
              <a:cxn ang="T91">
                <a:pos x="T6" y="T7"/>
              </a:cxn>
              <a:cxn ang="T92">
                <a:pos x="T8" y="T9"/>
              </a:cxn>
              <a:cxn ang="T93">
                <a:pos x="T10" y="T11"/>
              </a:cxn>
              <a:cxn ang="T94">
                <a:pos x="T12" y="T13"/>
              </a:cxn>
              <a:cxn ang="T95">
                <a:pos x="T14" y="T15"/>
              </a:cxn>
              <a:cxn ang="T96">
                <a:pos x="T16" y="T17"/>
              </a:cxn>
              <a:cxn ang="T97">
                <a:pos x="T18" y="T19"/>
              </a:cxn>
              <a:cxn ang="T98">
                <a:pos x="T20" y="T21"/>
              </a:cxn>
              <a:cxn ang="T99">
                <a:pos x="T22" y="T23"/>
              </a:cxn>
              <a:cxn ang="T100">
                <a:pos x="T24" y="T25"/>
              </a:cxn>
              <a:cxn ang="T101">
                <a:pos x="T26" y="T27"/>
              </a:cxn>
              <a:cxn ang="T102">
                <a:pos x="T28" y="T29"/>
              </a:cxn>
              <a:cxn ang="T103">
                <a:pos x="T30" y="T31"/>
              </a:cxn>
              <a:cxn ang="T104">
                <a:pos x="T32" y="T33"/>
              </a:cxn>
              <a:cxn ang="T105">
                <a:pos x="T34" y="T35"/>
              </a:cxn>
              <a:cxn ang="T106">
                <a:pos x="T36" y="T37"/>
              </a:cxn>
              <a:cxn ang="T107">
                <a:pos x="T38" y="T39"/>
              </a:cxn>
              <a:cxn ang="T108">
                <a:pos x="T40" y="T41"/>
              </a:cxn>
              <a:cxn ang="T109">
                <a:pos x="T42" y="T43"/>
              </a:cxn>
              <a:cxn ang="T110">
                <a:pos x="T44" y="T45"/>
              </a:cxn>
              <a:cxn ang="T111">
                <a:pos x="T46" y="T47"/>
              </a:cxn>
              <a:cxn ang="T112">
                <a:pos x="T48" y="T49"/>
              </a:cxn>
              <a:cxn ang="T113">
                <a:pos x="T50" y="T51"/>
              </a:cxn>
              <a:cxn ang="T114">
                <a:pos x="T52" y="T53"/>
              </a:cxn>
              <a:cxn ang="T115">
                <a:pos x="T54" y="T55"/>
              </a:cxn>
              <a:cxn ang="T116">
                <a:pos x="T56" y="T57"/>
              </a:cxn>
              <a:cxn ang="T117">
                <a:pos x="T58" y="T59"/>
              </a:cxn>
              <a:cxn ang="T118">
                <a:pos x="T60" y="T61"/>
              </a:cxn>
              <a:cxn ang="T119">
                <a:pos x="T62" y="T63"/>
              </a:cxn>
              <a:cxn ang="T120">
                <a:pos x="T64" y="T65"/>
              </a:cxn>
              <a:cxn ang="T121">
                <a:pos x="T66" y="T67"/>
              </a:cxn>
              <a:cxn ang="T122">
                <a:pos x="T68" y="T69"/>
              </a:cxn>
              <a:cxn ang="T123">
                <a:pos x="T70" y="T71"/>
              </a:cxn>
              <a:cxn ang="T124">
                <a:pos x="T72" y="T73"/>
              </a:cxn>
              <a:cxn ang="T125">
                <a:pos x="T74" y="T75"/>
              </a:cxn>
              <a:cxn ang="T126">
                <a:pos x="T76" y="T77"/>
              </a:cxn>
              <a:cxn ang="T127">
                <a:pos x="T78" y="T79"/>
              </a:cxn>
              <a:cxn ang="T128">
                <a:pos x="T80" y="T81"/>
              </a:cxn>
              <a:cxn ang="T129">
                <a:pos x="T82" y="T83"/>
              </a:cxn>
              <a:cxn ang="T130">
                <a:pos x="T84" y="T85"/>
              </a:cxn>
              <a:cxn ang="T131">
                <a:pos x="T86" y="T87"/>
              </a:cxn>
            </a:cxnLst>
            <a:rect l="0" t="0" r="r" b="b"/>
            <a:pathLst>
              <a:path w="57" h="67">
                <a:moveTo>
                  <a:pt x="18" y="10"/>
                </a:moveTo>
                <a:cubicBezTo>
                  <a:pt x="18" y="9"/>
                  <a:pt x="37" y="10"/>
                  <a:pt x="37" y="10"/>
                </a:cubicBezTo>
                <a:cubicBezTo>
                  <a:pt x="39" y="20"/>
                  <a:pt x="39" y="20"/>
                  <a:pt x="39" y="20"/>
                </a:cubicBezTo>
                <a:cubicBezTo>
                  <a:pt x="40" y="20"/>
                  <a:pt x="41" y="20"/>
                  <a:pt x="42" y="21"/>
                </a:cubicBezTo>
                <a:cubicBezTo>
                  <a:pt x="42" y="22"/>
                  <a:pt x="42" y="23"/>
                  <a:pt x="42" y="24"/>
                </a:cubicBezTo>
                <a:cubicBezTo>
                  <a:pt x="41" y="25"/>
                  <a:pt x="41" y="25"/>
                  <a:pt x="40" y="25"/>
                </a:cubicBezTo>
                <a:cubicBezTo>
                  <a:pt x="40" y="26"/>
                  <a:pt x="40" y="26"/>
                  <a:pt x="40" y="26"/>
                </a:cubicBezTo>
                <a:cubicBezTo>
                  <a:pt x="39" y="26"/>
                  <a:pt x="39" y="26"/>
                  <a:pt x="39" y="26"/>
                </a:cubicBezTo>
                <a:cubicBezTo>
                  <a:pt x="39" y="29"/>
                  <a:pt x="38" y="31"/>
                  <a:pt x="37" y="33"/>
                </a:cubicBezTo>
                <a:cubicBezTo>
                  <a:pt x="36" y="35"/>
                  <a:pt x="35" y="36"/>
                  <a:pt x="33" y="37"/>
                </a:cubicBezTo>
                <a:cubicBezTo>
                  <a:pt x="32" y="37"/>
                  <a:pt x="30" y="37"/>
                  <a:pt x="27" y="37"/>
                </a:cubicBezTo>
                <a:cubicBezTo>
                  <a:pt x="25" y="37"/>
                  <a:pt x="23" y="37"/>
                  <a:pt x="22" y="37"/>
                </a:cubicBezTo>
                <a:cubicBezTo>
                  <a:pt x="20" y="36"/>
                  <a:pt x="19" y="35"/>
                  <a:pt x="18" y="33"/>
                </a:cubicBezTo>
                <a:cubicBezTo>
                  <a:pt x="17" y="31"/>
                  <a:pt x="16" y="29"/>
                  <a:pt x="16" y="26"/>
                </a:cubicBezTo>
                <a:cubicBezTo>
                  <a:pt x="16" y="26"/>
                  <a:pt x="16" y="26"/>
                  <a:pt x="16" y="26"/>
                </a:cubicBezTo>
                <a:cubicBezTo>
                  <a:pt x="15" y="25"/>
                  <a:pt x="15" y="25"/>
                  <a:pt x="15" y="25"/>
                </a:cubicBezTo>
                <a:cubicBezTo>
                  <a:pt x="14" y="25"/>
                  <a:pt x="14" y="25"/>
                  <a:pt x="14" y="24"/>
                </a:cubicBezTo>
                <a:cubicBezTo>
                  <a:pt x="13" y="23"/>
                  <a:pt x="13" y="22"/>
                  <a:pt x="13" y="21"/>
                </a:cubicBezTo>
                <a:cubicBezTo>
                  <a:pt x="14" y="20"/>
                  <a:pt x="15" y="20"/>
                  <a:pt x="16" y="21"/>
                </a:cubicBezTo>
                <a:cubicBezTo>
                  <a:pt x="16" y="18"/>
                  <a:pt x="17" y="13"/>
                  <a:pt x="18" y="10"/>
                </a:cubicBezTo>
                <a:close/>
                <a:moveTo>
                  <a:pt x="8" y="43"/>
                </a:moveTo>
                <a:cubicBezTo>
                  <a:pt x="12" y="43"/>
                  <a:pt x="12" y="43"/>
                  <a:pt x="12" y="43"/>
                </a:cubicBezTo>
                <a:cubicBezTo>
                  <a:pt x="10" y="46"/>
                  <a:pt x="10" y="46"/>
                  <a:pt x="10" y="46"/>
                </a:cubicBezTo>
                <a:cubicBezTo>
                  <a:pt x="10" y="46"/>
                  <a:pt x="10" y="46"/>
                  <a:pt x="10" y="46"/>
                </a:cubicBezTo>
                <a:cubicBezTo>
                  <a:pt x="10" y="47"/>
                  <a:pt x="10" y="47"/>
                  <a:pt x="10" y="47"/>
                </a:cubicBezTo>
                <a:cubicBezTo>
                  <a:pt x="12" y="52"/>
                  <a:pt x="12" y="52"/>
                  <a:pt x="12" y="52"/>
                </a:cubicBezTo>
                <a:cubicBezTo>
                  <a:pt x="12" y="52"/>
                  <a:pt x="12" y="52"/>
                  <a:pt x="12" y="52"/>
                </a:cubicBezTo>
                <a:cubicBezTo>
                  <a:pt x="13" y="52"/>
                  <a:pt x="13" y="52"/>
                  <a:pt x="13" y="52"/>
                </a:cubicBezTo>
                <a:cubicBezTo>
                  <a:pt x="15" y="52"/>
                  <a:pt x="15" y="52"/>
                  <a:pt x="15" y="52"/>
                </a:cubicBezTo>
                <a:cubicBezTo>
                  <a:pt x="14" y="53"/>
                  <a:pt x="14" y="53"/>
                  <a:pt x="14" y="53"/>
                </a:cubicBezTo>
                <a:cubicBezTo>
                  <a:pt x="13" y="54"/>
                  <a:pt x="13" y="54"/>
                  <a:pt x="13" y="54"/>
                </a:cubicBezTo>
                <a:cubicBezTo>
                  <a:pt x="14" y="54"/>
                  <a:pt x="14" y="54"/>
                  <a:pt x="14" y="54"/>
                </a:cubicBezTo>
                <a:cubicBezTo>
                  <a:pt x="25" y="64"/>
                  <a:pt x="25" y="64"/>
                  <a:pt x="25" y="64"/>
                </a:cubicBezTo>
                <a:cubicBezTo>
                  <a:pt x="15" y="53"/>
                  <a:pt x="15" y="53"/>
                  <a:pt x="15" y="53"/>
                </a:cubicBezTo>
                <a:cubicBezTo>
                  <a:pt x="17" y="51"/>
                  <a:pt x="17" y="51"/>
                  <a:pt x="17" y="51"/>
                </a:cubicBezTo>
                <a:cubicBezTo>
                  <a:pt x="18" y="50"/>
                  <a:pt x="18" y="50"/>
                  <a:pt x="18" y="50"/>
                </a:cubicBezTo>
                <a:cubicBezTo>
                  <a:pt x="16" y="50"/>
                  <a:pt x="16" y="50"/>
                  <a:pt x="16" y="50"/>
                </a:cubicBezTo>
                <a:cubicBezTo>
                  <a:pt x="13" y="51"/>
                  <a:pt x="13" y="51"/>
                  <a:pt x="13" y="51"/>
                </a:cubicBezTo>
                <a:cubicBezTo>
                  <a:pt x="11" y="46"/>
                  <a:pt x="11" y="46"/>
                  <a:pt x="11" y="46"/>
                </a:cubicBezTo>
                <a:cubicBezTo>
                  <a:pt x="13" y="43"/>
                  <a:pt x="13" y="43"/>
                  <a:pt x="13" y="43"/>
                </a:cubicBezTo>
                <a:cubicBezTo>
                  <a:pt x="17" y="43"/>
                  <a:pt x="17" y="43"/>
                  <a:pt x="17" y="43"/>
                </a:cubicBezTo>
                <a:cubicBezTo>
                  <a:pt x="29" y="63"/>
                  <a:pt x="29" y="63"/>
                  <a:pt x="29" y="63"/>
                </a:cubicBezTo>
                <a:cubicBezTo>
                  <a:pt x="38" y="43"/>
                  <a:pt x="38" y="43"/>
                  <a:pt x="38" y="43"/>
                </a:cubicBezTo>
                <a:cubicBezTo>
                  <a:pt x="42" y="43"/>
                  <a:pt x="42" y="43"/>
                  <a:pt x="42" y="43"/>
                </a:cubicBezTo>
                <a:cubicBezTo>
                  <a:pt x="44" y="46"/>
                  <a:pt x="44" y="46"/>
                  <a:pt x="44" y="46"/>
                </a:cubicBezTo>
                <a:cubicBezTo>
                  <a:pt x="42" y="51"/>
                  <a:pt x="42" y="51"/>
                  <a:pt x="42" y="51"/>
                </a:cubicBezTo>
                <a:cubicBezTo>
                  <a:pt x="39" y="50"/>
                  <a:pt x="39" y="50"/>
                  <a:pt x="39" y="50"/>
                </a:cubicBezTo>
                <a:cubicBezTo>
                  <a:pt x="38" y="50"/>
                  <a:pt x="38" y="50"/>
                  <a:pt x="38" y="50"/>
                </a:cubicBezTo>
                <a:cubicBezTo>
                  <a:pt x="39" y="51"/>
                  <a:pt x="39" y="51"/>
                  <a:pt x="39" y="51"/>
                </a:cubicBezTo>
                <a:cubicBezTo>
                  <a:pt x="40" y="53"/>
                  <a:pt x="40" y="53"/>
                  <a:pt x="40" y="53"/>
                </a:cubicBezTo>
                <a:cubicBezTo>
                  <a:pt x="33" y="64"/>
                  <a:pt x="33" y="64"/>
                  <a:pt x="33" y="64"/>
                </a:cubicBezTo>
                <a:cubicBezTo>
                  <a:pt x="42" y="54"/>
                  <a:pt x="42" y="54"/>
                  <a:pt x="42" y="54"/>
                </a:cubicBezTo>
                <a:cubicBezTo>
                  <a:pt x="42" y="54"/>
                  <a:pt x="42" y="54"/>
                  <a:pt x="42" y="54"/>
                </a:cubicBezTo>
                <a:cubicBezTo>
                  <a:pt x="42" y="53"/>
                  <a:pt x="42" y="53"/>
                  <a:pt x="42" y="53"/>
                </a:cubicBezTo>
                <a:cubicBezTo>
                  <a:pt x="40" y="52"/>
                  <a:pt x="40" y="52"/>
                  <a:pt x="40" y="52"/>
                </a:cubicBezTo>
                <a:cubicBezTo>
                  <a:pt x="42" y="52"/>
                  <a:pt x="42" y="52"/>
                  <a:pt x="42" y="52"/>
                </a:cubicBezTo>
                <a:cubicBezTo>
                  <a:pt x="43" y="52"/>
                  <a:pt x="43" y="52"/>
                  <a:pt x="43" y="52"/>
                </a:cubicBezTo>
                <a:cubicBezTo>
                  <a:pt x="43" y="52"/>
                  <a:pt x="43" y="52"/>
                  <a:pt x="43" y="52"/>
                </a:cubicBezTo>
                <a:cubicBezTo>
                  <a:pt x="45" y="47"/>
                  <a:pt x="45" y="47"/>
                  <a:pt x="45" y="47"/>
                </a:cubicBezTo>
                <a:cubicBezTo>
                  <a:pt x="45" y="46"/>
                  <a:pt x="45" y="46"/>
                  <a:pt x="45" y="46"/>
                </a:cubicBezTo>
                <a:cubicBezTo>
                  <a:pt x="45" y="46"/>
                  <a:pt x="45" y="46"/>
                  <a:pt x="45" y="46"/>
                </a:cubicBezTo>
                <a:cubicBezTo>
                  <a:pt x="43" y="43"/>
                  <a:pt x="43" y="43"/>
                  <a:pt x="43" y="43"/>
                </a:cubicBezTo>
                <a:cubicBezTo>
                  <a:pt x="48" y="43"/>
                  <a:pt x="48" y="43"/>
                  <a:pt x="48" y="43"/>
                </a:cubicBezTo>
                <a:cubicBezTo>
                  <a:pt x="53" y="48"/>
                  <a:pt x="57" y="59"/>
                  <a:pt x="56" y="67"/>
                </a:cubicBezTo>
                <a:cubicBezTo>
                  <a:pt x="37" y="67"/>
                  <a:pt x="18" y="67"/>
                  <a:pt x="0" y="67"/>
                </a:cubicBezTo>
                <a:cubicBezTo>
                  <a:pt x="0" y="60"/>
                  <a:pt x="1" y="49"/>
                  <a:pt x="8" y="43"/>
                </a:cubicBezTo>
                <a:close/>
                <a:moveTo>
                  <a:pt x="44" y="18"/>
                </a:moveTo>
                <a:cubicBezTo>
                  <a:pt x="44" y="18"/>
                  <a:pt x="44" y="18"/>
                  <a:pt x="44" y="18"/>
                </a:cubicBezTo>
                <a:cubicBezTo>
                  <a:pt x="44" y="18"/>
                  <a:pt x="43" y="7"/>
                  <a:pt x="42" y="5"/>
                </a:cubicBezTo>
                <a:cubicBezTo>
                  <a:pt x="42" y="3"/>
                  <a:pt x="36" y="1"/>
                  <a:pt x="31" y="0"/>
                </a:cubicBezTo>
                <a:cubicBezTo>
                  <a:pt x="27" y="0"/>
                  <a:pt x="17" y="1"/>
                  <a:pt x="14" y="3"/>
                </a:cubicBezTo>
                <a:cubicBezTo>
                  <a:pt x="11" y="5"/>
                  <a:pt x="11" y="15"/>
                  <a:pt x="11" y="18"/>
                </a:cubicBezTo>
                <a:cubicBezTo>
                  <a:pt x="11" y="18"/>
                  <a:pt x="11" y="18"/>
                  <a:pt x="11" y="19"/>
                </a:cubicBezTo>
                <a:cubicBezTo>
                  <a:pt x="10" y="19"/>
                  <a:pt x="10" y="19"/>
                  <a:pt x="10" y="19"/>
                </a:cubicBezTo>
                <a:cubicBezTo>
                  <a:pt x="10" y="20"/>
                  <a:pt x="10" y="20"/>
                  <a:pt x="10" y="20"/>
                </a:cubicBezTo>
                <a:cubicBezTo>
                  <a:pt x="10" y="22"/>
                  <a:pt x="10" y="24"/>
                  <a:pt x="11" y="25"/>
                </a:cubicBezTo>
                <a:cubicBezTo>
                  <a:pt x="11" y="26"/>
                  <a:pt x="12" y="27"/>
                  <a:pt x="13" y="28"/>
                </a:cubicBezTo>
                <a:cubicBezTo>
                  <a:pt x="14" y="30"/>
                  <a:pt x="15" y="32"/>
                  <a:pt x="16" y="34"/>
                </a:cubicBezTo>
                <a:cubicBezTo>
                  <a:pt x="17" y="36"/>
                  <a:pt x="18" y="38"/>
                  <a:pt x="21" y="39"/>
                </a:cubicBezTo>
                <a:cubicBezTo>
                  <a:pt x="22" y="40"/>
                  <a:pt x="24" y="40"/>
                  <a:pt x="27" y="40"/>
                </a:cubicBezTo>
                <a:cubicBezTo>
                  <a:pt x="30" y="40"/>
                  <a:pt x="33" y="40"/>
                  <a:pt x="34" y="39"/>
                </a:cubicBezTo>
                <a:cubicBezTo>
                  <a:pt x="36" y="38"/>
                  <a:pt x="38" y="37"/>
                  <a:pt x="39" y="35"/>
                </a:cubicBezTo>
                <a:cubicBezTo>
                  <a:pt x="40" y="33"/>
                  <a:pt x="41" y="30"/>
                  <a:pt x="42" y="28"/>
                </a:cubicBezTo>
                <a:cubicBezTo>
                  <a:pt x="43" y="27"/>
                  <a:pt x="44" y="26"/>
                  <a:pt x="44" y="25"/>
                </a:cubicBezTo>
                <a:cubicBezTo>
                  <a:pt x="45" y="24"/>
                  <a:pt x="45" y="22"/>
                  <a:pt x="45" y="20"/>
                </a:cubicBezTo>
                <a:cubicBezTo>
                  <a:pt x="45" y="19"/>
                  <a:pt x="45" y="19"/>
                  <a:pt x="45" y="19"/>
                </a:cubicBezTo>
                <a:cubicBezTo>
                  <a:pt x="44" y="19"/>
                  <a:pt x="44" y="19"/>
                  <a:pt x="44" y="19"/>
                </a:cubicBezTo>
                <a:cubicBezTo>
                  <a:pt x="44" y="18"/>
                  <a:pt x="44" y="18"/>
                  <a:pt x="44" y="18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7" name="右箭头 6"/>
          <p:cNvSpPr/>
          <p:nvPr/>
        </p:nvSpPr>
        <p:spPr>
          <a:xfrm>
            <a:off x="1762043" y="2332999"/>
            <a:ext cx="858884" cy="363682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588312" y="2111804"/>
            <a:ext cx="12063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Oracle SQL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588311" y="2696681"/>
            <a:ext cx="1206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Teradata SQL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25" name="Freeform 71"/>
          <p:cNvSpPr>
            <a:spLocks noEditPoints="1"/>
          </p:cNvSpPr>
          <p:nvPr/>
        </p:nvSpPr>
        <p:spPr bwMode="auto">
          <a:xfrm>
            <a:off x="6901209" y="1832148"/>
            <a:ext cx="629337" cy="579971"/>
          </a:xfrm>
          <a:custGeom>
            <a:avLst/>
            <a:gdLst>
              <a:gd name="T0" fmla="*/ 502955 w 73"/>
              <a:gd name="T1" fmla="*/ 163513 h 64"/>
              <a:gd name="T2" fmla="*/ 656921 w 73"/>
              <a:gd name="T3" fmla="*/ 224830 h 64"/>
              <a:gd name="T4" fmla="*/ 677449 w 73"/>
              <a:gd name="T5" fmla="*/ 245269 h 64"/>
              <a:gd name="T6" fmla="*/ 749300 w 73"/>
              <a:gd name="T7" fmla="*/ 480318 h 64"/>
              <a:gd name="T8" fmla="*/ 749300 w 73"/>
              <a:gd name="T9" fmla="*/ 551855 h 64"/>
              <a:gd name="T10" fmla="*/ 728771 w 73"/>
              <a:gd name="T11" fmla="*/ 582513 h 64"/>
              <a:gd name="T12" fmla="*/ 656921 w 73"/>
              <a:gd name="T13" fmla="*/ 623391 h 64"/>
              <a:gd name="T14" fmla="*/ 595334 w 73"/>
              <a:gd name="T15" fmla="*/ 654050 h 64"/>
              <a:gd name="T16" fmla="*/ 533748 w 73"/>
              <a:gd name="T17" fmla="*/ 623391 h 64"/>
              <a:gd name="T18" fmla="*/ 472162 w 73"/>
              <a:gd name="T19" fmla="*/ 582513 h 64"/>
              <a:gd name="T20" fmla="*/ 266874 w 73"/>
              <a:gd name="T21" fmla="*/ 623391 h 64"/>
              <a:gd name="T22" fmla="*/ 205288 w 73"/>
              <a:gd name="T23" fmla="*/ 654050 h 64"/>
              <a:gd name="T24" fmla="*/ 143701 w 73"/>
              <a:gd name="T25" fmla="*/ 623391 h 64"/>
              <a:gd name="T26" fmla="*/ 92379 w 73"/>
              <a:gd name="T27" fmla="*/ 582513 h 64"/>
              <a:gd name="T28" fmla="*/ 41058 w 73"/>
              <a:gd name="T29" fmla="*/ 449659 h 64"/>
              <a:gd name="T30" fmla="*/ 92379 w 73"/>
              <a:gd name="T31" fmla="*/ 408781 h 64"/>
              <a:gd name="T32" fmla="*/ 431104 w 73"/>
              <a:gd name="T33" fmla="*/ 61317 h 64"/>
              <a:gd name="T34" fmla="*/ 626127 w 73"/>
              <a:gd name="T35" fmla="*/ 81756 h 64"/>
              <a:gd name="T36" fmla="*/ 431104 w 73"/>
              <a:gd name="T37" fmla="*/ 61317 h 64"/>
              <a:gd name="T38" fmla="*/ 502955 w 73"/>
              <a:gd name="T39" fmla="*/ 0 h 64"/>
              <a:gd name="T40" fmla="*/ 256610 w 73"/>
              <a:gd name="T41" fmla="*/ 40878 h 64"/>
              <a:gd name="T42" fmla="*/ 0 w 73"/>
              <a:gd name="T43" fmla="*/ 81756 h 64"/>
              <a:gd name="T44" fmla="*/ 379782 w 73"/>
              <a:gd name="T45" fmla="*/ 132854 h 64"/>
              <a:gd name="T46" fmla="*/ 0 w 73"/>
              <a:gd name="T47" fmla="*/ 81756 h 64"/>
              <a:gd name="T48" fmla="*/ 205288 w 73"/>
              <a:gd name="T49" fmla="*/ 531416 h 64"/>
              <a:gd name="T50" fmla="*/ 174495 w 73"/>
              <a:gd name="T51" fmla="*/ 562074 h 64"/>
              <a:gd name="T52" fmla="*/ 205288 w 73"/>
              <a:gd name="T53" fmla="*/ 592733 h 64"/>
              <a:gd name="T54" fmla="*/ 246345 w 73"/>
              <a:gd name="T55" fmla="*/ 562074 h 64"/>
              <a:gd name="T56" fmla="*/ 667185 w 73"/>
              <a:gd name="T57" fmla="*/ 531416 h 64"/>
              <a:gd name="T58" fmla="*/ 697978 w 73"/>
              <a:gd name="T59" fmla="*/ 480318 h 64"/>
              <a:gd name="T60" fmla="*/ 533748 w 73"/>
              <a:gd name="T61" fmla="*/ 275927 h 64"/>
              <a:gd name="T62" fmla="*/ 533748 w 73"/>
              <a:gd name="T63" fmla="*/ 500757 h 64"/>
              <a:gd name="T64" fmla="*/ 595334 w 73"/>
              <a:gd name="T65" fmla="*/ 480318 h 64"/>
              <a:gd name="T66" fmla="*/ 656921 w 73"/>
              <a:gd name="T67" fmla="*/ 500757 h 64"/>
              <a:gd name="T68" fmla="*/ 615863 w 73"/>
              <a:gd name="T69" fmla="*/ 541635 h 64"/>
              <a:gd name="T70" fmla="*/ 564541 w 73"/>
              <a:gd name="T71" fmla="*/ 541635 h 64"/>
              <a:gd name="T72" fmla="*/ 564541 w 73"/>
              <a:gd name="T73" fmla="*/ 592733 h 64"/>
              <a:gd name="T74" fmla="*/ 615863 w 73"/>
              <a:gd name="T75" fmla="*/ 592733 h 64"/>
              <a:gd name="T76" fmla="*/ 615863 w 73"/>
              <a:gd name="T77" fmla="*/ 541635 h 64"/>
              <a:gd name="T78" fmla="*/ 0 60000 65536"/>
              <a:gd name="T79" fmla="*/ 0 60000 65536"/>
              <a:gd name="T80" fmla="*/ 0 60000 65536"/>
              <a:gd name="T81" fmla="*/ 0 60000 65536"/>
              <a:gd name="T82" fmla="*/ 0 60000 65536"/>
              <a:gd name="T83" fmla="*/ 0 60000 65536"/>
              <a:gd name="T84" fmla="*/ 0 60000 65536"/>
              <a:gd name="T85" fmla="*/ 0 60000 65536"/>
              <a:gd name="T86" fmla="*/ 0 60000 65536"/>
              <a:gd name="T87" fmla="*/ 0 60000 65536"/>
              <a:gd name="T88" fmla="*/ 0 60000 65536"/>
              <a:gd name="T89" fmla="*/ 0 60000 65536"/>
              <a:gd name="T90" fmla="*/ 0 60000 65536"/>
              <a:gd name="T91" fmla="*/ 0 60000 65536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</a:gdLst>
            <a:ahLst/>
            <a:cxnLst>
              <a:cxn ang="T78">
                <a:pos x="T0" y="T1"/>
              </a:cxn>
              <a:cxn ang="T79">
                <a:pos x="T2" y="T3"/>
              </a:cxn>
              <a:cxn ang="T80">
                <a:pos x="T4" y="T5"/>
              </a:cxn>
              <a:cxn ang="T81">
                <a:pos x="T6" y="T7"/>
              </a:cxn>
              <a:cxn ang="T82">
                <a:pos x="T8" y="T9"/>
              </a:cxn>
              <a:cxn ang="T83">
                <a:pos x="T10" y="T11"/>
              </a:cxn>
              <a:cxn ang="T84">
                <a:pos x="T12" y="T13"/>
              </a:cxn>
              <a:cxn ang="T85">
                <a:pos x="T14" y="T15"/>
              </a:cxn>
              <a:cxn ang="T86">
                <a:pos x="T16" y="T17"/>
              </a:cxn>
              <a:cxn ang="T87">
                <a:pos x="T18" y="T19"/>
              </a:cxn>
              <a:cxn ang="T88">
                <a:pos x="T20" y="T21"/>
              </a:cxn>
              <a:cxn ang="T89">
                <a:pos x="T22" y="T23"/>
              </a:cxn>
              <a:cxn ang="T90">
                <a:pos x="T24" y="T25"/>
              </a:cxn>
              <a:cxn ang="T91">
                <a:pos x="T26" y="T27"/>
              </a:cxn>
              <a:cxn ang="T92">
                <a:pos x="T28" y="T29"/>
              </a:cxn>
              <a:cxn ang="T93">
                <a:pos x="T30" y="T31"/>
              </a:cxn>
              <a:cxn ang="T94">
                <a:pos x="T32" y="T33"/>
              </a:cxn>
              <a:cxn ang="T95">
                <a:pos x="T34" y="T35"/>
              </a:cxn>
              <a:cxn ang="T96">
                <a:pos x="T36" y="T37"/>
              </a:cxn>
              <a:cxn ang="T97">
                <a:pos x="T38" y="T39"/>
              </a:cxn>
              <a:cxn ang="T98">
                <a:pos x="T40" y="T41"/>
              </a:cxn>
              <a:cxn ang="T99">
                <a:pos x="T42" y="T43"/>
              </a:cxn>
              <a:cxn ang="T100">
                <a:pos x="T44" y="T45"/>
              </a:cxn>
              <a:cxn ang="T101">
                <a:pos x="T46" y="T47"/>
              </a:cxn>
              <a:cxn ang="T102">
                <a:pos x="T48" y="T49"/>
              </a:cxn>
              <a:cxn ang="T103">
                <a:pos x="T50" y="T51"/>
              </a:cxn>
              <a:cxn ang="T104">
                <a:pos x="T52" y="T53"/>
              </a:cxn>
              <a:cxn ang="T105">
                <a:pos x="T54" y="T55"/>
              </a:cxn>
              <a:cxn ang="T106">
                <a:pos x="T56" y="T57"/>
              </a:cxn>
              <a:cxn ang="T107">
                <a:pos x="T58" y="T59"/>
              </a:cxn>
              <a:cxn ang="T108">
                <a:pos x="T60" y="T61"/>
              </a:cxn>
              <a:cxn ang="T109">
                <a:pos x="T62" y="T63"/>
              </a:cxn>
              <a:cxn ang="T110">
                <a:pos x="T64" y="T65"/>
              </a:cxn>
              <a:cxn ang="T111">
                <a:pos x="T66" y="T67"/>
              </a:cxn>
              <a:cxn ang="T112">
                <a:pos x="T68" y="T69"/>
              </a:cxn>
              <a:cxn ang="T113">
                <a:pos x="T70" y="T71"/>
              </a:cxn>
              <a:cxn ang="T114">
                <a:pos x="T72" y="T73"/>
              </a:cxn>
              <a:cxn ang="T115">
                <a:pos x="T74" y="T75"/>
              </a:cxn>
              <a:cxn ang="T116">
                <a:pos x="T76" y="T77"/>
              </a:cxn>
            </a:cxnLst>
            <a:rect l="0" t="0" r="r" b="b"/>
            <a:pathLst>
              <a:path w="73" h="64">
                <a:moveTo>
                  <a:pt x="9" y="16"/>
                </a:moveTo>
                <a:cubicBezTo>
                  <a:pt x="49" y="16"/>
                  <a:pt x="49" y="16"/>
                  <a:pt x="49" y="16"/>
                </a:cubicBezTo>
                <a:cubicBezTo>
                  <a:pt x="49" y="22"/>
                  <a:pt x="49" y="22"/>
                  <a:pt x="49" y="22"/>
                </a:cubicBezTo>
                <a:cubicBezTo>
                  <a:pt x="64" y="22"/>
                  <a:pt x="64" y="22"/>
                  <a:pt x="64" y="22"/>
                </a:cubicBezTo>
                <a:cubicBezTo>
                  <a:pt x="66" y="22"/>
                  <a:pt x="66" y="22"/>
                  <a:pt x="66" y="22"/>
                </a:cubicBezTo>
                <a:cubicBezTo>
                  <a:pt x="66" y="24"/>
                  <a:pt x="66" y="24"/>
                  <a:pt x="66" y="24"/>
                </a:cubicBezTo>
                <a:cubicBezTo>
                  <a:pt x="73" y="46"/>
                  <a:pt x="73" y="46"/>
                  <a:pt x="73" y="46"/>
                </a:cubicBezTo>
                <a:cubicBezTo>
                  <a:pt x="73" y="47"/>
                  <a:pt x="73" y="47"/>
                  <a:pt x="73" y="47"/>
                </a:cubicBezTo>
                <a:cubicBezTo>
                  <a:pt x="73" y="47"/>
                  <a:pt x="73" y="47"/>
                  <a:pt x="73" y="47"/>
                </a:cubicBezTo>
                <a:cubicBezTo>
                  <a:pt x="73" y="54"/>
                  <a:pt x="73" y="54"/>
                  <a:pt x="73" y="54"/>
                </a:cubicBezTo>
                <a:cubicBezTo>
                  <a:pt x="73" y="57"/>
                  <a:pt x="73" y="57"/>
                  <a:pt x="73" y="57"/>
                </a:cubicBezTo>
                <a:cubicBezTo>
                  <a:pt x="71" y="57"/>
                  <a:pt x="71" y="57"/>
                  <a:pt x="71" y="57"/>
                </a:cubicBezTo>
                <a:cubicBezTo>
                  <a:pt x="66" y="57"/>
                  <a:pt x="66" y="57"/>
                  <a:pt x="66" y="57"/>
                </a:cubicBezTo>
                <a:cubicBezTo>
                  <a:pt x="66" y="58"/>
                  <a:pt x="65" y="60"/>
                  <a:pt x="64" y="61"/>
                </a:cubicBezTo>
                <a:cubicBezTo>
                  <a:pt x="64" y="61"/>
                  <a:pt x="64" y="61"/>
                  <a:pt x="64" y="61"/>
                </a:cubicBezTo>
                <a:cubicBezTo>
                  <a:pt x="62" y="63"/>
                  <a:pt x="60" y="64"/>
                  <a:pt x="58" y="64"/>
                </a:cubicBezTo>
                <a:cubicBezTo>
                  <a:pt x="55" y="64"/>
                  <a:pt x="53" y="63"/>
                  <a:pt x="52" y="61"/>
                </a:cubicBezTo>
                <a:cubicBezTo>
                  <a:pt x="52" y="61"/>
                  <a:pt x="52" y="61"/>
                  <a:pt x="52" y="61"/>
                </a:cubicBezTo>
                <a:cubicBezTo>
                  <a:pt x="50" y="60"/>
                  <a:pt x="50" y="58"/>
                  <a:pt x="49" y="57"/>
                </a:cubicBezTo>
                <a:cubicBezTo>
                  <a:pt x="46" y="57"/>
                  <a:pt x="46" y="57"/>
                  <a:pt x="46" y="57"/>
                </a:cubicBezTo>
                <a:cubicBezTo>
                  <a:pt x="29" y="57"/>
                  <a:pt x="29" y="57"/>
                  <a:pt x="29" y="57"/>
                </a:cubicBezTo>
                <a:cubicBezTo>
                  <a:pt x="28" y="58"/>
                  <a:pt x="27" y="60"/>
                  <a:pt x="26" y="61"/>
                </a:cubicBezTo>
                <a:cubicBezTo>
                  <a:pt x="26" y="61"/>
                  <a:pt x="26" y="61"/>
                  <a:pt x="26" y="61"/>
                </a:cubicBezTo>
                <a:cubicBezTo>
                  <a:pt x="25" y="63"/>
                  <a:pt x="23" y="64"/>
                  <a:pt x="20" y="64"/>
                </a:cubicBezTo>
                <a:cubicBezTo>
                  <a:pt x="18" y="64"/>
                  <a:pt x="16" y="63"/>
                  <a:pt x="14" y="61"/>
                </a:cubicBezTo>
                <a:cubicBezTo>
                  <a:pt x="14" y="61"/>
                  <a:pt x="14" y="61"/>
                  <a:pt x="14" y="61"/>
                </a:cubicBezTo>
                <a:cubicBezTo>
                  <a:pt x="13" y="60"/>
                  <a:pt x="12" y="58"/>
                  <a:pt x="12" y="57"/>
                </a:cubicBezTo>
                <a:cubicBezTo>
                  <a:pt x="9" y="57"/>
                  <a:pt x="9" y="57"/>
                  <a:pt x="9" y="57"/>
                </a:cubicBezTo>
                <a:cubicBezTo>
                  <a:pt x="9" y="44"/>
                  <a:pt x="9" y="44"/>
                  <a:pt x="9" y="44"/>
                </a:cubicBezTo>
                <a:cubicBezTo>
                  <a:pt x="4" y="44"/>
                  <a:pt x="4" y="44"/>
                  <a:pt x="4" y="44"/>
                </a:cubicBezTo>
                <a:cubicBezTo>
                  <a:pt x="2" y="40"/>
                  <a:pt x="2" y="40"/>
                  <a:pt x="2" y="40"/>
                </a:cubicBezTo>
                <a:cubicBezTo>
                  <a:pt x="9" y="40"/>
                  <a:pt x="9" y="40"/>
                  <a:pt x="9" y="40"/>
                </a:cubicBezTo>
                <a:cubicBezTo>
                  <a:pt x="9" y="16"/>
                  <a:pt x="9" y="16"/>
                  <a:pt x="9" y="16"/>
                </a:cubicBezTo>
                <a:close/>
                <a:moveTo>
                  <a:pt x="42" y="6"/>
                </a:moveTo>
                <a:cubicBezTo>
                  <a:pt x="60" y="6"/>
                  <a:pt x="60" y="6"/>
                  <a:pt x="60" y="6"/>
                </a:cubicBezTo>
                <a:cubicBezTo>
                  <a:pt x="61" y="8"/>
                  <a:pt x="61" y="8"/>
                  <a:pt x="61" y="8"/>
                </a:cubicBezTo>
                <a:cubicBezTo>
                  <a:pt x="43" y="8"/>
                  <a:pt x="43" y="8"/>
                  <a:pt x="43" y="8"/>
                </a:cubicBezTo>
                <a:cubicBezTo>
                  <a:pt x="42" y="6"/>
                  <a:pt x="42" y="6"/>
                  <a:pt x="42" y="6"/>
                </a:cubicBezTo>
                <a:close/>
                <a:moveTo>
                  <a:pt x="24" y="0"/>
                </a:moveTo>
                <a:cubicBezTo>
                  <a:pt x="49" y="0"/>
                  <a:pt x="49" y="0"/>
                  <a:pt x="49" y="0"/>
                </a:cubicBezTo>
                <a:cubicBezTo>
                  <a:pt x="50" y="4"/>
                  <a:pt x="50" y="4"/>
                  <a:pt x="50" y="4"/>
                </a:cubicBezTo>
                <a:cubicBezTo>
                  <a:pt x="25" y="4"/>
                  <a:pt x="25" y="4"/>
                  <a:pt x="25" y="4"/>
                </a:cubicBezTo>
                <a:cubicBezTo>
                  <a:pt x="24" y="0"/>
                  <a:pt x="24" y="0"/>
                  <a:pt x="24" y="0"/>
                </a:cubicBezTo>
                <a:close/>
                <a:moveTo>
                  <a:pt x="0" y="8"/>
                </a:moveTo>
                <a:cubicBezTo>
                  <a:pt x="36" y="8"/>
                  <a:pt x="36" y="8"/>
                  <a:pt x="36" y="8"/>
                </a:cubicBezTo>
                <a:cubicBezTo>
                  <a:pt x="37" y="13"/>
                  <a:pt x="37" y="13"/>
                  <a:pt x="37" y="13"/>
                </a:cubicBezTo>
                <a:cubicBezTo>
                  <a:pt x="2" y="13"/>
                  <a:pt x="2" y="13"/>
                  <a:pt x="2" y="13"/>
                </a:cubicBezTo>
                <a:cubicBezTo>
                  <a:pt x="0" y="8"/>
                  <a:pt x="0" y="8"/>
                  <a:pt x="0" y="8"/>
                </a:cubicBezTo>
                <a:close/>
                <a:moveTo>
                  <a:pt x="23" y="53"/>
                </a:moveTo>
                <a:cubicBezTo>
                  <a:pt x="22" y="52"/>
                  <a:pt x="21" y="52"/>
                  <a:pt x="20" y="52"/>
                </a:cubicBezTo>
                <a:cubicBezTo>
                  <a:pt x="19" y="52"/>
                  <a:pt x="18" y="52"/>
                  <a:pt x="18" y="53"/>
                </a:cubicBezTo>
                <a:cubicBezTo>
                  <a:pt x="17" y="53"/>
                  <a:pt x="17" y="54"/>
                  <a:pt x="17" y="55"/>
                </a:cubicBezTo>
                <a:cubicBezTo>
                  <a:pt x="17" y="56"/>
                  <a:pt x="17" y="57"/>
                  <a:pt x="18" y="58"/>
                </a:cubicBezTo>
                <a:cubicBezTo>
                  <a:pt x="18" y="58"/>
                  <a:pt x="19" y="58"/>
                  <a:pt x="20" y="58"/>
                </a:cubicBezTo>
                <a:cubicBezTo>
                  <a:pt x="21" y="58"/>
                  <a:pt x="22" y="58"/>
                  <a:pt x="23" y="58"/>
                </a:cubicBezTo>
                <a:cubicBezTo>
                  <a:pt x="23" y="57"/>
                  <a:pt x="24" y="56"/>
                  <a:pt x="24" y="55"/>
                </a:cubicBezTo>
                <a:cubicBezTo>
                  <a:pt x="24" y="54"/>
                  <a:pt x="23" y="53"/>
                  <a:pt x="23" y="53"/>
                </a:cubicBezTo>
                <a:close/>
                <a:moveTo>
                  <a:pt x="65" y="52"/>
                </a:moveTo>
                <a:cubicBezTo>
                  <a:pt x="68" y="52"/>
                  <a:pt x="68" y="52"/>
                  <a:pt x="68" y="52"/>
                </a:cubicBezTo>
                <a:cubicBezTo>
                  <a:pt x="68" y="47"/>
                  <a:pt x="68" y="47"/>
                  <a:pt x="68" y="47"/>
                </a:cubicBezTo>
                <a:cubicBezTo>
                  <a:pt x="62" y="27"/>
                  <a:pt x="62" y="27"/>
                  <a:pt x="62" y="27"/>
                </a:cubicBezTo>
                <a:cubicBezTo>
                  <a:pt x="52" y="27"/>
                  <a:pt x="52" y="27"/>
                  <a:pt x="52" y="27"/>
                </a:cubicBezTo>
                <a:cubicBezTo>
                  <a:pt x="52" y="49"/>
                  <a:pt x="52" y="49"/>
                  <a:pt x="52" y="49"/>
                </a:cubicBezTo>
                <a:cubicBezTo>
                  <a:pt x="52" y="49"/>
                  <a:pt x="52" y="49"/>
                  <a:pt x="52" y="49"/>
                </a:cubicBezTo>
                <a:cubicBezTo>
                  <a:pt x="52" y="49"/>
                  <a:pt x="52" y="49"/>
                  <a:pt x="52" y="49"/>
                </a:cubicBezTo>
                <a:cubicBezTo>
                  <a:pt x="53" y="48"/>
                  <a:pt x="55" y="47"/>
                  <a:pt x="58" y="47"/>
                </a:cubicBezTo>
                <a:cubicBezTo>
                  <a:pt x="60" y="47"/>
                  <a:pt x="62" y="48"/>
                  <a:pt x="64" y="49"/>
                </a:cubicBezTo>
                <a:cubicBezTo>
                  <a:pt x="64" y="49"/>
                  <a:pt x="64" y="49"/>
                  <a:pt x="64" y="49"/>
                </a:cubicBezTo>
                <a:cubicBezTo>
                  <a:pt x="64" y="50"/>
                  <a:pt x="65" y="51"/>
                  <a:pt x="65" y="52"/>
                </a:cubicBezTo>
                <a:close/>
                <a:moveTo>
                  <a:pt x="60" y="53"/>
                </a:moveTo>
                <a:cubicBezTo>
                  <a:pt x="59" y="52"/>
                  <a:pt x="59" y="52"/>
                  <a:pt x="58" y="52"/>
                </a:cubicBezTo>
                <a:cubicBezTo>
                  <a:pt x="57" y="52"/>
                  <a:pt x="56" y="52"/>
                  <a:pt x="55" y="53"/>
                </a:cubicBezTo>
                <a:cubicBezTo>
                  <a:pt x="55" y="53"/>
                  <a:pt x="54" y="54"/>
                  <a:pt x="54" y="55"/>
                </a:cubicBezTo>
                <a:cubicBezTo>
                  <a:pt x="54" y="56"/>
                  <a:pt x="55" y="57"/>
                  <a:pt x="55" y="58"/>
                </a:cubicBezTo>
                <a:cubicBezTo>
                  <a:pt x="56" y="58"/>
                  <a:pt x="57" y="58"/>
                  <a:pt x="58" y="58"/>
                </a:cubicBezTo>
                <a:cubicBezTo>
                  <a:pt x="59" y="58"/>
                  <a:pt x="59" y="58"/>
                  <a:pt x="60" y="58"/>
                </a:cubicBezTo>
                <a:cubicBezTo>
                  <a:pt x="61" y="57"/>
                  <a:pt x="61" y="56"/>
                  <a:pt x="61" y="55"/>
                </a:cubicBezTo>
                <a:cubicBezTo>
                  <a:pt x="61" y="54"/>
                  <a:pt x="61" y="53"/>
                  <a:pt x="60" y="53"/>
                </a:cubicBezTo>
                <a:close/>
              </a:path>
            </a:pathLst>
          </a:custGeom>
          <a:solidFill>
            <a:srgbClr val="00B0F0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26" name="Freeform 21"/>
          <p:cNvSpPr>
            <a:spLocks noEditPoints="1"/>
          </p:cNvSpPr>
          <p:nvPr/>
        </p:nvSpPr>
        <p:spPr bwMode="auto">
          <a:xfrm>
            <a:off x="4573018" y="2569374"/>
            <a:ext cx="645899" cy="605384"/>
          </a:xfrm>
          <a:custGeom>
            <a:avLst/>
            <a:gdLst>
              <a:gd name="T0" fmla="*/ 431260 w 47"/>
              <a:gd name="T1" fmla="*/ 51027 h 63"/>
              <a:gd name="T2" fmla="*/ 431260 w 47"/>
              <a:gd name="T3" fmla="*/ 51027 h 63"/>
              <a:gd name="T4" fmla="*/ 482600 w 47"/>
              <a:gd name="T5" fmla="*/ 163286 h 63"/>
              <a:gd name="T6" fmla="*/ 431260 w 47"/>
              <a:gd name="T7" fmla="*/ 275544 h 63"/>
              <a:gd name="T8" fmla="*/ 328579 w 47"/>
              <a:gd name="T9" fmla="*/ 377598 h 63"/>
              <a:gd name="T10" fmla="*/ 215630 w 47"/>
              <a:gd name="T11" fmla="*/ 428625 h 63"/>
              <a:gd name="T12" fmla="*/ 143753 w 47"/>
              <a:gd name="T13" fmla="*/ 418419 h 63"/>
              <a:gd name="T14" fmla="*/ 225898 w 47"/>
              <a:gd name="T15" fmla="*/ 336777 h 63"/>
              <a:gd name="T16" fmla="*/ 266970 w 47"/>
              <a:gd name="T17" fmla="*/ 316366 h 63"/>
              <a:gd name="T18" fmla="*/ 369651 w 47"/>
              <a:gd name="T19" fmla="*/ 214312 h 63"/>
              <a:gd name="T20" fmla="*/ 390187 w 47"/>
              <a:gd name="T21" fmla="*/ 163286 h 63"/>
              <a:gd name="T22" fmla="*/ 369651 w 47"/>
              <a:gd name="T23" fmla="*/ 112259 h 63"/>
              <a:gd name="T24" fmla="*/ 369651 w 47"/>
              <a:gd name="T25" fmla="*/ 112259 h 63"/>
              <a:gd name="T26" fmla="*/ 318311 w 47"/>
              <a:gd name="T27" fmla="*/ 91848 h 63"/>
              <a:gd name="T28" fmla="*/ 266970 w 47"/>
              <a:gd name="T29" fmla="*/ 112259 h 63"/>
              <a:gd name="T30" fmla="*/ 164289 w 47"/>
              <a:gd name="T31" fmla="*/ 214312 h 63"/>
              <a:gd name="T32" fmla="*/ 154021 w 47"/>
              <a:gd name="T33" fmla="*/ 224518 h 63"/>
              <a:gd name="T34" fmla="*/ 51340 w 47"/>
              <a:gd name="T35" fmla="*/ 316366 h 63"/>
              <a:gd name="T36" fmla="*/ 51340 w 47"/>
              <a:gd name="T37" fmla="*/ 265339 h 63"/>
              <a:gd name="T38" fmla="*/ 92413 w 47"/>
              <a:gd name="T39" fmla="*/ 153080 h 63"/>
              <a:gd name="T40" fmla="*/ 195094 w 47"/>
              <a:gd name="T41" fmla="*/ 51027 h 63"/>
              <a:gd name="T42" fmla="*/ 318311 w 47"/>
              <a:gd name="T43" fmla="*/ 0 h 63"/>
              <a:gd name="T44" fmla="*/ 431260 w 47"/>
              <a:gd name="T45" fmla="*/ 51027 h 63"/>
              <a:gd name="T46" fmla="*/ 420991 w 47"/>
              <a:gd name="T47" fmla="*/ 326571 h 63"/>
              <a:gd name="T48" fmla="*/ 318311 w 47"/>
              <a:gd name="T49" fmla="*/ 428625 h 63"/>
              <a:gd name="T50" fmla="*/ 236166 w 47"/>
              <a:gd name="T51" fmla="*/ 510267 h 63"/>
              <a:gd name="T52" fmla="*/ 215630 w 47"/>
              <a:gd name="T53" fmla="*/ 530678 h 63"/>
              <a:gd name="T54" fmla="*/ 164289 w 47"/>
              <a:gd name="T55" fmla="*/ 551089 h 63"/>
              <a:gd name="T56" fmla="*/ 112949 w 47"/>
              <a:gd name="T57" fmla="*/ 530678 h 63"/>
              <a:gd name="T58" fmla="*/ 112949 w 47"/>
              <a:gd name="T59" fmla="*/ 530678 h 63"/>
              <a:gd name="T60" fmla="*/ 82145 w 47"/>
              <a:gd name="T61" fmla="*/ 479651 h 63"/>
              <a:gd name="T62" fmla="*/ 112949 w 47"/>
              <a:gd name="T63" fmla="*/ 418419 h 63"/>
              <a:gd name="T64" fmla="*/ 215630 w 47"/>
              <a:gd name="T65" fmla="*/ 316366 h 63"/>
              <a:gd name="T66" fmla="*/ 256702 w 47"/>
              <a:gd name="T67" fmla="*/ 295955 h 63"/>
              <a:gd name="T68" fmla="*/ 328579 w 47"/>
              <a:gd name="T69" fmla="*/ 224518 h 63"/>
              <a:gd name="T70" fmla="*/ 266970 w 47"/>
              <a:gd name="T71" fmla="*/ 214312 h 63"/>
              <a:gd name="T72" fmla="*/ 143753 w 47"/>
              <a:gd name="T73" fmla="*/ 255134 h 63"/>
              <a:gd name="T74" fmla="*/ 41072 w 47"/>
              <a:gd name="T75" fmla="*/ 357187 h 63"/>
              <a:gd name="T76" fmla="*/ 0 w 47"/>
              <a:gd name="T77" fmla="*/ 479651 h 63"/>
              <a:gd name="T78" fmla="*/ 41072 w 47"/>
              <a:gd name="T79" fmla="*/ 591910 h 63"/>
              <a:gd name="T80" fmla="*/ 41072 w 47"/>
              <a:gd name="T81" fmla="*/ 591910 h 63"/>
              <a:gd name="T82" fmla="*/ 164289 w 47"/>
              <a:gd name="T83" fmla="*/ 642937 h 63"/>
              <a:gd name="T84" fmla="*/ 277238 w 47"/>
              <a:gd name="T85" fmla="*/ 591910 h 63"/>
              <a:gd name="T86" fmla="*/ 379919 w 47"/>
              <a:gd name="T87" fmla="*/ 489857 h 63"/>
              <a:gd name="T88" fmla="*/ 431260 w 47"/>
              <a:gd name="T89" fmla="*/ 377598 h 63"/>
              <a:gd name="T90" fmla="*/ 420991 w 47"/>
              <a:gd name="T91" fmla="*/ 326571 h 63"/>
              <a:gd name="T92" fmla="*/ 0 60000 65536"/>
              <a:gd name="T93" fmla="*/ 0 60000 65536"/>
              <a:gd name="T94" fmla="*/ 0 60000 65536"/>
              <a:gd name="T95" fmla="*/ 0 60000 65536"/>
              <a:gd name="T96" fmla="*/ 0 60000 65536"/>
              <a:gd name="T97" fmla="*/ 0 60000 65536"/>
              <a:gd name="T98" fmla="*/ 0 60000 65536"/>
              <a:gd name="T99" fmla="*/ 0 60000 65536"/>
              <a:gd name="T100" fmla="*/ 0 60000 65536"/>
              <a:gd name="T101" fmla="*/ 0 60000 65536"/>
              <a:gd name="T102" fmla="*/ 0 60000 65536"/>
              <a:gd name="T103" fmla="*/ 0 60000 65536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</a:gdLst>
            <a:ahLst/>
            <a:cxnLst>
              <a:cxn ang="T92">
                <a:pos x="T0" y="T1"/>
              </a:cxn>
              <a:cxn ang="T93">
                <a:pos x="T2" y="T3"/>
              </a:cxn>
              <a:cxn ang="T94">
                <a:pos x="T4" y="T5"/>
              </a:cxn>
              <a:cxn ang="T95">
                <a:pos x="T6" y="T7"/>
              </a:cxn>
              <a:cxn ang="T96">
                <a:pos x="T8" y="T9"/>
              </a:cxn>
              <a:cxn ang="T97">
                <a:pos x="T10" y="T11"/>
              </a:cxn>
              <a:cxn ang="T98">
                <a:pos x="T12" y="T13"/>
              </a:cxn>
              <a:cxn ang="T99">
                <a:pos x="T14" y="T15"/>
              </a:cxn>
              <a:cxn ang="T100">
                <a:pos x="T16" y="T17"/>
              </a:cxn>
              <a:cxn ang="T101">
                <a:pos x="T18" y="T19"/>
              </a:cxn>
              <a:cxn ang="T102">
                <a:pos x="T20" y="T21"/>
              </a:cxn>
              <a:cxn ang="T103">
                <a:pos x="T22" y="T23"/>
              </a:cxn>
              <a:cxn ang="T104">
                <a:pos x="T24" y="T25"/>
              </a:cxn>
              <a:cxn ang="T105">
                <a:pos x="T26" y="T27"/>
              </a:cxn>
              <a:cxn ang="T106">
                <a:pos x="T28" y="T29"/>
              </a:cxn>
              <a:cxn ang="T107">
                <a:pos x="T30" y="T31"/>
              </a:cxn>
              <a:cxn ang="T108">
                <a:pos x="T32" y="T33"/>
              </a:cxn>
              <a:cxn ang="T109">
                <a:pos x="T34" y="T35"/>
              </a:cxn>
              <a:cxn ang="T110">
                <a:pos x="T36" y="T37"/>
              </a:cxn>
              <a:cxn ang="T111">
                <a:pos x="T38" y="T39"/>
              </a:cxn>
              <a:cxn ang="T112">
                <a:pos x="T40" y="T41"/>
              </a:cxn>
              <a:cxn ang="T113">
                <a:pos x="T42" y="T43"/>
              </a:cxn>
              <a:cxn ang="T114">
                <a:pos x="T44" y="T45"/>
              </a:cxn>
              <a:cxn ang="T115">
                <a:pos x="T46" y="T47"/>
              </a:cxn>
              <a:cxn ang="T116">
                <a:pos x="T48" y="T49"/>
              </a:cxn>
              <a:cxn ang="T117">
                <a:pos x="T50" y="T51"/>
              </a:cxn>
              <a:cxn ang="T118">
                <a:pos x="T52" y="T53"/>
              </a:cxn>
              <a:cxn ang="T119">
                <a:pos x="T54" y="T55"/>
              </a:cxn>
              <a:cxn ang="T120">
                <a:pos x="T56" y="T57"/>
              </a:cxn>
              <a:cxn ang="T121">
                <a:pos x="T58" y="T59"/>
              </a:cxn>
              <a:cxn ang="T122">
                <a:pos x="T60" y="T61"/>
              </a:cxn>
              <a:cxn ang="T123">
                <a:pos x="T62" y="T63"/>
              </a:cxn>
              <a:cxn ang="T124">
                <a:pos x="T64" y="T65"/>
              </a:cxn>
              <a:cxn ang="T125">
                <a:pos x="T66" y="T67"/>
              </a:cxn>
              <a:cxn ang="T126">
                <a:pos x="T68" y="T69"/>
              </a:cxn>
              <a:cxn ang="T127">
                <a:pos x="T70" y="T71"/>
              </a:cxn>
              <a:cxn ang="T128">
                <a:pos x="T72" y="T73"/>
              </a:cxn>
              <a:cxn ang="T129">
                <a:pos x="T74" y="T75"/>
              </a:cxn>
              <a:cxn ang="T130">
                <a:pos x="T76" y="T77"/>
              </a:cxn>
              <a:cxn ang="T131">
                <a:pos x="T78" y="T79"/>
              </a:cxn>
              <a:cxn ang="T132">
                <a:pos x="T80" y="T81"/>
              </a:cxn>
              <a:cxn ang="T133">
                <a:pos x="T82" y="T83"/>
              </a:cxn>
              <a:cxn ang="T134">
                <a:pos x="T84" y="T85"/>
              </a:cxn>
              <a:cxn ang="T135">
                <a:pos x="T86" y="T87"/>
              </a:cxn>
              <a:cxn ang="T136">
                <a:pos x="T88" y="T89"/>
              </a:cxn>
              <a:cxn ang="T137">
                <a:pos x="T90" y="T91"/>
              </a:cxn>
            </a:cxnLst>
            <a:rect l="0" t="0" r="r" b="b"/>
            <a:pathLst>
              <a:path w="47" h="63">
                <a:moveTo>
                  <a:pt x="42" y="5"/>
                </a:moveTo>
                <a:cubicBezTo>
                  <a:pt x="42" y="5"/>
                  <a:pt x="42" y="5"/>
                  <a:pt x="42" y="5"/>
                </a:cubicBezTo>
                <a:cubicBezTo>
                  <a:pt x="45" y="8"/>
                  <a:pt x="47" y="12"/>
                  <a:pt x="47" y="16"/>
                </a:cubicBezTo>
                <a:cubicBezTo>
                  <a:pt x="47" y="20"/>
                  <a:pt x="45" y="24"/>
                  <a:pt x="42" y="27"/>
                </a:cubicBezTo>
                <a:cubicBezTo>
                  <a:pt x="32" y="37"/>
                  <a:pt x="32" y="37"/>
                  <a:pt x="32" y="37"/>
                </a:cubicBezTo>
                <a:cubicBezTo>
                  <a:pt x="29" y="41"/>
                  <a:pt x="25" y="42"/>
                  <a:pt x="21" y="42"/>
                </a:cubicBezTo>
                <a:cubicBezTo>
                  <a:pt x="19" y="42"/>
                  <a:pt x="16" y="42"/>
                  <a:pt x="14" y="41"/>
                </a:cubicBezTo>
                <a:cubicBezTo>
                  <a:pt x="22" y="33"/>
                  <a:pt x="22" y="33"/>
                  <a:pt x="22" y="33"/>
                </a:cubicBezTo>
                <a:cubicBezTo>
                  <a:pt x="23" y="33"/>
                  <a:pt x="25" y="33"/>
                  <a:pt x="26" y="31"/>
                </a:cubicBezTo>
                <a:cubicBezTo>
                  <a:pt x="36" y="21"/>
                  <a:pt x="36" y="21"/>
                  <a:pt x="36" y="21"/>
                </a:cubicBezTo>
                <a:cubicBezTo>
                  <a:pt x="38" y="20"/>
                  <a:pt x="38" y="18"/>
                  <a:pt x="38" y="16"/>
                </a:cubicBezTo>
                <a:cubicBezTo>
                  <a:pt x="38" y="14"/>
                  <a:pt x="38" y="12"/>
                  <a:pt x="36" y="11"/>
                </a:cubicBezTo>
                <a:cubicBezTo>
                  <a:pt x="36" y="11"/>
                  <a:pt x="36" y="11"/>
                  <a:pt x="36" y="11"/>
                </a:cubicBezTo>
                <a:cubicBezTo>
                  <a:pt x="35" y="9"/>
                  <a:pt x="33" y="9"/>
                  <a:pt x="31" y="9"/>
                </a:cubicBezTo>
                <a:cubicBezTo>
                  <a:pt x="29" y="9"/>
                  <a:pt x="27" y="9"/>
                  <a:pt x="26" y="11"/>
                </a:cubicBezTo>
                <a:cubicBezTo>
                  <a:pt x="16" y="21"/>
                  <a:pt x="16" y="21"/>
                  <a:pt x="16" y="21"/>
                </a:cubicBezTo>
                <a:cubicBezTo>
                  <a:pt x="15" y="21"/>
                  <a:pt x="15" y="21"/>
                  <a:pt x="15" y="22"/>
                </a:cubicBezTo>
                <a:cubicBezTo>
                  <a:pt x="5" y="31"/>
                  <a:pt x="5" y="31"/>
                  <a:pt x="5" y="31"/>
                </a:cubicBezTo>
                <a:cubicBezTo>
                  <a:pt x="5" y="29"/>
                  <a:pt x="5" y="28"/>
                  <a:pt x="5" y="26"/>
                </a:cubicBezTo>
                <a:cubicBezTo>
                  <a:pt x="5" y="22"/>
                  <a:pt x="6" y="18"/>
                  <a:pt x="9" y="15"/>
                </a:cubicBezTo>
                <a:cubicBezTo>
                  <a:pt x="19" y="5"/>
                  <a:pt x="19" y="5"/>
                  <a:pt x="19" y="5"/>
                </a:cubicBezTo>
                <a:cubicBezTo>
                  <a:pt x="23" y="1"/>
                  <a:pt x="27" y="0"/>
                  <a:pt x="31" y="0"/>
                </a:cubicBezTo>
                <a:cubicBezTo>
                  <a:pt x="35" y="0"/>
                  <a:pt x="39" y="1"/>
                  <a:pt x="42" y="5"/>
                </a:cubicBezTo>
                <a:close/>
                <a:moveTo>
                  <a:pt x="41" y="32"/>
                </a:moveTo>
                <a:cubicBezTo>
                  <a:pt x="31" y="42"/>
                  <a:pt x="31" y="42"/>
                  <a:pt x="31" y="42"/>
                </a:cubicBezTo>
                <a:cubicBezTo>
                  <a:pt x="23" y="50"/>
                  <a:pt x="23" y="50"/>
                  <a:pt x="23" y="50"/>
                </a:cubicBezTo>
                <a:cubicBezTo>
                  <a:pt x="21" y="52"/>
                  <a:pt x="21" y="52"/>
                  <a:pt x="21" y="52"/>
                </a:cubicBezTo>
                <a:cubicBezTo>
                  <a:pt x="20" y="53"/>
                  <a:pt x="18" y="54"/>
                  <a:pt x="16" y="54"/>
                </a:cubicBezTo>
                <a:cubicBezTo>
                  <a:pt x="14" y="54"/>
                  <a:pt x="12" y="53"/>
                  <a:pt x="11" y="52"/>
                </a:cubicBezTo>
                <a:cubicBezTo>
                  <a:pt x="11" y="52"/>
                  <a:pt x="11" y="52"/>
                  <a:pt x="11" y="52"/>
                </a:cubicBezTo>
                <a:cubicBezTo>
                  <a:pt x="9" y="51"/>
                  <a:pt x="8" y="49"/>
                  <a:pt x="8" y="47"/>
                </a:cubicBezTo>
                <a:cubicBezTo>
                  <a:pt x="8" y="45"/>
                  <a:pt x="9" y="43"/>
                  <a:pt x="11" y="41"/>
                </a:cubicBezTo>
                <a:cubicBezTo>
                  <a:pt x="21" y="31"/>
                  <a:pt x="21" y="31"/>
                  <a:pt x="21" y="31"/>
                </a:cubicBezTo>
                <a:cubicBezTo>
                  <a:pt x="22" y="30"/>
                  <a:pt x="23" y="30"/>
                  <a:pt x="25" y="29"/>
                </a:cubicBezTo>
                <a:cubicBezTo>
                  <a:pt x="32" y="22"/>
                  <a:pt x="32" y="22"/>
                  <a:pt x="32" y="22"/>
                </a:cubicBezTo>
                <a:cubicBezTo>
                  <a:pt x="30" y="21"/>
                  <a:pt x="28" y="21"/>
                  <a:pt x="26" y="21"/>
                </a:cubicBezTo>
                <a:cubicBezTo>
                  <a:pt x="22" y="21"/>
                  <a:pt x="18" y="22"/>
                  <a:pt x="14" y="25"/>
                </a:cubicBezTo>
                <a:cubicBezTo>
                  <a:pt x="4" y="35"/>
                  <a:pt x="4" y="35"/>
                  <a:pt x="4" y="35"/>
                </a:cubicBezTo>
                <a:cubicBezTo>
                  <a:pt x="1" y="38"/>
                  <a:pt x="0" y="43"/>
                  <a:pt x="0" y="47"/>
                </a:cubicBezTo>
                <a:cubicBezTo>
                  <a:pt x="0" y="51"/>
                  <a:pt x="1" y="55"/>
                  <a:pt x="4" y="58"/>
                </a:cubicBezTo>
                <a:cubicBezTo>
                  <a:pt x="4" y="58"/>
                  <a:pt x="4" y="58"/>
                  <a:pt x="4" y="58"/>
                </a:cubicBezTo>
                <a:cubicBezTo>
                  <a:pt x="8" y="61"/>
                  <a:pt x="12" y="63"/>
                  <a:pt x="16" y="63"/>
                </a:cubicBezTo>
                <a:cubicBezTo>
                  <a:pt x="20" y="63"/>
                  <a:pt x="24" y="61"/>
                  <a:pt x="27" y="58"/>
                </a:cubicBezTo>
                <a:cubicBezTo>
                  <a:pt x="37" y="48"/>
                  <a:pt x="37" y="48"/>
                  <a:pt x="37" y="48"/>
                </a:cubicBezTo>
                <a:cubicBezTo>
                  <a:pt x="41" y="45"/>
                  <a:pt x="42" y="41"/>
                  <a:pt x="42" y="37"/>
                </a:cubicBezTo>
                <a:cubicBezTo>
                  <a:pt x="42" y="35"/>
                  <a:pt x="42" y="33"/>
                  <a:pt x="41" y="32"/>
                </a:cubicBezTo>
                <a:close/>
              </a:path>
            </a:pathLst>
          </a:custGeom>
          <a:solidFill>
            <a:srgbClr val="00B0F0"/>
          </a:solidFill>
          <a:ln>
            <a:solidFill>
              <a:srgbClr val="00B0F0"/>
            </a:solidFill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4362217" y="2162239"/>
            <a:ext cx="1067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词法分析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415419" y="1323134"/>
            <a:ext cx="1650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语法规则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转换引擎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31" name="右箭头 30"/>
          <p:cNvSpPr/>
          <p:nvPr/>
        </p:nvSpPr>
        <p:spPr>
          <a:xfrm>
            <a:off x="8421077" y="2353506"/>
            <a:ext cx="962095" cy="363682"/>
          </a:xfrm>
          <a:prstGeom prst="rightArrow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+mn-lt"/>
            </a:endParaRPr>
          </a:p>
        </p:txBody>
      </p:sp>
      <p:grpSp>
        <p:nvGrpSpPr>
          <p:cNvPr id="32" name="Group 12"/>
          <p:cNvGrpSpPr>
            <a:grpSpLocks noChangeAspect="1"/>
          </p:cNvGrpSpPr>
          <p:nvPr/>
        </p:nvGrpSpPr>
        <p:grpSpPr bwMode="auto">
          <a:xfrm>
            <a:off x="3185375" y="2919936"/>
            <a:ext cx="634745" cy="638737"/>
            <a:chOff x="-797" y="1468"/>
            <a:chExt cx="636" cy="640"/>
          </a:xfrm>
          <a:solidFill>
            <a:srgbClr val="00B0F0"/>
          </a:solidFill>
        </p:grpSpPr>
        <p:sp>
          <p:nvSpPr>
            <p:cNvPr id="33" name="Freeform 13"/>
            <p:cNvSpPr>
              <a:spLocks noEditPoints="1"/>
            </p:cNvSpPr>
            <p:nvPr/>
          </p:nvSpPr>
          <p:spPr bwMode="auto">
            <a:xfrm>
              <a:off x="-654" y="1468"/>
              <a:ext cx="493" cy="640"/>
            </a:xfrm>
            <a:custGeom>
              <a:avLst/>
              <a:gdLst>
                <a:gd name="T0" fmla="*/ 1372 w 2173"/>
                <a:gd name="T1" fmla="*/ 0 h 2822"/>
                <a:gd name="T2" fmla="*/ 621 w 2173"/>
                <a:gd name="T3" fmla="*/ 0 h 2822"/>
                <a:gd name="T4" fmla="*/ 762 w 2173"/>
                <a:gd name="T5" fmla="*/ 226 h 2822"/>
                <a:gd name="T6" fmla="*/ 1242 w 2173"/>
                <a:gd name="T7" fmla="*/ 226 h 2822"/>
                <a:gd name="T8" fmla="*/ 1242 w 2173"/>
                <a:gd name="T9" fmla="*/ 931 h 2822"/>
                <a:gd name="T10" fmla="*/ 1947 w 2173"/>
                <a:gd name="T11" fmla="*/ 931 h 2822"/>
                <a:gd name="T12" fmla="*/ 1947 w 2173"/>
                <a:gd name="T13" fmla="*/ 2596 h 2822"/>
                <a:gd name="T14" fmla="*/ 226 w 2173"/>
                <a:gd name="T15" fmla="*/ 2596 h 2822"/>
                <a:gd name="T16" fmla="*/ 226 w 2173"/>
                <a:gd name="T17" fmla="*/ 1217 h 2822"/>
                <a:gd name="T18" fmla="*/ 0 w 2173"/>
                <a:gd name="T19" fmla="*/ 1193 h 2822"/>
                <a:gd name="T20" fmla="*/ 0 w 2173"/>
                <a:gd name="T21" fmla="*/ 2822 h 2822"/>
                <a:gd name="T22" fmla="*/ 2173 w 2173"/>
                <a:gd name="T23" fmla="*/ 2822 h 2822"/>
                <a:gd name="T24" fmla="*/ 2173 w 2173"/>
                <a:gd name="T25" fmla="*/ 832 h 2822"/>
                <a:gd name="T26" fmla="*/ 1372 w 2173"/>
                <a:gd name="T27" fmla="*/ 0 h 2822"/>
                <a:gd name="T28" fmla="*/ 1411 w 2173"/>
                <a:gd name="T29" fmla="*/ 762 h 2822"/>
                <a:gd name="T30" fmla="*/ 1411 w 2173"/>
                <a:gd name="T31" fmla="*/ 377 h 2822"/>
                <a:gd name="T32" fmla="*/ 1783 w 2173"/>
                <a:gd name="T33" fmla="*/ 762 h 2822"/>
                <a:gd name="T34" fmla="*/ 1411 w 2173"/>
                <a:gd name="T35" fmla="*/ 762 h 28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73" h="2822">
                  <a:moveTo>
                    <a:pt x="1372" y="0"/>
                  </a:moveTo>
                  <a:lnTo>
                    <a:pt x="621" y="0"/>
                  </a:lnTo>
                  <a:lnTo>
                    <a:pt x="762" y="226"/>
                  </a:lnTo>
                  <a:lnTo>
                    <a:pt x="1242" y="226"/>
                  </a:lnTo>
                  <a:lnTo>
                    <a:pt x="1242" y="931"/>
                  </a:lnTo>
                  <a:lnTo>
                    <a:pt x="1947" y="931"/>
                  </a:lnTo>
                  <a:lnTo>
                    <a:pt x="1947" y="2596"/>
                  </a:lnTo>
                  <a:lnTo>
                    <a:pt x="226" y="2596"/>
                  </a:lnTo>
                  <a:lnTo>
                    <a:pt x="226" y="1217"/>
                  </a:lnTo>
                  <a:lnTo>
                    <a:pt x="0" y="1193"/>
                  </a:lnTo>
                  <a:lnTo>
                    <a:pt x="0" y="2822"/>
                  </a:lnTo>
                  <a:lnTo>
                    <a:pt x="2173" y="2822"/>
                  </a:lnTo>
                  <a:lnTo>
                    <a:pt x="2173" y="832"/>
                  </a:lnTo>
                  <a:lnTo>
                    <a:pt x="1372" y="0"/>
                  </a:lnTo>
                  <a:close/>
                  <a:moveTo>
                    <a:pt x="1411" y="762"/>
                  </a:moveTo>
                  <a:lnTo>
                    <a:pt x="1411" y="377"/>
                  </a:lnTo>
                  <a:lnTo>
                    <a:pt x="1783" y="762"/>
                  </a:lnTo>
                  <a:lnTo>
                    <a:pt x="1411" y="762"/>
                  </a:lnTo>
                  <a:close/>
                </a:path>
              </a:pathLst>
            </a:custGeom>
            <a:grpFill/>
            <a:ln w="0">
              <a:solidFill>
                <a:srgbClr val="00B0F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th-TH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34" name="Rectangle 14"/>
            <p:cNvSpPr>
              <a:spLocks noChangeArrowheads="1"/>
            </p:cNvSpPr>
            <p:nvPr/>
          </p:nvSpPr>
          <p:spPr bwMode="auto">
            <a:xfrm>
              <a:off x="-551" y="1775"/>
              <a:ext cx="281" cy="26"/>
            </a:xfrm>
            <a:prstGeom prst="rect">
              <a:avLst/>
            </a:prstGeom>
            <a:grpFill/>
            <a:ln w="0">
              <a:solidFill>
                <a:srgbClr val="00B0F0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th-TH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35" name="Rectangle 15"/>
            <p:cNvSpPr>
              <a:spLocks noChangeArrowheads="1"/>
            </p:cNvSpPr>
            <p:nvPr/>
          </p:nvSpPr>
          <p:spPr bwMode="auto">
            <a:xfrm>
              <a:off x="-551" y="1865"/>
              <a:ext cx="281" cy="25"/>
            </a:xfrm>
            <a:prstGeom prst="rect">
              <a:avLst/>
            </a:prstGeom>
            <a:grpFill/>
            <a:ln w="0">
              <a:solidFill>
                <a:srgbClr val="00B0F0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th-TH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36" name="Rectangle 16"/>
            <p:cNvSpPr>
              <a:spLocks noChangeArrowheads="1"/>
            </p:cNvSpPr>
            <p:nvPr/>
          </p:nvSpPr>
          <p:spPr bwMode="auto">
            <a:xfrm>
              <a:off x="-551" y="1954"/>
              <a:ext cx="281" cy="26"/>
            </a:xfrm>
            <a:prstGeom prst="rect">
              <a:avLst/>
            </a:prstGeom>
            <a:grpFill/>
            <a:ln w="0">
              <a:solidFill>
                <a:srgbClr val="00B0F0"/>
              </a:solidFill>
              <a:prstDash val="solid"/>
              <a:miter lim="800000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th-TH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endParaRPr>
            </a:p>
          </p:txBody>
        </p:sp>
        <p:sp>
          <p:nvSpPr>
            <p:cNvPr id="37" name="Freeform 17"/>
            <p:cNvSpPr>
              <a:spLocks noEditPoints="1"/>
            </p:cNvSpPr>
            <p:nvPr/>
          </p:nvSpPr>
          <p:spPr bwMode="auto">
            <a:xfrm>
              <a:off x="-797" y="1480"/>
              <a:ext cx="301" cy="311"/>
            </a:xfrm>
            <a:custGeom>
              <a:avLst/>
              <a:gdLst>
                <a:gd name="T0" fmla="*/ 1193 w 1328"/>
                <a:gd name="T1" fmla="*/ 837 h 1373"/>
                <a:gd name="T2" fmla="*/ 1325 w 1328"/>
                <a:gd name="T3" fmla="*/ 485 h 1373"/>
                <a:gd name="T4" fmla="*/ 822 w 1328"/>
                <a:gd name="T5" fmla="*/ 7 h 1373"/>
                <a:gd name="T6" fmla="*/ 342 w 1328"/>
                <a:gd name="T7" fmla="*/ 509 h 1373"/>
                <a:gd name="T8" fmla="*/ 468 w 1328"/>
                <a:gd name="T9" fmla="*/ 828 h 1373"/>
                <a:gd name="T10" fmla="*/ 247 w 1328"/>
                <a:gd name="T11" fmla="*/ 924 h 1373"/>
                <a:gd name="T12" fmla="*/ 26 w 1328"/>
                <a:gd name="T13" fmla="*/ 1160 h 1373"/>
                <a:gd name="T14" fmla="*/ 1 w 1328"/>
                <a:gd name="T15" fmla="*/ 1240 h 1373"/>
                <a:gd name="T16" fmla="*/ 137 w 1328"/>
                <a:gd name="T17" fmla="*/ 1372 h 1373"/>
                <a:gd name="T18" fmla="*/ 216 w 1328"/>
                <a:gd name="T19" fmla="*/ 1343 h 1373"/>
                <a:gd name="T20" fmla="*/ 440 w 1328"/>
                <a:gd name="T21" fmla="*/ 1107 h 1373"/>
                <a:gd name="T22" fmla="*/ 525 w 1328"/>
                <a:gd name="T23" fmla="*/ 884 h 1373"/>
                <a:gd name="T24" fmla="*/ 848 w 1328"/>
                <a:gd name="T25" fmla="*/ 993 h 1373"/>
                <a:gd name="T26" fmla="*/ 1193 w 1328"/>
                <a:gd name="T27" fmla="*/ 837 h 1373"/>
                <a:gd name="T28" fmla="*/ 626 w 1328"/>
                <a:gd name="T29" fmla="*/ 720 h 1373"/>
                <a:gd name="T30" fmla="*/ 532 w 1328"/>
                <a:gd name="T31" fmla="*/ 506 h 1373"/>
                <a:gd name="T32" fmla="*/ 827 w 1328"/>
                <a:gd name="T33" fmla="*/ 197 h 1373"/>
                <a:gd name="T34" fmla="*/ 1135 w 1328"/>
                <a:gd name="T35" fmla="*/ 490 h 1373"/>
                <a:gd name="T36" fmla="*/ 843 w 1328"/>
                <a:gd name="T37" fmla="*/ 803 h 1373"/>
                <a:gd name="T38" fmla="*/ 626 w 1328"/>
                <a:gd name="T39" fmla="*/ 720 h 1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328" h="1373">
                  <a:moveTo>
                    <a:pt x="1193" y="837"/>
                  </a:moveTo>
                  <a:cubicBezTo>
                    <a:pt x="1285" y="740"/>
                    <a:pt x="1328" y="613"/>
                    <a:pt x="1325" y="485"/>
                  </a:cubicBezTo>
                  <a:cubicBezTo>
                    <a:pt x="1318" y="220"/>
                    <a:pt x="1087" y="0"/>
                    <a:pt x="822" y="7"/>
                  </a:cubicBezTo>
                  <a:cubicBezTo>
                    <a:pt x="554" y="15"/>
                    <a:pt x="335" y="241"/>
                    <a:pt x="342" y="509"/>
                  </a:cubicBezTo>
                  <a:cubicBezTo>
                    <a:pt x="345" y="624"/>
                    <a:pt x="388" y="737"/>
                    <a:pt x="468" y="828"/>
                  </a:cubicBezTo>
                  <a:lnTo>
                    <a:pt x="247" y="924"/>
                  </a:lnTo>
                  <a:lnTo>
                    <a:pt x="26" y="1160"/>
                  </a:lnTo>
                  <a:cubicBezTo>
                    <a:pt x="8" y="1183"/>
                    <a:pt x="0" y="1212"/>
                    <a:pt x="1" y="1240"/>
                  </a:cubicBezTo>
                  <a:cubicBezTo>
                    <a:pt x="3" y="1311"/>
                    <a:pt x="64" y="1373"/>
                    <a:pt x="137" y="1372"/>
                  </a:cubicBezTo>
                  <a:cubicBezTo>
                    <a:pt x="166" y="1371"/>
                    <a:pt x="192" y="1361"/>
                    <a:pt x="216" y="1343"/>
                  </a:cubicBezTo>
                  <a:lnTo>
                    <a:pt x="440" y="1107"/>
                  </a:lnTo>
                  <a:lnTo>
                    <a:pt x="525" y="884"/>
                  </a:lnTo>
                  <a:cubicBezTo>
                    <a:pt x="619" y="959"/>
                    <a:pt x="733" y="996"/>
                    <a:pt x="848" y="993"/>
                  </a:cubicBezTo>
                  <a:cubicBezTo>
                    <a:pt x="974" y="989"/>
                    <a:pt x="1098" y="937"/>
                    <a:pt x="1193" y="837"/>
                  </a:cubicBezTo>
                  <a:close/>
                  <a:moveTo>
                    <a:pt x="626" y="720"/>
                  </a:moveTo>
                  <a:cubicBezTo>
                    <a:pt x="565" y="662"/>
                    <a:pt x="534" y="585"/>
                    <a:pt x="532" y="506"/>
                  </a:cubicBezTo>
                  <a:cubicBezTo>
                    <a:pt x="528" y="345"/>
                    <a:pt x="661" y="202"/>
                    <a:pt x="827" y="197"/>
                  </a:cubicBezTo>
                  <a:cubicBezTo>
                    <a:pt x="988" y="193"/>
                    <a:pt x="1131" y="326"/>
                    <a:pt x="1135" y="490"/>
                  </a:cubicBezTo>
                  <a:cubicBezTo>
                    <a:pt x="1140" y="658"/>
                    <a:pt x="1006" y="798"/>
                    <a:pt x="843" y="803"/>
                  </a:cubicBezTo>
                  <a:cubicBezTo>
                    <a:pt x="765" y="805"/>
                    <a:pt x="687" y="776"/>
                    <a:pt x="626" y="720"/>
                  </a:cubicBezTo>
                  <a:close/>
                </a:path>
              </a:pathLst>
            </a:custGeom>
            <a:grpFill/>
            <a:ln w="0">
              <a:solidFill>
                <a:srgbClr val="00B0F0"/>
              </a:solidFill>
              <a:prstDash val="solid"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th-TH" sz="1800" b="0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endParaRPr>
            </a:p>
          </p:txBody>
        </p:sp>
      </p:grpSp>
      <p:sp>
        <p:nvSpPr>
          <p:cNvPr id="38" name="文本框 37"/>
          <p:cNvSpPr txBox="1"/>
          <p:nvPr/>
        </p:nvSpPr>
        <p:spPr>
          <a:xfrm>
            <a:off x="2810473" y="2236629"/>
            <a:ext cx="1555091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对象分析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表、视图、函数、</a:t>
            </a:r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+mn-l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索引、存储过程等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384119" y="2647055"/>
            <a:ext cx="10674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客户端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8239175" y="1998916"/>
            <a:ext cx="1206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GaussDB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 SQL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10" name="圆柱形 9"/>
          <p:cNvSpPr/>
          <p:nvPr/>
        </p:nvSpPr>
        <p:spPr>
          <a:xfrm>
            <a:off x="9828842" y="2167752"/>
            <a:ext cx="1194955" cy="745986"/>
          </a:xfrm>
          <a:prstGeom prst="can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GaussDB</a:t>
            </a:r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+mn-lt"/>
            </a:endParaRPr>
          </a:p>
        </p:txBody>
      </p:sp>
      <p:cxnSp>
        <p:nvCxnSpPr>
          <p:cNvPr id="13" name="直接连接符 12"/>
          <p:cNvCxnSpPr/>
          <p:nvPr/>
        </p:nvCxnSpPr>
        <p:spPr>
          <a:xfrm>
            <a:off x="2810473" y="3702639"/>
            <a:ext cx="1509397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4330040" y="3322298"/>
            <a:ext cx="1143484" cy="10615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>
            <a:off x="5473524" y="2922166"/>
            <a:ext cx="1194955" cy="1089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/>
        </p:nvCxnSpPr>
        <p:spPr>
          <a:xfrm>
            <a:off x="6668479" y="2504622"/>
            <a:ext cx="1288210" cy="0"/>
          </a:xfrm>
          <a:prstGeom prst="line">
            <a:avLst/>
          </a:prstGeom>
          <a:ln w="38100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连接符 48"/>
          <p:cNvCxnSpPr/>
          <p:nvPr/>
        </p:nvCxnSpPr>
        <p:spPr>
          <a:xfrm>
            <a:off x="4319870" y="3306985"/>
            <a:ext cx="0" cy="395654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>
            <a:off x="5473524" y="2911331"/>
            <a:ext cx="0" cy="410967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>
            <a:off x="6668479" y="2495840"/>
            <a:ext cx="0" cy="437216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/>
        </p:nvSpPr>
        <p:spPr>
          <a:xfrm>
            <a:off x="6062613" y="3849925"/>
            <a:ext cx="511721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E9002F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典型案例介绍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：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+mn-lt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某国有商业银行：全量迁移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Teradata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业务脚本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数千万行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，自动化迁移率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95%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以上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；迁移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Oracle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存储过程数千万行，自动化迁移率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80%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以上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+mn-lt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某股份制银行：迁移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Teradata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 </a:t>
            </a:r>
            <a:r>
              <a:rPr kumimoji="0" lang="en-US" altLang="zh-C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dsql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脚本数百万行，自动化迁移率</a:t>
            </a:r>
            <a:r>
              <a: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95%</a:t>
            </a: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方正兰亭黑简体" panose="02000000000000000000" pitchFamily="2" charset="-122"/>
                <a:ea typeface="方正兰亭黑简体" panose="02000000000000000000" pitchFamily="2" charset="-122"/>
                <a:cs typeface="+mn-ea"/>
                <a:sym typeface="+mn-lt"/>
              </a:rPr>
              <a:t>以上</a:t>
            </a:r>
            <a:endParaRPr kumimoji="0" lang="en-US" altLang="zh-CN" sz="16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320775" y="159605"/>
            <a:ext cx="10976490" cy="871537"/>
          </a:xfrm>
        </p:spPr>
        <p:txBody>
          <a:bodyPr/>
          <a:lstStyle/>
          <a:p>
            <a:r>
              <a:rPr lang="en-US" altLang="zh-CN" sz="3200" b="1" dirty="0">
                <a:solidFill>
                  <a:srgbClr val="C00000"/>
                </a:solidFill>
                <a:latin typeface="+mn-ea"/>
                <a:ea typeface="+mn-ea"/>
                <a:cs typeface="+mn-ea"/>
                <a:sym typeface="+mn-lt"/>
              </a:rPr>
              <a:t>Oracle</a:t>
            </a:r>
            <a:r>
              <a:rPr lang="zh-CN" altLang="en-US" sz="3200" b="1" dirty="0">
                <a:solidFill>
                  <a:srgbClr val="C00000"/>
                </a:solidFill>
                <a:latin typeface="+mn-ea"/>
                <a:ea typeface="+mn-ea"/>
                <a:cs typeface="+mn-ea"/>
                <a:sym typeface="+mn-lt"/>
              </a:rPr>
              <a:t>迁移上</a:t>
            </a:r>
            <a:r>
              <a:rPr lang="en-US" altLang="zh-CN" sz="3200" b="1" dirty="0">
                <a:solidFill>
                  <a:srgbClr val="C00000"/>
                </a:solidFill>
                <a:latin typeface="+mn-ea"/>
                <a:ea typeface="+mn-ea"/>
                <a:cs typeface="+mn-ea"/>
                <a:sym typeface="+mn-lt"/>
              </a:rPr>
              <a:t>DWS</a:t>
            </a:r>
            <a:r>
              <a:rPr lang="zh-CN" altLang="en-US" sz="3200" b="1" dirty="0">
                <a:solidFill>
                  <a:srgbClr val="C00000"/>
                </a:solidFill>
                <a:latin typeface="+mn-ea"/>
                <a:ea typeface="+mn-ea"/>
                <a:cs typeface="+mn-ea"/>
                <a:sym typeface="+mn-lt"/>
              </a:rPr>
              <a:t>：</a:t>
            </a:r>
            <a:r>
              <a:rPr lang="zh-CN" altLang="en-US" sz="2000" b="1" dirty="0">
                <a:solidFill>
                  <a:srgbClr val="C00000"/>
                </a:solidFill>
                <a:latin typeface="+mn-ea"/>
                <a:ea typeface="+mn-ea"/>
                <a:cs typeface="+mn-ea"/>
                <a:sym typeface="+mn-lt"/>
              </a:rPr>
              <a:t>表结构迁移、应用迁移、数据迁移</a:t>
            </a:r>
            <a:endParaRPr lang="zh-CN" altLang="en-US" sz="2000" b="1" dirty="0">
              <a:solidFill>
                <a:srgbClr val="C0000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10" name="椭圆 9"/>
          <p:cNvSpPr/>
          <p:nvPr/>
        </p:nvSpPr>
        <p:spPr>
          <a:xfrm>
            <a:off x="5120149" y="912672"/>
            <a:ext cx="1419304" cy="141930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方正兰亭黑简体" panose="02000000000000000000" pitchFamily="2" charset="-122"/>
              <a:ea typeface="方正兰亭黑简体" panose="02000000000000000000" pitchFamily="2" charset="-122"/>
              <a:cs typeface="+mn-ea"/>
              <a:sym typeface="+mn-lt"/>
            </a:endParaRPr>
          </a:p>
        </p:txBody>
      </p:sp>
      <p:sp>
        <p:nvSpPr>
          <p:cNvPr id="34" name="矩形 33"/>
          <p:cNvSpPr/>
          <p:nvPr/>
        </p:nvSpPr>
        <p:spPr bwMode="auto">
          <a:xfrm>
            <a:off x="6448560" y="1300807"/>
            <a:ext cx="5343102" cy="3692891"/>
          </a:xfrm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37" tIns="45719" rIns="91437" bIns="45719" numCol="1" rtlCol="0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4000" b="0" i="0" u="none" strike="noStrike" kern="120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圆角矩形 34"/>
          <p:cNvSpPr/>
          <p:nvPr/>
        </p:nvSpPr>
        <p:spPr bwMode="auto">
          <a:xfrm>
            <a:off x="4698070" y="1678243"/>
            <a:ext cx="1375230" cy="2031057"/>
          </a:xfrm>
          <a:prstGeom prst="roundRect">
            <a:avLst/>
          </a:prstGeom>
          <a:solidFill>
            <a:srgbClr val="D9D9D9"/>
          </a:solidFill>
          <a:ln w="12700" cap="flat" cmpd="sng" algn="ctr">
            <a:solidFill>
              <a:srgbClr val="FFFFFF">
                <a:lumMod val="50000"/>
              </a:srgbClr>
            </a:solidFill>
            <a:prstDash val="solid"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6" name="圆角矩形 35"/>
          <p:cNvSpPr/>
          <p:nvPr/>
        </p:nvSpPr>
        <p:spPr bwMode="auto">
          <a:xfrm>
            <a:off x="2301836" y="1678243"/>
            <a:ext cx="1375230" cy="2031057"/>
          </a:xfrm>
          <a:prstGeom prst="roundRect">
            <a:avLst/>
          </a:prstGeom>
          <a:solidFill>
            <a:srgbClr val="D9D9D9"/>
          </a:solidFill>
          <a:ln w="12700" cap="flat" cmpd="sng" algn="ctr">
            <a:solidFill>
              <a:srgbClr val="FFFFFF">
                <a:lumMod val="50000"/>
              </a:srgbClr>
            </a:solidFill>
            <a:prstDash val="solid"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7" name="流程图: 磁盘 36"/>
          <p:cNvSpPr/>
          <p:nvPr/>
        </p:nvSpPr>
        <p:spPr bwMode="auto">
          <a:xfrm>
            <a:off x="2406020" y="2049773"/>
            <a:ext cx="1166861" cy="1015528"/>
          </a:xfrm>
          <a:prstGeom prst="flowChartMagneticDisk">
            <a:avLst/>
          </a:prstGeom>
          <a:solidFill>
            <a:srgbClr val="FFB870"/>
          </a:solidFill>
          <a:ln w="12700" cap="flat" cmpd="sng" algn="ctr">
            <a:solidFill>
              <a:srgbClr val="000000"/>
            </a:solidFill>
            <a:prstDash val="solid"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O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数据库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38" name="流程图: 磁盘 37"/>
          <p:cNvSpPr/>
          <p:nvPr/>
        </p:nvSpPr>
        <p:spPr bwMode="auto">
          <a:xfrm>
            <a:off x="4802255" y="2013170"/>
            <a:ext cx="1166861" cy="1015528"/>
          </a:xfrm>
          <a:prstGeom prst="flowChartMagneticDisk">
            <a:avLst/>
          </a:prstGeom>
          <a:solidFill>
            <a:srgbClr val="92D050"/>
          </a:solidFill>
          <a:ln w="12700" cap="flat" cmpd="sng" algn="ctr">
            <a:solidFill>
              <a:srgbClr val="000000"/>
            </a:solidFill>
            <a:prstDash val="solid"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目标数据库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DWS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39" name="直接箭头连接符 38"/>
          <p:cNvCxnSpPr>
            <a:stCxn id="36" idx="3"/>
          </p:cNvCxnSpPr>
          <p:nvPr/>
        </p:nvCxnSpPr>
        <p:spPr bwMode="auto">
          <a:xfrm flipV="1">
            <a:off x="3677065" y="2522869"/>
            <a:ext cx="1036138" cy="170904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dash"/>
            <a:round/>
            <a:headEnd type="none" w="med" len="med"/>
            <a:tailEnd type="triangle"/>
          </a:ln>
        </p:spPr>
      </p:cxnSp>
      <p:cxnSp>
        <p:nvCxnSpPr>
          <p:cNvPr id="40" name="直接箭头连接符 39"/>
          <p:cNvCxnSpPr>
            <a:stCxn id="36" idx="3"/>
          </p:cNvCxnSpPr>
          <p:nvPr/>
        </p:nvCxnSpPr>
        <p:spPr bwMode="auto">
          <a:xfrm>
            <a:off x="3677065" y="2693774"/>
            <a:ext cx="1047170" cy="224152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dash"/>
            <a:round/>
            <a:headEnd type="none" w="med" len="med"/>
            <a:tailEnd type="triangle"/>
          </a:ln>
        </p:spPr>
      </p:cxnSp>
      <p:cxnSp>
        <p:nvCxnSpPr>
          <p:cNvPr id="41" name="直接箭头连接符 40"/>
          <p:cNvCxnSpPr>
            <a:stCxn id="36" idx="3"/>
          </p:cNvCxnSpPr>
          <p:nvPr/>
        </p:nvCxnSpPr>
        <p:spPr bwMode="auto">
          <a:xfrm flipV="1">
            <a:off x="3677065" y="2138082"/>
            <a:ext cx="1021004" cy="555691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dash"/>
            <a:round/>
            <a:headEnd type="none" w="med" len="med"/>
            <a:tailEnd type="triangle"/>
          </a:ln>
        </p:spPr>
      </p:cxnSp>
      <p:sp>
        <p:nvSpPr>
          <p:cNvPr id="42" name="文本框 41"/>
          <p:cNvSpPr txBox="1"/>
          <p:nvPr/>
        </p:nvSpPr>
        <p:spPr>
          <a:xfrm rot="19975692">
            <a:off x="3816565" y="2281848"/>
            <a:ext cx="751626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5895" marR="0" lvl="0" indent="-175895" algn="ctr" defTabSz="121856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70000"/>
              <a:buFontTx/>
              <a:buNone/>
              <a:defRPr/>
            </a:pPr>
            <a:r>
              <a: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结构迁移</a:t>
            </a: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3" name="文本框 42"/>
          <p:cNvSpPr txBox="1"/>
          <p:nvPr/>
        </p:nvSpPr>
        <p:spPr>
          <a:xfrm rot="20980448">
            <a:off x="3898350" y="2533389"/>
            <a:ext cx="8543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5895" marR="0" lvl="0" indent="-175895" algn="ctr" defTabSz="121856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70000"/>
              <a:buFontTx/>
              <a:buNone/>
              <a:defRPr/>
            </a:pPr>
            <a:r>
              <a: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业务逻辑迁移</a:t>
            </a: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4" name="文本框 43"/>
          <p:cNvSpPr txBox="1"/>
          <p:nvPr/>
        </p:nvSpPr>
        <p:spPr>
          <a:xfrm rot="766674">
            <a:off x="3913770" y="2772504"/>
            <a:ext cx="75162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5895" marR="0" lvl="0" indent="-175895" algn="ctr" defTabSz="121856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70000"/>
              <a:buFontTx/>
              <a:buNone/>
              <a:defRPr/>
            </a:pPr>
            <a:r>
              <a: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全量数据同步</a:t>
            </a: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2527213" y="3792289"/>
            <a:ext cx="92447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5895" marR="0" lvl="0" indent="-175895" algn="ctr" defTabSz="121856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70000"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源数据库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4923448" y="3792289"/>
            <a:ext cx="9244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5895" marR="0" lvl="0" indent="-175895" algn="ctr" defTabSz="121856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70000"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目标数据库</a:t>
            </a: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2527675" y="1247601"/>
            <a:ext cx="924472" cy="246221"/>
          </a:xfrm>
          <a:prstGeom prst="rect">
            <a:avLst/>
          </a:prstGeom>
          <a:solidFill>
            <a:srgbClr val="FFCC66">
              <a:lumMod val="90000"/>
            </a:srgb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buNone/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上层应用A</a:t>
            </a:r>
            <a:endParaRPr kumimoji="0" lang="zh-CN" alt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4923911" y="1247601"/>
            <a:ext cx="924471" cy="246221"/>
          </a:xfrm>
          <a:prstGeom prst="rect">
            <a:avLst/>
          </a:prstGeom>
          <a:solidFill>
            <a:srgbClr val="FFCC66">
              <a:lumMod val="90000"/>
            </a:srgb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buNone/>
              <a:defRPr sz="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上层应用A '</a:t>
            </a:r>
            <a:endParaRPr kumimoji="0" lang="zh-CN" alt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9" name="直接箭头连接符 48"/>
          <p:cNvCxnSpPr>
            <a:stCxn id="36" idx="0"/>
            <a:endCxn id="47" idx="2"/>
          </p:cNvCxnSpPr>
          <p:nvPr/>
        </p:nvCxnSpPr>
        <p:spPr bwMode="auto">
          <a:xfrm flipV="1">
            <a:off x="2989451" y="1493822"/>
            <a:ext cx="460" cy="184421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50" name="直接箭头连接符 49"/>
          <p:cNvCxnSpPr>
            <a:stCxn id="35" idx="0"/>
            <a:endCxn id="48" idx="2"/>
          </p:cNvCxnSpPr>
          <p:nvPr/>
        </p:nvCxnSpPr>
        <p:spPr bwMode="auto">
          <a:xfrm flipV="1">
            <a:off x="5385685" y="1493822"/>
            <a:ext cx="462" cy="184421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51" name="直接箭头连接符 50"/>
          <p:cNvCxnSpPr>
            <a:stCxn id="47" idx="3"/>
            <a:endCxn id="48" idx="1"/>
          </p:cNvCxnSpPr>
          <p:nvPr/>
        </p:nvCxnSpPr>
        <p:spPr bwMode="auto">
          <a:xfrm>
            <a:off x="3452147" y="1370712"/>
            <a:ext cx="1471764" cy="0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dash"/>
            <a:round/>
            <a:headEnd type="none" w="med" len="med"/>
            <a:tailEnd type="triangle"/>
          </a:ln>
        </p:spPr>
      </p:cxnSp>
      <p:sp>
        <p:nvSpPr>
          <p:cNvPr id="52" name="文本框 51"/>
          <p:cNvSpPr txBox="1"/>
          <p:nvPr/>
        </p:nvSpPr>
        <p:spPr>
          <a:xfrm>
            <a:off x="3581879" y="1172494"/>
            <a:ext cx="9648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990000"/>
              </a:buClr>
              <a:buSzPct val="70000"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应用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12185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990000"/>
              </a:buClr>
              <a:buSzPct val="70000"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迁移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3" name="直接箭头连接符 52"/>
          <p:cNvCxnSpPr>
            <a:stCxn id="36" idx="3"/>
          </p:cNvCxnSpPr>
          <p:nvPr/>
        </p:nvCxnSpPr>
        <p:spPr bwMode="auto">
          <a:xfrm>
            <a:off x="3677065" y="2693774"/>
            <a:ext cx="1021004" cy="530348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dash"/>
            <a:round/>
            <a:headEnd type="none" w="med" len="med"/>
            <a:tailEnd type="triangle"/>
          </a:ln>
        </p:spPr>
      </p:cxnSp>
      <p:sp>
        <p:nvSpPr>
          <p:cNvPr id="54" name="文本框 53"/>
          <p:cNvSpPr txBox="1"/>
          <p:nvPr/>
        </p:nvSpPr>
        <p:spPr>
          <a:xfrm rot="1690799">
            <a:off x="3715783" y="3129271"/>
            <a:ext cx="751627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5895" marR="0" lvl="0" indent="-175895" algn="ctr" defTabSz="1218565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990000"/>
              </a:buClr>
              <a:buSzPct val="70000"/>
              <a:buFontTx/>
              <a:buNone/>
              <a:defRPr/>
            </a:pPr>
            <a:r>
              <a: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增量数据同步</a:t>
            </a: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" name="矩形 54"/>
          <p:cNvSpPr>
            <a:spLocks noChangeArrowheads="1"/>
          </p:cNvSpPr>
          <p:nvPr/>
        </p:nvSpPr>
        <p:spPr bwMode="auto">
          <a:xfrm>
            <a:off x="2301836" y="4158709"/>
            <a:ext cx="3882630" cy="1615801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 lIns="91413" tIns="45707" rIns="91413" bIns="45707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表结构迁移：迁移数据库对象（表、列、约束、索引、序列）和数据库代码对象（函数、触发器、视图、物化视图、事件、游标等对象）。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应用迁移：通过C++, C#、Java等编程语言开发的上层应用中嵌入的SQL代码，自动识别并转换，用户可自行决定是否修改和应用SQL代码。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矩形 55"/>
          <p:cNvSpPr/>
          <p:nvPr/>
        </p:nvSpPr>
        <p:spPr bwMode="auto">
          <a:xfrm>
            <a:off x="8120829" y="3642097"/>
            <a:ext cx="2466325" cy="307777"/>
          </a:xfrm>
          <a:prstGeom prst="rect">
            <a:avLst/>
          </a:prstGeom>
          <a:solidFill>
            <a:srgbClr val="777777">
              <a:lumMod val="20000"/>
              <a:lumOff val="80000"/>
            </a:srgbClr>
          </a:solidFill>
          <a:ln w="6350" algn="ctr">
            <a:solidFill>
              <a:srgbClr val="000000"/>
            </a:solidFill>
            <a:miter lim="800000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7477315" y="2195670"/>
            <a:ext cx="925159" cy="307777"/>
          </a:xfrm>
          <a:prstGeom prst="rect">
            <a:avLst/>
          </a:prstGeom>
          <a:solidFill>
            <a:srgbClr val="FFCC66">
              <a:lumMod val="90000"/>
            </a:srgbClr>
          </a:solidFill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结构迁移</a:t>
            </a:r>
            <a:endParaRPr kumimoji="0" lang="zh-CN" alt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8229524" y="2925851"/>
            <a:ext cx="1096978" cy="253916"/>
          </a:xfrm>
          <a:prstGeom prst="rect">
            <a:avLst/>
          </a:prstGeom>
          <a:solidFill>
            <a:srgbClr val="CCCCFE"/>
          </a:solidFill>
        </p:spPr>
        <p:txBody>
          <a:bodyPr wrap="square" rtlCol="0" anchor="ctr">
            <a:spAutoFit/>
          </a:bodyPr>
          <a:lstStyle>
            <a:defPPr>
              <a:defRPr lang="zh-CN"/>
            </a:defPPr>
            <a:lvl1pPr algn="ctr">
              <a:buNone/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全量数据迁移</a:t>
            </a:r>
            <a:endParaRPr kumimoji="0" lang="zh-CN" altLang="en-US" sz="105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9" name="直接箭头连接符 58"/>
          <p:cNvCxnSpPr>
            <a:stCxn id="64" idx="4"/>
            <a:endCxn id="57" idx="1"/>
          </p:cNvCxnSpPr>
          <p:nvPr/>
        </p:nvCxnSpPr>
        <p:spPr bwMode="auto">
          <a:xfrm>
            <a:off x="7207162" y="2349559"/>
            <a:ext cx="270153" cy="0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60" name="文本框 59"/>
          <p:cNvSpPr txBox="1"/>
          <p:nvPr/>
        </p:nvSpPr>
        <p:spPr>
          <a:xfrm>
            <a:off x="8228299" y="3361343"/>
            <a:ext cx="1825362" cy="253916"/>
          </a:xfrm>
          <a:prstGeom prst="rect">
            <a:avLst/>
          </a:prstGeom>
          <a:solidFill>
            <a:srgbClr val="CCCCFE"/>
          </a:solidFill>
        </p:spPr>
        <p:txBody>
          <a:bodyPr wrap="square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支持增量数据的捕获和解析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9324256" y="3895958"/>
            <a:ext cx="1210664" cy="253916"/>
          </a:xfrm>
          <a:prstGeom prst="rect">
            <a:avLst/>
          </a:prstGeom>
          <a:solidFill>
            <a:srgbClr val="CCCCFE"/>
          </a:solidFill>
        </p:spPr>
        <p:txBody>
          <a:bodyPr wrap="square" rtlCol="0" anchor="ctr">
            <a:spAutoFit/>
          </a:bodyPr>
          <a:lstStyle>
            <a:defPPr>
              <a:defRPr lang="zh-CN"/>
            </a:defPPr>
            <a:lvl1pPr algn="ctr">
              <a:buNone/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增量数据同步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62" name="直接连接符 61"/>
          <p:cNvCxnSpPr/>
          <p:nvPr/>
        </p:nvCxnSpPr>
        <p:spPr bwMode="auto">
          <a:xfrm flipH="1">
            <a:off x="10533105" y="1704247"/>
            <a:ext cx="0" cy="2445627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63" name="直接连接符 62"/>
          <p:cNvCxnSpPr/>
          <p:nvPr/>
        </p:nvCxnSpPr>
        <p:spPr bwMode="auto">
          <a:xfrm flipH="1">
            <a:off x="9321381" y="2835474"/>
            <a:ext cx="0" cy="1375665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4" name="流程图: 磁盘 63"/>
          <p:cNvSpPr/>
          <p:nvPr/>
        </p:nvSpPr>
        <p:spPr bwMode="auto">
          <a:xfrm>
            <a:off x="6590051" y="2005707"/>
            <a:ext cx="617111" cy="687703"/>
          </a:xfrm>
          <a:prstGeom prst="flowChartMagneticDisk">
            <a:avLst/>
          </a:prstGeom>
          <a:solidFill>
            <a:srgbClr val="FFB870"/>
          </a:solidFill>
          <a:ln w="12700" cap="flat" cmpd="sng" algn="ctr">
            <a:solidFill>
              <a:srgbClr val="000000"/>
            </a:solidFill>
            <a:prstDash val="solid"/>
          </a:ln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源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O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数据库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5" name="肘形连接符 64"/>
          <p:cNvCxnSpPr>
            <a:stCxn id="64" idx="3"/>
            <a:endCxn id="58" idx="1"/>
          </p:cNvCxnSpPr>
          <p:nvPr/>
        </p:nvCxnSpPr>
        <p:spPr bwMode="auto">
          <a:xfrm rot="16200000" flipH="1">
            <a:off x="7384366" y="2207650"/>
            <a:ext cx="359399" cy="1330917"/>
          </a:xfrm>
          <a:prstGeom prst="bentConnector2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66" name="肘形连接符 65"/>
          <p:cNvCxnSpPr>
            <a:stCxn id="64" idx="3"/>
            <a:endCxn id="56" idx="1"/>
          </p:cNvCxnSpPr>
          <p:nvPr/>
        </p:nvCxnSpPr>
        <p:spPr bwMode="auto">
          <a:xfrm rot="16200000" flipH="1">
            <a:off x="6958430" y="2633587"/>
            <a:ext cx="1102576" cy="1222222"/>
          </a:xfrm>
          <a:prstGeom prst="bentConnector2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67" name="流程图: 磁盘 66"/>
          <p:cNvSpPr/>
          <p:nvPr/>
        </p:nvSpPr>
        <p:spPr bwMode="auto">
          <a:xfrm>
            <a:off x="10724165" y="2005707"/>
            <a:ext cx="856362" cy="687703"/>
          </a:xfrm>
          <a:prstGeom prst="flowChartMagneticDisk">
            <a:avLst/>
          </a:prstGeom>
          <a:solidFill>
            <a:srgbClr val="92D050"/>
          </a:solidFill>
          <a:ln w="12700" cap="flat" cmpd="sng" algn="ctr">
            <a:solidFill>
              <a:srgbClr val="000000"/>
            </a:solidFill>
            <a:prstDash val="solid"/>
          </a:ln>
        </p:spPr>
        <p:txBody>
          <a:bodyPr rot="0" spcFirstLastPara="0" vertOverflow="overflow" horzOverflow="overflow" vert="horz" wrap="square" lIns="91416" tIns="45708" rIns="91416" bIns="45708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目标数据库</a:t>
            </a:r>
            <a:endParaRPr kumimoji="0" lang="en-US" altLang="zh-CN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DWS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8" name="直接箭头连接符 67"/>
          <p:cNvCxnSpPr>
            <a:endCxn id="67" idx="2"/>
          </p:cNvCxnSpPr>
          <p:nvPr/>
        </p:nvCxnSpPr>
        <p:spPr bwMode="auto">
          <a:xfrm flipV="1">
            <a:off x="8401549" y="2349559"/>
            <a:ext cx="2322616" cy="1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69" name="肘形连接符 68"/>
          <p:cNvCxnSpPr>
            <a:stCxn id="58" idx="3"/>
            <a:endCxn id="67" idx="3"/>
          </p:cNvCxnSpPr>
          <p:nvPr/>
        </p:nvCxnSpPr>
        <p:spPr bwMode="auto">
          <a:xfrm flipV="1">
            <a:off x="9326502" y="2693410"/>
            <a:ext cx="1825844" cy="359399"/>
          </a:xfrm>
          <a:prstGeom prst="bentConnector2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70" name="肘形连接符 69"/>
          <p:cNvCxnSpPr>
            <a:stCxn id="56" idx="3"/>
            <a:endCxn id="67" idx="3"/>
          </p:cNvCxnSpPr>
          <p:nvPr/>
        </p:nvCxnSpPr>
        <p:spPr bwMode="auto">
          <a:xfrm flipV="1">
            <a:off x="10587154" y="2693410"/>
            <a:ext cx="565192" cy="1102576"/>
          </a:xfrm>
          <a:prstGeom prst="bentConnector2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71" name="直接箭头连接符 70"/>
          <p:cNvCxnSpPr>
            <a:stCxn id="58" idx="1"/>
          </p:cNvCxnSpPr>
          <p:nvPr/>
        </p:nvCxnSpPr>
        <p:spPr bwMode="auto">
          <a:xfrm>
            <a:off x="8229524" y="3052809"/>
            <a:ext cx="2" cy="1263220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dash"/>
            <a:round/>
            <a:headEnd type="none" w="med" len="med"/>
            <a:tailEnd type="triangle"/>
          </a:ln>
        </p:spPr>
      </p:cxnSp>
      <p:sp>
        <p:nvSpPr>
          <p:cNvPr id="72" name="文本框 71"/>
          <p:cNvSpPr txBox="1"/>
          <p:nvPr/>
        </p:nvSpPr>
        <p:spPr>
          <a:xfrm>
            <a:off x="7207162" y="4316022"/>
            <a:ext cx="3386756" cy="461665"/>
          </a:xfrm>
          <a:prstGeom prst="rect">
            <a:avLst/>
          </a:prstGeom>
          <a:solidFill>
            <a:srgbClr val="76D6FF"/>
          </a:solidFill>
        </p:spPr>
        <p:txBody>
          <a:bodyPr wrap="square" rtlCol="0" anchor="ctr">
            <a:spAutoFit/>
          </a:bodyPr>
          <a:lstStyle>
            <a:defPPr>
              <a:defRPr lang="zh-CN"/>
            </a:defPPr>
            <a:lvl1pPr algn="ctr">
              <a:buNone/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在全量数据迁移开始前，启动增量数据捕获模块，在迁移过程中捕获并保存源数据库的业务服务。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3" name="文本框 72"/>
          <p:cNvSpPr txBox="1"/>
          <p:nvPr/>
        </p:nvSpPr>
        <p:spPr>
          <a:xfrm>
            <a:off x="9678497" y="1606754"/>
            <a:ext cx="855461" cy="323165"/>
          </a:xfrm>
          <a:prstGeom prst="rect">
            <a:avLst/>
          </a:prstGeom>
          <a:solidFill>
            <a:srgbClr val="76D6FF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zh-CN"/>
            </a:defPPr>
            <a:lvl1pPr algn="ctr">
              <a:buNone/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停止应用。</a:t>
            </a:r>
            <a:endParaRPr kumimoji="0" lang="zh-CN" alt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10929562" y="1525963"/>
            <a:ext cx="754573" cy="484748"/>
          </a:xfrm>
          <a:prstGeom prst="rect">
            <a:avLst/>
          </a:prstGeom>
          <a:solidFill>
            <a:srgbClr val="76D6FF"/>
          </a:solidFill>
        </p:spPr>
        <p:txBody>
          <a:bodyPr wrap="square" lIns="0" tIns="0" rIns="0" bIns="0" rtlCol="0" anchor="ctr">
            <a:noAutofit/>
          </a:bodyPr>
          <a:lstStyle>
            <a:defPPr>
              <a:defRPr lang="zh-CN"/>
            </a:defPPr>
            <a:lvl1pPr algn="ctr">
              <a:buNone/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应用部署</a:t>
            </a:r>
            <a:endParaRPr kumimoji="0" lang="zh-CN" alt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75" name="直接箭头连接符 74"/>
          <p:cNvCxnSpPr>
            <a:stCxn id="74" idx="1"/>
            <a:endCxn id="73" idx="3"/>
          </p:cNvCxnSpPr>
          <p:nvPr/>
        </p:nvCxnSpPr>
        <p:spPr bwMode="auto">
          <a:xfrm flipH="1">
            <a:off x="10533958" y="1768337"/>
            <a:ext cx="395604" cy="0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triangle"/>
            <a:tailEnd type="triangle"/>
          </a:ln>
        </p:spPr>
      </p:cxnSp>
      <p:sp>
        <p:nvSpPr>
          <p:cNvPr id="76" name="文本框 75"/>
          <p:cNvSpPr txBox="1"/>
          <p:nvPr/>
        </p:nvSpPr>
        <p:spPr>
          <a:xfrm>
            <a:off x="10388749" y="1300806"/>
            <a:ext cx="70417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50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增量数据同步</a:t>
            </a:r>
            <a:endParaRPr kumimoji="0" lang="zh-CN" altLang="en-US" sz="1050" b="0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77" name="直接连接符 76"/>
          <p:cNvCxnSpPr/>
          <p:nvPr/>
        </p:nvCxnSpPr>
        <p:spPr bwMode="auto">
          <a:xfrm flipH="1">
            <a:off x="6253237" y="1172494"/>
            <a:ext cx="0" cy="4204794"/>
          </a:xfrm>
          <a:prstGeom prst="line">
            <a:avLst/>
          </a:prstGeom>
          <a:noFill/>
          <a:ln w="9525" cap="flat" cmpd="sng" algn="ctr">
            <a:solidFill>
              <a:srgbClr val="0000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8" name="椭圆 77"/>
          <p:cNvSpPr/>
          <p:nvPr/>
        </p:nvSpPr>
        <p:spPr bwMode="auto">
          <a:xfrm rot="1010229">
            <a:off x="3754423" y="2700666"/>
            <a:ext cx="1026031" cy="539788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37" tIns="45719" rIns="91437" bIns="45719" numCol="1" rtlCol="0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79" name="肘形连接符 78"/>
          <p:cNvCxnSpPr>
            <a:stCxn id="78" idx="4"/>
          </p:cNvCxnSpPr>
          <p:nvPr/>
        </p:nvCxnSpPr>
        <p:spPr bwMode="auto">
          <a:xfrm rot="16200000" flipH="1">
            <a:off x="4896913" y="2525621"/>
            <a:ext cx="848386" cy="2254911"/>
          </a:xfrm>
          <a:prstGeom prst="bentConnector2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80" name="矩形 79"/>
          <p:cNvSpPr/>
          <p:nvPr/>
        </p:nvSpPr>
        <p:spPr>
          <a:xfrm>
            <a:off x="6257503" y="4970944"/>
            <a:ext cx="5617432" cy="824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Tx/>
              <a:buFont typeface="Wingdings" panose="05000000000000000000" pitchFamily="2" charset="2"/>
              <a:buChar char="Ø"/>
              <a:defRPr/>
            </a:pPr>
            <a:r>
              <a:rPr kumimoji="0" lang="en-US" altLang="zh-CN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zh-CN" altLang="en-US" sz="11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数据迁移：除了一次全量数据迁移外，还需要捕获变更数据（增量数据），并实时从源数据库同步数据到目标数据库，在源数据库和目标数据库数据一致的情况下，可以停止同步复制。</a:t>
            </a:r>
            <a:endParaRPr kumimoji="0" lang="zh-CN" altLang="en-US" sz="11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1" name="文本框 80"/>
          <p:cNvSpPr txBox="1"/>
          <p:nvPr/>
        </p:nvSpPr>
        <p:spPr>
          <a:xfrm>
            <a:off x="567054" y="1532920"/>
            <a:ext cx="1497986" cy="246221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迁移范围和计划</a:t>
            </a:r>
            <a:endParaRPr kumimoji="0" lang="zh-CN" alt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567054" y="2267888"/>
            <a:ext cx="1497986" cy="246221"/>
          </a:xfrm>
          <a:prstGeom prst="rect">
            <a:avLst/>
          </a:prstGeom>
          <a:solidFill>
            <a:srgbClr val="FFCC66">
              <a:lumMod val="90000"/>
            </a:srgbClr>
          </a:solidFill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结构迁移</a:t>
            </a:r>
            <a:endParaRPr kumimoji="0" lang="zh-CN" alt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567483" y="3748148"/>
            <a:ext cx="1497985" cy="246221"/>
          </a:xfrm>
          <a:prstGeom prst="rect">
            <a:avLst/>
          </a:prstGeom>
          <a:solidFill>
            <a:srgbClr val="FFCC66">
              <a:lumMod val="90000"/>
            </a:srgb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全量数据迁移</a:t>
            </a:r>
            <a:endParaRPr kumimoji="0" lang="zh-CN" alt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567697" y="4488278"/>
            <a:ext cx="1497985" cy="246221"/>
          </a:xfrm>
          <a:prstGeom prst="rect">
            <a:avLst/>
          </a:prstGeom>
          <a:solidFill>
            <a:srgbClr val="FFCC66">
              <a:lumMod val="90000"/>
            </a:srgb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业务逻辑迁移</a:t>
            </a:r>
            <a:endParaRPr kumimoji="0" lang="zh-CN" alt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5" name="文本框 84"/>
          <p:cNvSpPr txBox="1"/>
          <p:nvPr/>
        </p:nvSpPr>
        <p:spPr>
          <a:xfrm>
            <a:off x="567801" y="1900403"/>
            <a:ext cx="1497985" cy="246221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buNone/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迁移影响评估</a:t>
            </a:r>
            <a:endParaRPr kumimoji="0" lang="zh-CN" alt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567801" y="4858341"/>
            <a:ext cx="1497985" cy="246221"/>
          </a:xfrm>
          <a:prstGeom prst="rect">
            <a:avLst/>
          </a:prstGeom>
          <a:solidFill>
            <a:srgbClr val="FFCC66">
              <a:lumMod val="90000"/>
            </a:srgb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数据验证和业务测试</a:t>
            </a:r>
            <a:endParaRPr kumimoji="0" lang="zh-CN" alt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7" name="文本框 86"/>
          <p:cNvSpPr txBox="1"/>
          <p:nvPr/>
        </p:nvSpPr>
        <p:spPr>
          <a:xfrm>
            <a:off x="567162" y="2637953"/>
            <a:ext cx="1497985" cy="246221"/>
          </a:xfrm>
          <a:prstGeom prst="rect">
            <a:avLst/>
          </a:prstGeom>
          <a:solidFill>
            <a:srgbClr val="FFCC66">
              <a:lumMod val="90000"/>
            </a:srgb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应用迁移和重写</a:t>
            </a:r>
            <a:endParaRPr kumimoji="0" lang="zh-CN" alt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8" name="文本框 87"/>
          <p:cNvSpPr txBox="1"/>
          <p:nvPr/>
        </p:nvSpPr>
        <p:spPr>
          <a:xfrm>
            <a:off x="567269" y="3008018"/>
            <a:ext cx="1497985" cy="246221"/>
          </a:xfrm>
          <a:prstGeom prst="rect">
            <a:avLst/>
          </a:prstGeom>
          <a:solidFill>
            <a:srgbClr val="FFCC66">
              <a:lumMod val="90000"/>
            </a:srgb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上线与集成测试</a:t>
            </a:r>
            <a:endParaRPr kumimoji="0" lang="zh-CN" alt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9" name="文本框 88"/>
          <p:cNvSpPr txBox="1"/>
          <p:nvPr/>
        </p:nvSpPr>
        <p:spPr>
          <a:xfrm>
            <a:off x="567376" y="3378083"/>
            <a:ext cx="1497985" cy="246221"/>
          </a:xfrm>
          <a:prstGeom prst="rect">
            <a:avLst/>
          </a:prstGeom>
          <a:solidFill>
            <a:srgbClr val="FFCC66">
              <a:lumMod val="90000"/>
            </a:srgb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性能优化</a:t>
            </a:r>
            <a:endParaRPr kumimoji="0" lang="zh-CN" alt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0" name="文本框 89"/>
          <p:cNvSpPr txBox="1"/>
          <p:nvPr/>
        </p:nvSpPr>
        <p:spPr>
          <a:xfrm>
            <a:off x="567801" y="5207932"/>
            <a:ext cx="1497985" cy="246221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buNone/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上线割接</a:t>
            </a:r>
            <a:endParaRPr kumimoji="0" lang="zh-CN" alt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567590" y="4118213"/>
            <a:ext cx="1497985" cy="246221"/>
          </a:xfrm>
          <a:prstGeom prst="rect">
            <a:avLst/>
          </a:prstGeom>
          <a:solidFill>
            <a:srgbClr val="FFCC66">
              <a:lumMod val="90000"/>
            </a:srgbClr>
          </a:solidFill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buNone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增量数据同步</a:t>
            </a:r>
            <a:endParaRPr kumimoji="0" lang="zh-CN" altLang="en-US" sz="1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2" name="直接箭头连接符 91"/>
          <p:cNvCxnSpPr>
            <a:stCxn id="102" idx="2"/>
            <a:endCxn id="81" idx="0"/>
          </p:cNvCxnSpPr>
          <p:nvPr/>
        </p:nvCxnSpPr>
        <p:spPr bwMode="auto">
          <a:xfrm flipH="1">
            <a:off x="1316047" y="1425728"/>
            <a:ext cx="51" cy="107192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93" name="直接箭头连接符 92"/>
          <p:cNvCxnSpPr>
            <a:stCxn id="81" idx="2"/>
            <a:endCxn id="85" idx="0"/>
          </p:cNvCxnSpPr>
          <p:nvPr/>
        </p:nvCxnSpPr>
        <p:spPr bwMode="auto">
          <a:xfrm>
            <a:off x="1316047" y="1779142"/>
            <a:ext cx="747" cy="121261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94" name="直接箭头连接符 93"/>
          <p:cNvCxnSpPr>
            <a:stCxn id="85" idx="2"/>
            <a:endCxn id="82" idx="0"/>
          </p:cNvCxnSpPr>
          <p:nvPr/>
        </p:nvCxnSpPr>
        <p:spPr bwMode="auto">
          <a:xfrm flipH="1">
            <a:off x="1316047" y="2146624"/>
            <a:ext cx="747" cy="121264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95" name="直接箭头连接符 94"/>
          <p:cNvCxnSpPr>
            <a:stCxn id="82" idx="2"/>
            <a:endCxn id="87" idx="0"/>
          </p:cNvCxnSpPr>
          <p:nvPr/>
        </p:nvCxnSpPr>
        <p:spPr bwMode="auto">
          <a:xfrm>
            <a:off x="1316047" y="2514109"/>
            <a:ext cx="108" cy="123844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96" name="直接箭头连接符 95"/>
          <p:cNvCxnSpPr>
            <a:stCxn id="83" idx="2"/>
            <a:endCxn id="91" idx="0"/>
          </p:cNvCxnSpPr>
          <p:nvPr/>
        </p:nvCxnSpPr>
        <p:spPr bwMode="auto">
          <a:xfrm>
            <a:off x="1316476" y="3994369"/>
            <a:ext cx="107" cy="123844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97" name="直接箭头连接符 96"/>
          <p:cNvCxnSpPr>
            <a:stCxn id="91" idx="2"/>
            <a:endCxn id="84" idx="0"/>
          </p:cNvCxnSpPr>
          <p:nvPr/>
        </p:nvCxnSpPr>
        <p:spPr bwMode="auto">
          <a:xfrm>
            <a:off x="1316583" y="4364434"/>
            <a:ext cx="107" cy="123844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98" name="直接箭头连接符 97"/>
          <p:cNvCxnSpPr>
            <a:stCxn id="84" idx="2"/>
            <a:endCxn id="86" idx="0"/>
          </p:cNvCxnSpPr>
          <p:nvPr/>
        </p:nvCxnSpPr>
        <p:spPr bwMode="auto">
          <a:xfrm>
            <a:off x="1316690" y="4734499"/>
            <a:ext cx="104" cy="123842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99" name="直接箭头连接符 98"/>
          <p:cNvCxnSpPr>
            <a:stCxn id="87" idx="2"/>
            <a:endCxn id="88" idx="0"/>
          </p:cNvCxnSpPr>
          <p:nvPr/>
        </p:nvCxnSpPr>
        <p:spPr bwMode="auto">
          <a:xfrm>
            <a:off x="1316155" y="2884174"/>
            <a:ext cx="107" cy="123844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100" name="直接箭头连接符 99"/>
          <p:cNvCxnSpPr>
            <a:stCxn id="89" idx="2"/>
            <a:endCxn id="83" idx="0"/>
          </p:cNvCxnSpPr>
          <p:nvPr/>
        </p:nvCxnSpPr>
        <p:spPr bwMode="auto">
          <a:xfrm>
            <a:off x="1316369" y="3624304"/>
            <a:ext cx="107" cy="123844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101" name="直接箭头连接符 100"/>
          <p:cNvCxnSpPr>
            <a:stCxn id="88" idx="2"/>
            <a:endCxn id="89" idx="0"/>
          </p:cNvCxnSpPr>
          <p:nvPr/>
        </p:nvCxnSpPr>
        <p:spPr bwMode="auto">
          <a:xfrm>
            <a:off x="1316262" y="3254239"/>
            <a:ext cx="107" cy="123844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</p:spPr>
      </p:cxnSp>
      <p:sp>
        <p:nvSpPr>
          <p:cNvPr id="102" name="流程图: 终止 101"/>
          <p:cNvSpPr/>
          <p:nvPr/>
        </p:nvSpPr>
        <p:spPr bwMode="auto">
          <a:xfrm>
            <a:off x="974543" y="1166053"/>
            <a:ext cx="683109" cy="259675"/>
          </a:xfrm>
          <a:prstGeom prst="flowChartTerminator">
            <a:avLst/>
          </a:prstGeom>
          <a:noFill/>
          <a:ln w="6350" algn="ctr">
            <a:solidFill>
              <a:srgbClr val="000000"/>
            </a:solidFill>
            <a:miter lim="800000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开始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03" name="流程图: 终止 102"/>
          <p:cNvSpPr/>
          <p:nvPr/>
        </p:nvSpPr>
        <p:spPr bwMode="auto">
          <a:xfrm>
            <a:off x="974543" y="5560654"/>
            <a:ext cx="683109" cy="259675"/>
          </a:xfrm>
          <a:prstGeom prst="flowChartTerminator">
            <a:avLst/>
          </a:prstGeom>
          <a:noFill/>
          <a:ln w="6350" algn="ctr">
            <a:solidFill>
              <a:srgbClr val="000000"/>
            </a:solidFill>
            <a:miter lim="800000"/>
          </a:ln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结束</a:t>
            </a:r>
            <a:endParaRPr kumimoji="0" lang="zh-CN" alt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04" name="直接箭头连接符 103"/>
          <p:cNvCxnSpPr>
            <a:stCxn id="90" idx="2"/>
            <a:endCxn id="103" idx="0"/>
          </p:cNvCxnSpPr>
          <p:nvPr/>
        </p:nvCxnSpPr>
        <p:spPr bwMode="auto">
          <a:xfrm flipH="1">
            <a:off x="1316098" y="5454153"/>
            <a:ext cx="696" cy="106501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</p:spPr>
      </p:cxnSp>
      <p:cxnSp>
        <p:nvCxnSpPr>
          <p:cNvPr id="105" name="直接箭头连接符 104"/>
          <p:cNvCxnSpPr/>
          <p:nvPr/>
        </p:nvCxnSpPr>
        <p:spPr bwMode="auto">
          <a:xfrm flipH="1">
            <a:off x="1306277" y="5093952"/>
            <a:ext cx="0" cy="121489"/>
          </a:xfrm>
          <a:prstGeom prst="straightConnector1">
            <a:avLst/>
          </a:prstGeom>
          <a:noFill/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triangle"/>
          </a:ln>
        </p:spPr>
      </p:cxnSp>
      <p:grpSp>
        <p:nvGrpSpPr>
          <p:cNvPr id="106" name="组合 105"/>
          <p:cNvGrpSpPr/>
          <p:nvPr/>
        </p:nvGrpSpPr>
        <p:grpSpPr>
          <a:xfrm>
            <a:off x="4760928" y="1755753"/>
            <a:ext cx="1277930" cy="1761572"/>
            <a:chOff x="5648142" y="1505018"/>
            <a:chExt cx="1277930" cy="1761572"/>
          </a:xfrm>
        </p:grpSpPr>
        <p:sp>
          <p:nvSpPr>
            <p:cNvPr id="107" name="文本框 106"/>
            <p:cNvSpPr txBox="1"/>
            <p:nvPr/>
          </p:nvSpPr>
          <p:spPr>
            <a:xfrm>
              <a:off x="5648142" y="1517601"/>
              <a:ext cx="616092" cy="211209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175895" marR="0" lvl="0" indent="-175895" algn="ctr" defTabSz="1218565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Clr>
                  <a:srgbClr val="990000"/>
                </a:buClr>
                <a:buSzPct val="70000"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数据类型</a:t>
              </a: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8" name="文本框 107"/>
            <p:cNvSpPr txBox="1"/>
            <p:nvPr/>
          </p:nvSpPr>
          <p:spPr>
            <a:xfrm>
              <a:off x="6266865" y="1505018"/>
              <a:ext cx="625928" cy="27863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175895" marR="0" lvl="0" indent="-175895" algn="ctr" defTabSz="1218565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Clr>
                  <a:srgbClr val="990000"/>
                </a:buClr>
                <a:buSzPct val="70000"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存储过程</a:t>
              </a: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09" name="文本框 108"/>
            <p:cNvSpPr txBox="1"/>
            <p:nvPr/>
          </p:nvSpPr>
          <p:spPr>
            <a:xfrm>
              <a:off x="5702855" y="2771962"/>
              <a:ext cx="430735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175895" marR="0" lvl="0" indent="-175895" algn="ctr" defTabSz="1218565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Clr>
                  <a:srgbClr val="990000"/>
                </a:buClr>
                <a:buSzPct val="70000"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触发器</a:t>
              </a: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0" name="文本框 109"/>
            <p:cNvSpPr txBox="1"/>
            <p:nvPr/>
          </p:nvSpPr>
          <p:spPr>
            <a:xfrm>
              <a:off x="6122125" y="2791043"/>
              <a:ext cx="358940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175895" marR="0" lvl="0" indent="-175895" algn="ctr" defTabSz="1218565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Clr>
                  <a:srgbClr val="990000"/>
                </a:buClr>
                <a:buSzPct val="70000"/>
                <a:buFontTx/>
                <a:buNone/>
                <a:defRPr/>
              </a:pPr>
              <a:r>
                <a:rPr kumimoji="0" lang="zh-CN" altLang="en-US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查看</a:t>
              </a:r>
              <a:endParaRPr kumimoji="0" lang="zh-CN" altLang="en-US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1" name="文本框 110"/>
            <p:cNvSpPr txBox="1"/>
            <p:nvPr/>
          </p:nvSpPr>
          <p:spPr>
            <a:xfrm>
              <a:off x="6214340" y="3030196"/>
              <a:ext cx="641990" cy="23232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175895" marR="0" lvl="0" indent="-175895" algn="ctr" defTabSz="1218565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Clr>
                  <a:srgbClr val="990000"/>
                </a:buClr>
                <a:buSzPct val="70000"/>
                <a:buFontTx/>
                <a:buNone/>
                <a:defRPr/>
              </a:pPr>
              <a:r>
                <a:rPr kumimoji="0" lang="en-US" altLang="zh-CN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SQL扩展</a:t>
              </a:r>
              <a:endPara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2" name="文本框 111"/>
            <p:cNvSpPr txBox="1"/>
            <p:nvPr/>
          </p:nvSpPr>
          <p:spPr>
            <a:xfrm>
              <a:off x="5771431" y="3051146"/>
              <a:ext cx="291371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175895" marR="0" lvl="0" indent="-175895" algn="ctr" defTabSz="1218565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Clr>
                  <a:srgbClr val="990000"/>
                </a:buClr>
                <a:buSzPct val="70000"/>
                <a:buFontTx/>
                <a:buNone/>
                <a:defRPr/>
              </a:pPr>
              <a:r>
                <a:rPr kumimoji="0" lang="en-US" altLang="zh-CN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DDL</a:t>
              </a:r>
              <a:endPara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3" name="文本框 112"/>
            <p:cNvSpPr txBox="1"/>
            <p:nvPr/>
          </p:nvSpPr>
          <p:spPr>
            <a:xfrm>
              <a:off x="6414390" y="2786886"/>
              <a:ext cx="511682" cy="215444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marL="175895" marR="0" lvl="0" indent="-175895" algn="ctr" defTabSz="1218565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ct val="0"/>
                </a:spcAft>
                <a:buClr>
                  <a:srgbClr val="990000"/>
                </a:buClr>
                <a:buSzPct val="70000"/>
                <a:buFontTx/>
                <a:buNone/>
                <a:defRPr/>
              </a:pPr>
              <a:r>
                <a:rPr kumimoji="0" lang="en-US" altLang="zh-CN" sz="9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DCL</a:t>
              </a:r>
              <a:endParaRPr kumimoji="0" lang="en-US" altLang="zh-CN" sz="9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cxnSp>
        <p:nvCxnSpPr>
          <p:cNvPr id="114" name="肘形连接符 113"/>
          <p:cNvCxnSpPr/>
          <p:nvPr/>
        </p:nvCxnSpPr>
        <p:spPr bwMode="auto">
          <a:xfrm rot="16200000" flipH="1">
            <a:off x="4896914" y="2525622"/>
            <a:ext cx="848386" cy="2254911"/>
          </a:xfrm>
          <a:prstGeom prst="bentConnector2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triangle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对角圆角矩形 2"/>
          <p:cNvSpPr/>
          <p:nvPr/>
        </p:nvSpPr>
        <p:spPr>
          <a:xfrm>
            <a:off x="2444338" y="3888637"/>
            <a:ext cx="6410904" cy="713208"/>
          </a:xfrm>
          <a:prstGeom prst="round2DiagRect">
            <a:avLst>
              <a:gd name="adj1" fmla="val 50000"/>
              <a:gd name="adj2" fmla="val 0"/>
            </a:avLst>
          </a:prstGeom>
          <a:gradFill>
            <a:gsLst>
              <a:gs pos="0">
                <a:srgbClr val="00C4C4"/>
              </a:gs>
              <a:gs pos="30000">
                <a:srgbClr val="00B2FB"/>
              </a:gs>
              <a:gs pos="70000">
                <a:srgbClr val="4E73FF"/>
              </a:gs>
              <a:gs pos="100000">
                <a:srgbClr val="FC00D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Huawei Sans" panose="020C0503030203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2610514" y="1668455"/>
            <a:ext cx="5491275" cy="677108"/>
            <a:chOff x="2801268" y="1668455"/>
            <a:chExt cx="5491275" cy="677108"/>
          </a:xfrm>
        </p:grpSpPr>
        <p:sp>
          <p:nvSpPr>
            <p:cNvPr id="4" name="文本框 3"/>
            <p:cNvSpPr txBox="1"/>
            <p:nvPr/>
          </p:nvSpPr>
          <p:spPr>
            <a:xfrm>
              <a:off x="2801268" y="1668455"/>
              <a:ext cx="665922" cy="67710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Huawei Sans" panose="020C0503030203020204" pitchFamily="34" charset="0"/>
                </a:rPr>
                <a:t>1</a:t>
              </a:r>
              <a:endParaRPr kumimoji="1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3836151" y="1864623"/>
              <a:ext cx="4456392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Huawei Sans" panose="020C0503030203020204" pitchFamily="34" charset="0"/>
                </a:rPr>
                <a:t>数据仓库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Huawei Sans" panose="020C0503030203020204" pitchFamily="34" charset="0"/>
                </a:rPr>
                <a:t>DWS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Huawei Sans" panose="020C0503030203020204" pitchFamily="34" charset="0"/>
                </a:rPr>
                <a:t>介绍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2610514" y="2774992"/>
            <a:ext cx="5491276" cy="677108"/>
            <a:chOff x="2776691" y="2455545"/>
            <a:chExt cx="5491276" cy="677108"/>
          </a:xfrm>
        </p:grpSpPr>
        <p:sp>
          <p:nvSpPr>
            <p:cNvPr id="6" name="文本框 5"/>
            <p:cNvSpPr txBox="1"/>
            <p:nvPr/>
          </p:nvSpPr>
          <p:spPr>
            <a:xfrm>
              <a:off x="2776691" y="2455545"/>
              <a:ext cx="715076" cy="67710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Huawei Sans" panose="020C0503030203020204" pitchFamily="34" charset="0"/>
                </a:rPr>
                <a:t>2</a:t>
              </a: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3836153" y="2676108"/>
              <a:ext cx="4431814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Huawei Sans" panose="020C0503030203020204" pitchFamily="34" charset="0"/>
                </a:rPr>
                <a:t>Oracle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Huawei Sans" panose="020C0503030203020204" pitchFamily="34" charset="0"/>
                </a:rPr>
                <a:t>迁移</a:t>
              </a: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Huawei Sans" panose="020C0503030203020204" pitchFamily="34" charset="0"/>
                </a:rPr>
                <a:t>DWS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Huawei Sans" panose="020C0503030203020204" pitchFamily="34" charset="0"/>
                </a:rPr>
                <a:t>方案介绍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Huawei Sans" panose="020C0503030203020204" pitchFamily="34" charset="0"/>
              </a:endParaRP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2610514" y="3906687"/>
            <a:ext cx="6232439" cy="677108"/>
            <a:chOff x="2776691" y="3983839"/>
            <a:chExt cx="6232439" cy="677108"/>
          </a:xfrm>
        </p:grpSpPr>
        <p:sp>
          <p:nvSpPr>
            <p:cNvPr id="23" name="文本框 22"/>
            <p:cNvSpPr txBox="1"/>
            <p:nvPr/>
          </p:nvSpPr>
          <p:spPr>
            <a:xfrm>
              <a:off x="2776691" y="3983839"/>
              <a:ext cx="715076" cy="67710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Huawei Sans" panose="020C0503030203020204" pitchFamily="34" charset="0"/>
                </a:rPr>
                <a:t>3</a:t>
              </a:r>
              <a:endPara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Huawei Sans" panose="020C0503030203020204" pitchFamily="34" charset="0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3836152" y="4194877"/>
              <a:ext cx="5172978" cy="36933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Huawei Sans" panose="020C0503030203020204" pitchFamily="34" charset="0"/>
                </a:rPr>
                <a:t>迁移案例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Huawei Sans" panose="020C0503030203020204" pitchFamily="34" charset="0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6960096" y="2225742"/>
            <a:ext cx="4650853" cy="447189"/>
            <a:chOff x="6935261" y="1249940"/>
            <a:chExt cx="4650853" cy="555927"/>
          </a:xfrm>
        </p:grpSpPr>
        <p:sp>
          <p:nvSpPr>
            <p:cNvPr id="10" name="矩形 9"/>
            <p:cNvSpPr/>
            <p:nvPr/>
          </p:nvSpPr>
          <p:spPr>
            <a:xfrm>
              <a:off x="6935261" y="1268465"/>
              <a:ext cx="1555127" cy="537401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15%</a:t>
              </a:r>
              <a:endParaRPr kumimoji="0" lang="en-US" altLang="zh-CN" sz="105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6858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数据量年增长量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8565545" y="1268465"/>
              <a:ext cx="1525223" cy="537401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15000</a:t>
              </a:r>
              <a:r>
                <a:rPr kumimoji="0" lang="zh-CN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张表</a:t>
              </a:r>
              <a:endParaRPr kumimoji="0" lang="en-US" altLang="zh-CN" sz="105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6858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8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个子系统资源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10165923" y="1249940"/>
              <a:ext cx="1420191" cy="55592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T+0</a:t>
              </a:r>
              <a:endParaRPr kumimoji="0" lang="en-US" altLang="zh-CN" sz="105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6858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批量作业效率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930079" y="1363235"/>
            <a:ext cx="4656035" cy="787463"/>
            <a:chOff x="6930079" y="2212115"/>
            <a:chExt cx="4656035" cy="1058472"/>
          </a:xfrm>
        </p:grpSpPr>
        <p:sp>
          <p:nvSpPr>
            <p:cNvPr id="8" name="矩形 7"/>
            <p:cNvSpPr/>
            <p:nvPr/>
          </p:nvSpPr>
          <p:spPr>
            <a:xfrm>
              <a:off x="9279540" y="2771428"/>
              <a:ext cx="2306574" cy="499159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业务体验差</a:t>
              </a:r>
              <a:endPara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6858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月批次作业</a:t>
              </a: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T+2</a:t>
              </a: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完成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6935261" y="2781189"/>
              <a:ext cx="2306574" cy="48939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作业性能差</a:t>
              </a:r>
              <a:endPara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6858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批量作业死锁、卡顿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9274358" y="2212115"/>
              <a:ext cx="2306574" cy="499159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算力不足</a:t>
              </a:r>
              <a:endPara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6858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系统并发高，资源使用率居高不下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6930079" y="2221876"/>
              <a:ext cx="2306574" cy="489397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6858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扩展性差</a:t>
              </a:r>
              <a:endPara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6858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不具备大容量横向扩容能力</a:t>
              </a:r>
              <a:endPara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aphicFrame>
        <p:nvGraphicFramePr>
          <p:cNvPr id="15" name="表格 14"/>
          <p:cNvGraphicFramePr>
            <a:graphicFrameLocks noGrp="1"/>
          </p:cNvGraphicFramePr>
          <p:nvPr/>
        </p:nvGraphicFramePr>
        <p:xfrm>
          <a:off x="6910401" y="4448589"/>
          <a:ext cx="4670532" cy="838056"/>
        </p:xfrm>
        <a:graphic>
          <a:graphicData uri="http://schemas.openxmlformats.org/drawingml/2006/table">
            <a:tbl>
              <a:tblPr firstRow="1" bandRow="1"/>
              <a:tblGrid>
                <a:gridCol w="1167633"/>
                <a:gridCol w="1167633"/>
                <a:gridCol w="1167633"/>
                <a:gridCol w="1167633"/>
              </a:tblGrid>
              <a:tr h="0">
                <a:tc>
                  <a:txBody>
                    <a:bodyPr/>
                    <a:lstStyle>
                      <a:lvl1pPr marL="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1pPr>
                      <a:lvl2pPr marL="59372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2pPr>
                      <a:lvl3pPr marL="118808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3pPr>
                      <a:lvl4pPr marL="178181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4pPr>
                      <a:lvl5pPr marL="237553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5pPr>
                      <a:lvl6pPr marL="296926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6pPr>
                      <a:lvl7pPr marL="356362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7pPr>
                      <a:lvl8pPr marL="415734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8pPr>
                      <a:lvl9pPr marL="475107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9pPr>
                    </a:lstStyle>
                    <a:p>
                      <a:pPr algn="ctr"/>
                      <a:endParaRPr lang="zh-CN" altLang="en-US" sz="10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872" marR="121872" marT="60936" marB="60936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1pPr>
                      <a:lvl2pPr marL="59372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2pPr>
                      <a:lvl3pPr marL="118808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3pPr>
                      <a:lvl4pPr marL="178181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4pPr>
                      <a:lvl5pPr marL="237553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5pPr>
                      <a:lvl6pPr marL="296926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6pPr>
                      <a:lvl7pPr marL="356362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7pPr>
                      <a:lvl8pPr marL="415734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8pPr>
                      <a:lvl9pPr marL="475107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1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月批次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872" marR="121872" marT="60936" marB="60936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1pPr>
                      <a:lvl2pPr marL="59372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2pPr>
                      <a:lvl3pPr marL="118808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3pPr>
                      <a:lvl4pPr marL="178181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4pPr>
                      <a:lvl5pPr marL="237553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5pPr>
                      <a:lvl6pPr marL="296926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6pPr>
                      <a:lvl7pPr marL="356362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7pPr>
                      <a:lvl8pPr marL="415734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8pPr>
                      <a:lvl9pPr marL="475107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1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日批次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872" marR="121872" marT="60936" marB="60936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>
                      <a:lvl1pPr marL="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1pPr>
                      <a:lvl2pPr marL="59372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2pPr>
                      <a:lvl3pPr marL="118808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3pPr>
                      <a:lvl4pPr marL="178181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4pPr>
                      <a:lvl5pPr marL="237553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5pPr>
                      <a:lvl6pPr marL="296926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6pPr>
                      <a:lvl7pPr marL="356362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7pPr>
                      <a:lvl8pPr marL="4157345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8pPr>
                      <a:lvl9pPr marL="4751070" algn="l" defTabSz="1188085" rtl="0" eaLnBrk="1" latinLnBrk="0" hangingPunct="1">
                        <a:defRPr sz="2340" b="1" kern="1200">
                          <a:solidFill>
                            <a:schemeClr val="lt1"/>
                          </a:solidFill>
                          <a:latin typeface="等线" panose="02010600030101010101" pitchFamily="2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10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作业累计时长</a:t>
                      </a:r>
                      <a:endParaRPr lang="zh-CN" altLang="en-US" sz="10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872" marR="121872" marT="60936" marB="60936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7E6E6"/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1pPr>
                      <a:lvl2pPr marL="593725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2pPr>
                      <a:lvl3pPr marL="1188085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3pPr>
                      <a:lvl4pPr marL="178181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4pPr>
                      <a:lvl5pPr marL="2375535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5pPr>
                      <a:lvl6pPr marL="296926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6pPr>
                      <a:lvl7pPr marL="356362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7pPr>
                      <a:lvl8pPr marL="4157345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8pPr>
                      <a:lvl9pPr marL="475107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转型前</a:t>
                      </a:r>
                      <a:endParaRPr lang="zh-CN" altLang="en-US" sz="1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872" marR="121872" marT="60936" marB="60936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1pPr>
                      <a:lvl2pPr marL="593725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2pPr>
                      <a:lvl3pPr marL="1188085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3pPr>
                      <a:lvl4pPr marL="178181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4pPr>
                      <a:lvl5pPr marL="2375535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5pPr>
                      <a:lvl6pPr marL="296926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6pPr>
                      <a:lvl7pPr marL="356362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7pPr>
                      <a:lvl8pPr marL="4157345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8pPr>
                      <a:lvl9pPr marL="475107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小时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872" marR="121872" marT="60936" marB="60936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1pPr>
                      <a:lvl2pPr marL="593725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2pPr>
                      <a:lvl3pPr marL="1188085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3pPr>
                      <a:lvl4pPr marL="178181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4pPr>
                      <a:lvl5pPr marL="2375535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5pPr>
                      <a:lvl6pPr marL="296926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6pPr>
                      <a:lvl7pPr marL="356362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7pPr>
                      <a:lvl8pPr marL="4157345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8pPr>
                      <a:lvl9pPr marL="475107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小时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872" marR="121872" marT="60936" marB="60936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1pPr>
                      <a:lvl2pPr marL="593725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2pPr>
                      <a:lvl3pPr marL="1188085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3pPr>
                      <a:lvl4pPr marL="178181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4pPr>
                      <a:lvl5pPr marL="2375535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5pPr>
                      <a:lvl6pPr marL="296926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6pPr>
                      <a:lvl7pPr marL="356362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7pPr>
                      <a:lvl8pPr marL="4157345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8pPr>
                      <a:lvl9pPr marL="475107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233</a:t>
                      </a:r>
                      <a:r>
                        <a:rPr lang="zh-CN" altLang="en-US" sz="1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小时</a:t>
                      </a:r>
                      <a:endParaRPr lang="zh-CN" alt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872" marR="121872" marT="60936" marB="60936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</a:tr>
              <a:tr h="0">
                <a:tc>
                  <a:txBody>
                    <a:bodyPr/>
                    <a:lstStyle>
                      <a:lvl1pPr marL="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1pPr>
                      <a:lvl2pPr marL="593725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2pPr>
                      <a:lvl3pPr marL="1188085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3pPr>
                      <a:lvl4pPr marL="178181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4pPr>
                      <a:lvl5pPr marL="2375535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5pPr>
                      <a:lvl6pPr marL="296926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6pPr>
                      <a:lvl7pPr marL="356362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7pPr>
                      <a:lvl8pPr marL="4157345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8pPr>
                      <a:lvl9pPr marL="475107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9pPr>
                    </a:lstStyle>
                    <a:p>
                      <a:pPr algn="ctr"/>
                      <a:r>
                        <a:rPr lang="zh-CN" altLang="en-US" sz="10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转型后</a:t>
                      </a:r>
                      <a:endParaRPr lang="zh-CN" altLang="en-US" sz="10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21872" marR="121872" marT="60936" marB="60936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1pPr>
                      <a:lvl2pPr marL="593725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2pPr>
                      <a:lvl3pPr marL="1188085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3pPr>
                      <a:lvl4pPr marL="178181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4pPr>
                      <a:lvl5pPr marL="2375535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5pPr>
                      <a:lvl6pPr marL="296926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6pPr>
                      <a:lvl7pPr marL="356362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7pPr>
                      <a:lvl8pPr marL="4157345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8pPr>
                      <a:lvl9pPr marL="475107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sz="1100" b="1" u="none" kern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18</a:t>
                      </a:r>
                      <a:r>
                        <a:rPr lang="zh-CN" altLang="en-US" sz="1100" b="1" u="none" kern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小时</a:t>
                      </a:r>
                      <a:endParaRPr lang="zh-CN" altLang="en-US" sz="1100" b="1" u="none" kern="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1872" marR="121872" marT="60936" marB="60936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1pPr>
                      <a:lvl2pPr marL="593725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2pPr>
                      <a:lvl3pPr marL="1188085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3pPr>
                      <a:lvl4pPr marL="178181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4pPr>
                      <a:lvl5pPr marL="2375535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5pPr>
                      <a:lvl6pPr marL="296926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6pPr>
                      <a:lvl7pPr marL="356362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7pPr>
                      <a:lvl8pPr marL="4157345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8pPr>
                      <a:lvl9pPr marL="475107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sz="1100" b="1" u="none" kern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11</a:t>
                      </a:r>
                      <a:r>
                        <a:rPr lang="zh-CN" altLang="en-US" sz="1100" b="1" u="none" kern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小时</a:t>
                      </a:r>
                      <a:endParaRPr lang="zh-CN" altLang="en-US" sz="1100" b="1" u="none" kern="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1872" marR="121872" marT="60936" marB="60936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1pPr>
                      <a:lvl2pPr marL="593725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2pPr>
                      <a:lvl3pPr marL="1188085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3pPr>
                      <a:lvl4pPr marL="178181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4pPr>
                      <a:lvl5pPr marL="2375535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5pPr>
                      <a:lvl6pPr marL="296926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6pPr>
                      <a:lvl7pPr marL="356362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7pPr>
                      <a:lvl8pPr marL="4157345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8pPr>
                      <a:lvl9pPr marL="4751070" algn="l" defTabSz="1188085" rtl="0" eaLnBrk="1" latinLnBrk="0" hangingPunct="1">
                        <a:defRPr sz="2340" kern="1200">
                          <a:solidFill>
                            <a:schemeClr val="dk1"/>
                          </a:solidFill>
                          <a:latin typeface="等线" panose="02010600030101010101" pitchFamily="2" charset="-122"/>
                        </a:defRPr>
                      </a:lvl9pPr>
                    </a:lstStyle>
                    <a:p>
                      <a:pPr algn="ctr"/>
                      <a:r>
                        <a:rPr lang="en-US" altLang="zh-CN" sz="1100" b="1" u="none" kern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43</a:t>
                      </a:r>
                      <a:r>
                        <a:rPr lang="zh-CN" altLang="en-US" sz="1100" b="1" u="none" kern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小时</a:t>
                      </a:r>
                      <a:endParaRPr lang="zh-CN" altLang="en-US" sz="1100" b="1" u="none" kern="0" dirty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121872" marR="121872" marT="60936" marB="60936" anchor="ctr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</a:tr>
            </a:tbl>
          </a:graphicData>
        </a:graphic>
      </p:graphicFrame>
      <p:grpSp>
        <p:nvGrpSpPr>
          <p:cNvPr id="21" name="组合 20"/>
          <p:cNvGrpSpPr/>
          <p:nvPr/>
        </p:nvGrpSpPr>
        <p:grpSpPr>
          <a:xfrm>
            <a:off x="403924" y="1046021"/>
            <a:ext cx="5932313" cy="4478479"/>
            <a:chOff x="349526" y="1256647"/>
            <a:chExt cx="6434195" cy="4501564"/>
          </a:xfrm>
        </p:grpSpPr>
        <p:sp>
          <p:nvSpPr>
            <p:cNvPr id="43" name="矩形 42"/>
            <p:cNvSpPr/>
            <p:nvPr/>
          </p:nvSpPr>
          <p:spPr>
            <a:xfrm>
              <a:off x="349526" y="1278955"/>
              <a:ext cx="1171191" cy="4001290"/>
            </a:xfrm>
            <a:prstGeom prst="rect">
              <a:avLst/>
            </a:prstGeom>
            <a:solidFill>
              <a:srgbClr val="A5A5A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4" name="矩形 43"/>
            <p:cNvSpPr/>
            <p:nvPr/>
          </p:nvSpPr>
          <p:spPr>
            <a:xfrm>
              <a:off x="5409718" y="1256647"/>
              <a:ext cx="1374003" cy="4023598"/>
            </a:xfrm>
            <a:prstGeom prst="rect">
              <a:avLst/>
            </a:prstGeom>
            <a:solidFill>
              <a:srgbClr val="A5A5A5">
                <a:lumMod val="60000"/>
                <a:lumOff val="4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1837765" y="1275950"/>
              <a:ext cx="3254906" cy="2355884"/>
            </a:xfrm>
            <a:prstGeom prst="rect">
              <a:avLst/>
            </a:prstGeom>
            <a:solidFill>
              <a:sysClr val="window" lastClr="FFFFFF">
                <a:lumMod val="75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543762" y="1496660"/>
              <a:ext cx="603559" cy="3590379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vert="eaVert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数据交换平台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ODS</a:t>
              </a: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1837765" y="3845156"/>
              <a:ext cx="3254906" cy="1435088"/>
            </a:xfrm>
            <a:prstGeom prst="rect">
              <a:avLst/>
            </a:prstGeom>
            <a:solidFill>
              <a:schemeClr val="tx2">
                <a:lumMod val="85000"/>
                <a:alpha val="2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24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  <a:p>
              <a:pPr marL="0" marR="0" lvl="0" indent="0" algn="ctr" defTabSz="9124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  <a:p>
              <a:pPr marL="0" marR="0" lvl="0" indent="0" algn="ctr" defTabSz="9124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  <a:p>
              <a:pPr marL="0" marR="0" lvl="0" indent="0" algn="ctr" defTabSz="9124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  <a:p>
              <a:pPr marL="0" marR="0" lvl="0" indent="0" algn="ctr" defTabSz="9124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  <a:p>
              <a:pPr marL="0" marR="0" lvl="0" indent="0" algn="ctr" defTabSz="9124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GaussDB(DWS)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48" name="矩形 47"/>
            <p:cNvSpPr/>
            <p:nvPr/>
          </p:nvSpPr>
          <p:spPr>
            <a:xfrm>
              <a:off x="2061552" y="1583746"/>
              <a:ext cx="1070598" cy="1708104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3382209" y="1583784"/>
              <a:ext cx="1419500" cy="338176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风险集市</a:t>
              </a: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3382209" y="2042760"/>
              <a:ext cx="1419500" cy="338176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财务集市</a:t>
              </a: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3378202" y="2501736"/>
              <a:ext cx="1419500" cy="338176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信用卡集市</a:t>
              </a: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2" name="矩形 51"/>
            <p:cNvSpPr/>
            <p:nvPr/>
          </p:nvSpPr>
          <p:spPr>
            <a:xfrm>
              <a:off x="3378202" y="2960711"/>
              <a:ext cx="1419500" cy="338176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其它集市</a:t>
              </a: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3" name="矩形 52"/>
            <p:cNvSpPr/>
            <p:nvPr/>
          </p:nvSpPr>
          <p:spPr>
            <a:xfrm>
              <a:off x="3561769" y="4048584"/>
              <a:ext cx="1208914" cy="618735"/>
            </a:xfrm>
            <a:prstGeom prst="rect">
              <a:avLst/>
            </a:prstGeom>
            <a:solidFill>
              <a:schemeClr val="tx2">
                <a:lumMod val="85000"/>
                <a:alpha val="2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24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 </a:t>
              </a: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信用卡集市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  <a:p>
              <a:pPr marL="0" marR="0" lvl="0" indent="0" algn="ctr" defTabSz="9124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4TB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2009324" y="4054916"/>
              <a:ext cx="1235398" cy="612403"/>
            </a:xfrm>
            <a:prstGeom prst="rect">
              <a:avLst/>
            </a:prstGeom>
            <a:solidFill>
              <a:schemeClr val="tx2">
                <a:lumMod val="85000"/>
                <a:alpha val="20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24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数据仓库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  <a:p>
              <a:pPr marL="0" marR="0" lvl="0" indent="0" algn="ctr" defTabSz="91249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</a:rPr>
                <a:t>8TB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5504735" y="1846626"/>
              <a:ext cx="1178898" cy="445432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财务类应用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5500244" y="2528892"/>
              <a:ext cx="1178898" cy="445432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风险类应用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7" name="矩形 56"/>
            <p:cNvSpPr/>
            <p:nvPr/>
          </p:nvSpPr>
          <p:spPr>
            <a:xfrm>
              <a:off x="5500243" y="3242765"/>
              <a:ext cx="1178898" cy="445432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报送类应用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8" name="矩形 57"/>
            <p:cNvSpPr/>
            <p:nvPr/>
          </p:nvSpPr>
          <p:spPr>
            <a:xfrm>
              <a:off x="5500243" y="3913286"/>
              <a:ext cx="1178898" cy="445432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分析类应用</a:t>
              </a:r>
              <a:endParaRPr kumimoji="0" lang="zh-CN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9" name="矩形 58"/>
            <p:cNvSpPr/>
            <p:nvPr/>
          </p:nvSpPr>
          <p:spPr>
            <a:xfrm>
              <a:off x="5500243" y="4607297"/>
              <a:ext cx="1178898" cy="445432"/>
            </a:xfrm>
            <a:prstGeom prst="rect">
              <a:avLst/>
            </a:prstGeom>
            <a:solidFill>
              <a:sysClr val="window" lastClr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其它应用</a:t>
              </a:r>
              <a:endParaRPr kumimoji="0" lang="en-US" altLang="zh-CN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>
              <a:off x="1837765" y="5359360"/>
              <a:ext cx="3254906" cy="398851"/>
            </a:xfrm>
            <a:prstGeom prst="rect">
              <a:avLst/>
            </a:prstGeom>
            <a:solidFill>
              <a:schemeClr val="tx2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大数据平台</a:t>
              </a:r>
              <a:endPara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61" name="直接箭头连接符 21"/>
            <p:cNvCxnSpPr>
              <a:stCxn id="43" idx="2"/>
              <a:endCxn id="60" idx="1"/>
            </p:cNvCxnSpPr>
            <p:nvPr/>
          </p:nvCxnSpPr>
          <p:spPr>
            <a:xfrm rot="16200000" flipH="1">
              <a:off x="1247173" y="4968193"/>
              <a:ext cx="278541" cy="902643"/>
            </a:xfrm>
            <a:prstGeom prst="bentConnector2">
              <a:avLst/>
            </a:prstGeom>
            <a:noFill/>
            <a:ln w="190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62" name="直接箭头连接符 61"/>
            <p:cNvCxnSpPr>
              <a:stCxn id="47" idx="2"/>
              <a:endCxn id="60" idx="0"/>
            </p:cNvCxnSpPr>
            <p:nvPr/>
          </p:nvCxnSpPr>
          <p:spPr>
            <a:xfrm>
              <a:off x="3465218" y="5280244"/>
              <a:ext cx="0" cy="79116"/>
            </a:xfrm>
            <a:prstGeom prst="straightConnector1">
              <a:avLst/>
            </a:prstGeom>
            <a:noFill/>
            <a:ln w="19050" cap="flat" cmpd="sng" algn="ctr">
              <a:noFill/>
              <a:prstDash val="solid"/>
              <a:miter lim="800000"/>
              <a:tailEnd type="triangle"/>
            </a:ln>
            <a:effectLst/>
          </p:spPr>
        </p:cxnSp>
        <p:cxnSp>
          <p:nvCxnSpPr>
            <p:cNvPr id="63" name="直接箭头连接符 25"/>
            <p:cNvCxnSpPr>
              <a:stCxn id="60" idx="3"/>
              <a:endCxn id="44" idx="2"/>
            </p:cNvCxnSpPr>
            <p:nvPr/>
          </p:nvCxnSpPr>
          <p:spPr>
            <a:xfrm flipV="1">
              <a:off x="5092671" y="5280245"/>
              <a:ext cx="1004049" cy="278541"/>
            </a:xfrm>
            <a:prstGeom prst="bentConnector2">
              <a:avLst/>
            </a:prstGeom>
            <a:noFill/>
            <a:ln w="19050" cap="flat" cmpd="sng" algn="ctr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64" name="箭头: 右 26"/>
            <p:cNvSpPr/>
            <p:nvPr/>
          </p:nvSpPr>
          <p:spPr>
            <a:xfrm>
              <a:off x="1520717" y="2544809"/>
              <a:ext cx="317047" cy="327953"/>
            </a:xfrm>
            <a:prstGeom prst="rightArrow">
              <a:avLst/>
            </a:prstGeom>
            <a:solidFill>
              <a:schemeClr val="tx2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5" name="箭头: 右 27"/>
            <p:cNvSpPr/>
            <p:nvPr/>
          </p:nvSpPr>
          <p:spPr>
            <a:xfrm>
              <a:off x="1518922" y="4423366"/>
              <a:ext cx="317047" cy="327953"/>
            </a:xfrm>
            <a:prstGeom prst="rightArrow">
              <a:avLst/>
            </a:prstGeom>
            <a:solidFill>
              <a:schemeClr val="tx2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6" name="箭头: 右 28"/>
            <p:cNvSpPr/>
            <p:nvPr/>
          </p:nvSpPr>
          <p:spPr>
            <a:xfrm>
              <a:off x="5092670" y="2544809"/>
              <a:ext cx="317048" cy="305645"/>
            </a:xfrm>
            <a:prstGeom prst="rightArrow">
              <a:avLst/>
            </a:prstGeom>
            <a:solidFill>
              <a:schemeClr val="tx2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7" name="箭头: 右 29"/>
            <p:cNvSpPr/>
            <p:nvPr/>
          </p:nvSpPr>
          <p:spPr>
            <a:xfrm>
              <a:off x="5087731" y="4447844"/>
              <a:ext cx="317048" cy="305645"/>
            </a:xfrm>
            <a:prstGeom prst="rightArrow">
              <a:avLst/>
            </a:prstGeom>
            <a:solidFill>
              <a:schemeClr val="tx2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>
              <a:off x="1837765" y="3301603"/>
              <a:ext cx="3249966" cy="3221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Oracle </a:t>
              </a:r>
              <a:r>
                <a:rPr kumimoji="0" lang="en-US" altLang="zh-CN" sz="16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Exadata</a:t>
              </a:r>
              <a:endPara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graphicFrame>
        <p:nvGraphicFramePr>
          <p:cNvPr id="69" name="图表 68"/>
          <p:cNvGraphicFramePr/>
          <p:nvPr/>
        </p:nvGraphicFramePr>
        <p:xfrm>
          <a:off x="6910401" y="5256255"/>
          <a:ext cx="4675713" cy="146401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" name="矩形 1"/>
          <p:cNvSpPr/>
          <p:nvPr/>
        </p:nvSpPr>
        <p:spPr>
          <a:xfrm>
            <a:off x="403924" y="5954314"/>
            <a:ext cx="593231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6000" rIns="0" bIns="3600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替换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Oracle Exadata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，所有批处理作业整体性能提升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80%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1" name="同侧圆角矩形 70"/>
          <p:cNvSpPr/>
          <p:nvPr/>
        </p:nvSpPr>
        <p:spPr bwMode="auto">
          <a:xfrm>
            <a:off x="6613232" y="1004138"/>
            <a:ext cx="5133578" cy="27556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C00000"/>
          </a:solidFill>
          <a:ln>
            <a:noFill/>
          </a:ln>
          <a:effectLst/>
          <a:scene3d>
            <a:camera prst="orthographicFront"/>
            <a:lightRig rig="threePt" dir="t">
              <a:rot lat="0" lon="0" rev="1200000"/>
            </a:lightRig>
          </a:scene3d>
          <a:sp3d/>
        </p:spPr>
        <p:txBody>
          <a:bodyPr lIns="336000" tIns="60952" rIns="120000" bIns="60952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客户痛点与需求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2" name="同侧圆角矩形 71"/>
          <p:cNvSpPr/>
          <p:nvPr/>
        </p:nvSpPr>
        <p:spPr bwMode="auto">
          <a:xfrm>
            <a:off x="6613232" y="2725395"/>
            <a:ext cx="5133598" cy="33589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C00000"/>
          </a:solidFill>
          <a:ln>
            <a:noFill/>
          </a:ln>
          <a:effectLst/>
          <a:scene3d>
            <a:camera prst="orthographicFront"/>
            <a:lightRig rig="threePt" dir="t">
              <a:rot lat="0" lon="0" rev="1200000"/>
            </a:lightRig>
          </a:scene3d>
          <a:sp3d/>
        </p:spPr>
        <p:txBody>
          <a:bodyPr lIns="336000" tIns="60952" rIns="120000" bIns="60952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解决方案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3" name="同侧圆角矩形 72"/>
          <p:cNvSpPr/>
          <p:nvPr/>
        </p:nvSpPr>
        <p:spPr bwMode="auto">
          <a:xfrm>
            <a:off x="6613232" y="4080697"/>
            <a:ext cx="5133600" cy="35319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C00000"/>
          </a:solidFill>
          <a:ln>
            <a:noFill/>
          </a:ln>
          <a:effectLst/>
          <a:scene3d>
            <a:camera prst="orthographicFront"/>
            <a:lightRig rig="threePt" dir="t">
              <a:rot lat="0" lon="0" rev="1200000"/>
            </a:lightRig>
          </a:scene3d>
          <a:sp3d/>
        </p:spPr>
        <p:txBody>
          <a:bodyPr lIns="336000" tIns="60952" rIns="120000" bIns="60952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客户价值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6608767" y="3077695"/>
            <a:ext cx="51336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176530" indent="-176530">
              <a:spcBef>
                <a:spcPts val="600"/>
              </a:spcBef>
              <a:buClr>
                <a:schemeClr val="tx2"/>
              </a:buClr>
              <a:buSzPct val="70000"/>
              <a:defRPr sz="1600" b="1" u="sng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marL="171450" marR="0" lvl="0" indent="-171450" algn="l" defTabSz="6858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1D1D1A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基于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GaussDB(DWS)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库内集市提供信用卡数据集市，运行各类引用卡业务主体报表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760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多张，加工作业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7600+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，累积数据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12T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</a:t>
            </a:r>
            <a:endParaRPr kumimoji="0" lang="en-US" altLang="zh-CN" sz="105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171450" marR="0" lvl="0" indent="-171450" algn="l" defTabSz="6858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>
                <a:srgbClr val="1D1D1A"/>
              </a:buClr>
              <a:buSzPct val="7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</a:t>
            </a:r>
            <a:r>
              <a: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22</a:t>
            </a:r>
            <a:r>
              <a: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个下游应用系统提供信用卡类数据服务，支持信用卡产品市场营销、申请审批、客户管理、交叉营销、催收管理、客户服务等业务过程，并为信用卡业务部门用户提供即席查询服务。</a:t>
            </a:r>
            <a:endParaRPr kumimoji="0" lang="zh-CN" altLang="en-US" sz="105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2408" y="1912190"/>
            <a:ext cx="1005840" cy="1005840"/>
          </a:xfrm>
          <a:prstGeom prst="rect">
            <a:avLst/>
          </a:prstGeom>
        </p:spPr>
      </p:pic>
      <p:sp>
        <p:nvSpPr>
          <p:cNvPr id="75" name="矩形 74"/>
          <p:cNvSpPr/>
          <p:nvPr/>
        </p:nvSpPr>
        <p:spPr>
          <a:xfrm>
            <a:off x="2019170" y="1647425"/>
            <a:ext cx="915952" cy="42777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数据仓库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GF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银行：灵活可扩展、技术自主可控、高性能的数据分析平台（替换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Oracle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同侧圆角矩形 6"/>
          <p:cNvSpPr/>
          <p:nvPr/>
        </p:nvSpPr>
        <p:spPr bwMode="auto">
          <a:xfrm>
            <a:off x="8021587" y="1089804"/>
            <a:ext cx="3721935" cy="275566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C00000"/>
          </a:solidFill>
          <a:ln>
            <a:noFill/>
          </a:ln>
          <a:effectLst/>
          <a:scene3d>
            <a:camera prst="orthographicFront"/>
            <a:lightRig rig="threePt" dir="t">
              <a:rot lat="0" lon="0" rev="1200000"/>
            </a:lightRig>
          </a:scene3d>
          <a:sp3d/>
        </p:spPr>
        <p:txBody>
          <a:bodyPr lIns="336000" tIns="60952" rIns="120000" bIns="60952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客户痛点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8" name="同侧圆角矩形 7"/>
          <p:cNvSpPr/>
          <p:nvPr/>
        </p:nvSpPr>
        <p:spPr bwMode="auto">
          <a:xfrm>
            <a:off x="8028442" y="2919633"/>
            <a:ext cx="3880703" cy="1761104"/>
          </a:xfrm>
          <a:prstGeom prst="round2SameRect">
            <a:avLst>
              <a:gd name="adj1" fmla="val 0"/>
              <a:gd name="adj2" fmla="val 0"/>
            </a:avLst>
          </a:prstGeom>
          <a:noFill/>
          <a:ln>
            <a:noFill/>
          </a:ln>
          <a:effectLst/>
        </p:spPr>
        <p:txBody>
          <a:bodyPr wrap="square" lIns="121903" tIns="96000" rIns="121903" bIns="96000" anchor="t" anchorCtr="0">
            <a:noAutofit/>
          </a:bodyPr>
          <a:lstStyle/>
          <a:p>
            <a:pPr marL="180975" marR="0" lvl="0" indent="-180975" algn="l" defTabSz="801370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重构集团财经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EDW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：拆分业财、财管报、数据湖，利用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DN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间同步能力实现集群间数据同步，降低负载压力，提升扩展能力；同层业务利用逻辑集群拆分，充分利用弹性资源，实现业务解耦；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  <a:p>
            <a:pPr marL="180975" marR="0" lvl="0" indent="-180975" algn="l" defTabSz="801370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重构数据加工方案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：将数据加工从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Oracle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数据库解耦，实现独立可复制的数据加工能力；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80975" marR="0" lvl="0" indent="-180975" algn="l" defTabSz="801370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使用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自动转换工具高斯伴侣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实现存量数据从</a:t>
            </a:r>
            <a:r>
              <a:rPr kumimoji="0" lang="en-US" altLang="zh-CN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DataStage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Oracle SP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到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GaussDB(DWS)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的语法转换，转换成功率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95%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；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80975" marR="0" lvl="0" indent="-180975" algn="l" defTabSz="801370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ct val="60000"/>
              <a:buFont typeface="Wingdings" panose="05000000000000000000" pitchFamily="2" charset="2"/>
              <a:buChar char="l"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优化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EDW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性能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：优化网络通信协议，选取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RDMA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降低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CPU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占用率；优化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Stream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算子，加速硬件能力。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9" name="同侧圆角矩形 8"/>
          <p:cNvSpPr/>
          <p:nvPr/>
        </p:nvSpPr>
        <p:spPr bwMode="auto">
          <a:xfrm>
            <a:off x="8021587" y="2641754"/>
            <a:ext cx="3721935" cy="33589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C00000"/>
          </a:solidFill>
          <a:ln>
            <a:noFill/>
          </a:ln>
          <a:effectLst/>
          <a:scene3d>
            <a:camera prst="orthographicFront"/>
            <a:lightRig rig="threePt" dir="t">
              <a:rot lat="0" lon="0" rev="1200000"/>
            </a:lightRig>
          </a:scene3d>
          <a:sp3d/>
        </p:spPr>
        <p:txBody>
          <a:bodyPr lIns="336000" tIns="60952" rIns="120000" bIns="60952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基于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GaussDB(DWS)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的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EDW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去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O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方案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0" name="同侧圆角矩形 9"/>
          <p:cNvSpPr/>
          <p:nvPr/>
        </p:nvSpPr>
        <p:spPr bwMode="auto">
          <a:xfrm>
            <a:off x="8028443" y="4774567"/>
            <a:ext cx="3726040" cy="353193"/>
          </a:xfrm>
          <a:prstGeom prst="round2SameRect">
            <a:avLst>
              <a:gd name="adj1" fmla="val 0"/>
              <a:gd name="adj2" fmla="val 0"/>
            </a:avLst>
          </a:prstGeom>
          <a:solidFill>
            <a:srgbClr val="C00000"/>
          </a:solidFill>
          <a:ln>
            <a:noFill/>
          </a:ln>
          <a:effectLst/>
          <a:scene3d>
            <a:camera prst="orthographicFront"/>
            <a:lightRig rig="threePt" dir="t">
              <a:rot lat="0" lon="0" rev="1200000"/>
            </a:lightRig>
          </a:scene3d>
          <a:sp3d/>
        </p:spPr>
        <p:txBody>
          <a:bodyPr lIns="336000" tIns="60952" rIns="120000" bIns="60952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客户价值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059889" y="5816259"/>
            <a:ext cx="5760185" cy="7123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36000" rIns="0" bIns="3600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比拼亚洲规模最大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Oracle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数仓集群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长查询时间缩短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60%+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，短查询时间缩短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30%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9916077" y="2016298"/>
            <a:ext cx="1818651" cy="589723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业务规则变化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万多条动态规则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026767" y="2027831"/>
            <a:ext cx="1818651" cy="57819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复杂计算资源消耗巨大</a:t>
            </a:r>
            <a:endParaRPr kumimoji="0" lang="en-US" altLang="zh-CN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5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年以上历史数据，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海量计算模型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9910895" y="1400231"/>
            <a:ext cx="1818651" cy="589723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多源异构场景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交易系统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400+</a:t>
            </a:r>
            <a:endParaRPr kumimoji="0" lang="en-US" altLang="zh-CN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Oracle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实例</a:t>
            </a: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1400+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8021585" y="1411764"/>
            <a:ext cx="1818651" cy="578190"/>
          </a:xfrm>
          <a:prstGeom prst="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数据耦合度高</a:t>
            </a:r>
            <a:endParaRPr kumimoji="0" lang="zh-CN" altLang="en-US" sz="900" b="1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18</a:t>
            </a:r>
            <a:r>
              <a: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个业务领域，相关性强，数据共用</a:t>
            </a:r>
            <a:endParaRPr kumimoji="0" lang="zh-CN" altLang="en-US" sz="9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" name="同侧圆角矩形 54"/>
          <p:cNvSpPr/>
          <p:nvPr/>
        </p:nvSpPr>
        <p:spPr bwMode="auto">
          <a:xfrm>
            <a:off x="8021587" y="5116176"/>
            <a:ext cx="3784922" cy="408629"/>
          </a:xfrm>
          <a:prstGeom prst="round2SameRect">
            <a:avLst>
              <a:gd name="adj1" fmla="val 0"/>
              <a:gd name="adj2" fmla="val 0"/>
            </a:avLst>
          </a:prstGeom>
          <a:noFill/>
          <a:ln>
            <a:noFill/>
          </a:ln>
          <a:effectLst/>
        </p:spPr>
        <p:txBody>
          <a:bodyPr wrap="square" lIns="121903" tIns="96000" rIns="121903" bIns="96000" anchor="t" anchorCtr="0">
            <a:noAutofit/>
          </a:bodyPr>
          <a:lstStyle/>
          <a:p>
            <a:pPr marL="0" marR="0" lvl="0" indent="0" algn="l" defTabSz="801370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990000"/>
              </a:buClr>
              <a:buSzPct val="60000"/>
              <a:buFontTx/>
              <a:buNone/>
              <a:defRPr/>
            </a:pP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在损益并发小批量计算场景及大表、多表的复杂关联、重分布的场景测试中，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GaussDB(DWS)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Arial" panose="020B0604020202020204" pitchFamily="34" charset="0"/>
              </a:rPr>
              <a:t>性能全面优于现网系统。</a:t>
            </a:r>
            <a:endParaRPr kumimoji="0" lang="zh-CN" altLang="en-US" sz="1000" b="0" i="0" u="none" strike="noStrike" kern="120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0991" y="5556568"/>
            <a:ext cx="2088001" cy="1118702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8992" y="5556568"/>
            <a:ext cx="2049782" cy="1102072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275974" y="1107681"/>
            <a:ext cx="7698359" cy="4681922"/>
            <a:chOff x="236800" y="1107681"/>
            <a:chExt cx="7956224" cy="4681922"/>
          </a:xfrm>
        </p:grpSpPr>
        <p:grpSp>
          <p:nvGrpSpPr>
            <p:cNvPr id="472" name="组合 471"/>
            <p:cNvGrpSpPr/>
            <p:nvPr/>
          </p:nvGrpSpPr>
          <p:grpSpPr>
            <a:xfrm>
              <a:off x="236800" y="1107681"/>
              <a:ext cx="7956224" cy="955093"/>
              <a:chOff x="344200" y="819566"/>
              <a:chExt cx="11512440" cy="1087011"/>
            </a:xfrm>
          </p:grpSpPr>
          <p:sp>
            <p:nvSpPr>
              <p:cNvPr id="559" name="矩形 558"/>
              <p:cNvSpPr/>
              <p:nvPr/>
            </p:nvSpPr>
            <p:spPr>
              <a:xfrm>
                <a:off x="344200" y="836712"/>
                <a:ext cx="11512440" cy="1069865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 w="9525" cap="flat" cmpd="sng" algn="ctr">
                <a:noFill/>
                <a:prstDash val="solid"/>
                <a:headEnd type="none" w="med" len="med"/>
                <a:tailEnd type="none" w="med" len="med"/>
              </a:ln>
              <a:effectLst/>
            </p:spPr>
            <p:txBody>
              <a:bodyPr anchor="t"/>
              <a:lstStyle/>
              <a:p>
                <a:pPr marL="0" marR="0" lvl="0" indent="0" algn="ctr" defTabSz="8007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9900"/>
                  </a:buClr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F497D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 </a:t>
                </a:r>
                <a:endPara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0" name="矩形 559"/>
              <p:cNvSpPr/>
              <p:nvPr/>
            </p:nvSpPr>
            <p:spPr>
              <a:xfrm>
                <a:off x="5081229" y="1094728"/>
                <a:ext cx="792000" cy="713684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71925" tIns="71925" rIns="71925" bIns="71925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249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9900"/>
                  </a:buClr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账务</a:t>
                </a:r>
                <a:endPara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1" name="矩形 560"/>
              <p:cNvSpPr/>
              <p:nvPr/>
            </p:nvSpPr>
            <p:spPr>
              <a:xfrm>
                <a:off x="494255" y="1094728"/>
                <a:ext cx="4515457" cy="719693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9525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71925" tIns="71925" rIns="71925" bIns="71925" numCol="1" spcCol="0" rtlCol="0" fromWordArt="0" anchor="ctr" anchorCtr="0" forceAA="0" compatLnSpc="1">
                <a:noAutofit/>
              </a:bodyPr>
              <a:lstStyle/>
              <a:p>
                <a:pPr marL="0" marR="0" lvl="0" indent="0" algn="l" defTabSz="91249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9900"/>
                  </a:buClr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经营</a:t>
                </a:r>
                <a:endPara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2" name="矩形 561"/>
              <p:cNvSpPr/>
              <p:nvPr/>
            </p:nvSpPr>
            <p:spPr>
              <a:xfrm>
                <a:off x="1038974" y="1217119"/>
                <a:ext cx="691274" cy="528320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71925" tIns="71925" rIns="71925" bIns="71925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249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9900"/>
                  </a:buClr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区域</a:t>
                </a:r>
                <a:endPara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3" name="矩形 562"/>
              <p:cNvSpPr/>
              <p:nvPr/>
            </p:nvSpPr>
            <p:spPr>
              <a:xfrm>
                <a:off x="1811391" y="1217119"/>
                <a:ext cx="720000" cy="234617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71925" tIns="71925" rIns="71925" bIns="71925" numCol="1" spcCol="0" rtlCol="0" fromWordArt="0" anchor="t" anchorCtr="0" forceAA="0" compatLnSpc="1">
                <a:noAutofit/>
              </a:bodyPr>
              <a:lstStyle/>
              <a:p>
                <a:pPr marL="0" marR="0" lvl="0" indent="0" algn="ctr" defTabSz="91249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9900"/>
                  </a:buClr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项目</a:t>
                </a:r>
                <a:endPara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4" name="矩形 563"/>
              <p:cNvSpPr/>
              <p:nvPr/>
            </p:nvSpPr>
            <p:spPr>
              <a:xfrm>
                <a:off x="2571927" y="1217119"/>
                <a:ext cx="720000" cy="234617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71925" tIns="71925" rIns="71925" bIns="71925" numCol="1" spcCol="0" rtlCol="0" fromWordArt="0" anchor="t" anchorCtr="0" forceAA="0" compatLnSpc="1">
                <a:noAutofit/>
              </a:bodyPr>
              <a:lstStyle/>
              <a:p>
                <a:pPr marL="0" marR="0" lvl="0" indent="0" algn="ctr" defTabSz="91249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9900"/>
                  </a:buClr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集团</a:t>
                </a:r>
                <a:endPara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5" name="矩形 564"/>
              <p:cNvSpPr/>
              <p:nvPr/>
            </p:nvSpPr>
            <p:spPr>
              <a:xfrm>
                <a:off x="3332463" y="1217119"/>
                <a:ext cx="720000" cy="234617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71925" tIns="71925" rIns="71925" bIns="71925" numCol="1" spcCol="0" rtlCol="0" fromWordArt="0" anchor="t" anchorCtr="0" forceAA="0" compatLnSpc="1">
                <a:noAutofit/>
              </a:bodyPr>
              <a:lstStyle/>
              <a:p>
                <a:pPr marL="0" marR="0" lvl="0" indent="0" algn="ctr" defTabSz="91249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9900"/>
                  </a:buClr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ICT</a:t>
                </a:r>
                <a:endPara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6" name="矩形 565"/>
              <p:cNvSpPr/>
              <p:nvPr/>
            </p:nvSpPr>
            <p:spPr>
              <a:xfrm>
                <a:off x="4093000" y="1217119"/>
                <a:ext cx="720000" cy="234617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71925" tIns="71925" rIns="71925" bIns="71925" numCol="1" spcCol="0" rtlCol="0" fromWordArt="0" anchor="t" anchorCtr="0" forceAA="0" compatLnSpc="1">
                <a:noAutofit/>
              </a:bodyPr>
              <a:lstStyle/>
              <a:p>
                <a:pPr marL="0" marR="0" lvl="0" indent="0" algn="ctr" defTabSz="91249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9900"/>
                  </a:buClr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CNBG</a:t>
                </a:r>
                <a:endPara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7" name="矩形 566"/>
              <p:cNvSpPr/>
              <p:nvPr/>
            </p:nvSpPr>
            <p:spPr>
              <a:xfrm>
                <a:off x="1811391" y="1509725"/>
                <a:ext cx="720000" cy="234617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71925" tIns="71925" rIns="71925" bIns="71925" numCol="1" spcCol="0" rtlCol="0" fromWordArt="0" anchor="t" anchorCtr="0" forceAA="0" compatLnSpc="1">
                <a:noAutofit/>
              </a:bodyPr>
              <a:lstStyle/>
              <a:p>
                <a:pPr marL="0" marR="0" lvl="0" indent="0" algn="ctr" defTabSz="91249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9900"/>
                  </a:buClr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EBG</a:t>
                </a:r>
                <a:endPara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8" name="矩形 567"/>
              <p:cNvSpPr/>
              <p:nvPr/>
            </p:nvSpPr>
            <p:spPr>
              <a:xfrm>
                <a:off x="2571927" y="1509725"/>
                <a:ext cx="720000" cy="234617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71925" tIns="71925" rIns="71925" bIns="71925" numCol="1" spcCol="0" rtlCol="0" fromWordArt="0" anchor="t" anchorCtr="0" forceAA="0" compatLnSpc="1">
                <a:noAutofit/>
              </a:bodyPr>
              <a:lstStyle/>
              <a:p>
                <a:pPr marL="0" marR="0" lvl="0" indent="0" algn="ctr" defTabSz="91249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9900"/>
                  </a:buClr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CBG</a:t>
                </a:r>
                <a:endPara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69" name="矩形 568"/>
              <p:cNvSpPr/>
              <p:nvPr/>
            </p:nvSpPr>
            <p:spPr>
              <a:xfrm>
                <a:off x="3332463" y="1509725"/>
                <a:ext cx="720000" cy="234617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71925" tIns="71925" rIns="71925" bIns="71925" numCol="1" spcCol="0" rtlCol="0" fromWordArt="0" anchor="t" anchorCtr="0" forceAA="0" compatLnSpc="1">
                <a:noAutofit/>
              </a:bodyPr>
              <a:lstStyle/>
              <a:p>
                <a:pPr marL="0" marR="0" lvl="0" indent="0" algn="ctr" defTabSz="91249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9900"/>
                  </a:buClr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P&amp;S</a:t>
                </a:r>
                <a:endPara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0" name="矩形 569"/>
              <p:cNvSpPr/>
              <p:nvPr/>
            </p:nvSpPr>
            <p:spPr>
              <a:xfrm>
                <a:off x="4093000" y="1509725"/>
                <a:ext cx="720000" cy="234617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71925" tIns="71925" rIns="71925" bIns="71925" numCol="1" spcCol="0" rtlCol="0" fromWordArt="0" anchor="t" anchorCtr="0" forceAA="0" compatLnSpc="1">
                <a:noAutofit/>
              </a:bodyPr>
              <a:lstStyle/>
              <a:p>
                <a:pPr marL="0" marR="0" lvl="0" indent="0" algn="ctr" defTabSz="91249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9900"/>
                  </a:buClr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…</a:t>
                </a:r>
                <a:endPara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1" name="矩形 570"/>
              <p:cNvSpPr/>
              <p:nvPr/>
            </p:nvSpPr>
            <p:spPr>
              <a:xfrm>
                <a:off x="5927310" y="1094728"/>
                <a:ext cx="792000" cy="713684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71925" tIns="71925" rIns="71925" bIns="71925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249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9900"/>
                  </a:buClr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资金</a:t>
                </a:r>
                <a:endPara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2" name="矩形 571"/>
              <p:cNvSpPr/>
              <p:nvPr/>
            </p:nvSpPr>
            <p:spPr>
              <a:xfrm>
                <a:off x="6773391" y="1094728"/>
                <a:ext cx="792000" cy="713684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71925" tIns="71925" rIns="71925" bIns="71925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249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9900"/>
                  </a:buClr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风控</a:t>
                </a:r>
                <a:endPara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3" name="矩形 572"/>
              <p:cNvSpPr/>
              <p:nvPr/>
            </p:nvSpPr>
            <p:spPr>
              <a:xfrm>
                <a:off x="7619472" y="1094728"/>
                <a:ext cx="792000" cy="713684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9525"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71925" tIns="71925" rIns="71925" bIns="71925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249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9900"/>
                  </a:buClr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法人</a:t>
                </a:r>
                <a:endPara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4" name="矩形 573"/>
              <p:cNvSpPr/>
              <p:nvPr/>
            </p:nvSpPr>
            <p:spPr>
              <a:xfrm>
                <a:off x="8465553" y="1094728"/>
                <a:ext cx="792000" cy="713684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71925" tIns="71925" rIns="71925" bIns="71925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249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9900"/>
                  </a:buClr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税务</a:t>
                </a:r>
                <a:endPara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5" name="矩形 574"/>
              <p:cNvSpPr/>
              <p:nvPr/>
            </p:nvSpPr>
            <p:spPr>
              <a:xfrm>
                <a:off x="9311634" y="1094728"/>
                <a:ext cx="792000" cy="713684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71925" tIns="71925" rIns="71925" bIns="71925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249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9900"/>
                  </a:buClr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定价</a:t>
                </a:r>
                <a:endPara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6" name="矩形 575"/>
              <p:cNvSpPr/>
              <p:nvPr/>
            </p:nvSpPr>
            <p:spPr>
              <a:xfrm>
                <a:off x="10157715" y="1094728"/>
                <a:ext cx="792000" cy="713684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71925" tIns="71925" rIns="71925" bIns="71925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249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9900"/>
                  </a:buClr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信用</a:t>
                </a:r>
                <a:endPara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7" name="矩形 576"/>
              <p:cNvSpPr/>
              <p:nvPr/>
            </p:nvSpPr>
            <p:spPr>
              <a:xfrm>
                <a:off x="11003799" y="1094728"/>
                <a:ext cx="792000" cy="713684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>
                <a:noFill/>
                <a:prstDash val="solid"/>
              </a:ln>
              <a:effectLst/>
            </p:spPr>
            <p:txBody>
              <a:bodyPr rot="0" spcFirstLastPara="0" vertOverflow="overflow" horzOverflow="overflow" vert="horz" wrap="square" lIns="71925" tIns="71925" rIns="71925" bIns="71925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249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9900"/>
                  </a:buClr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售前</a:t>
                </a:r>
                <a:endPara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78" name="文本框 577"/>
              <p:cNvSpPr txBox="1"/>
              <p:nvPr/>
            </p:nvSpPr>
            <p:spPr>
              <a:xfrm>
                <a:off x="4539416" y="819566"/>
                <a:ext cx="3229370" cy="3501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800735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CC9900"/>
                  </a:buClr>
                  <a:buSzTx/>
                  <a:buFontTx/>
                  <a:buNone/>
                  <a:defRPr/>
                </a:pPr>
                <a:r>
                  <a:rPr kumimoji="0" lang="zh-CN" altLang="en-US" sz="1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财经</a:t>
                </a:r>
                <a:r>
                  <a:rPr kumimoji="0" lang="en-US" altLang="zh-CN" sz="14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BI</a:t>
                </a:r>
                <a:endParaRPr kumimoji="0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473" name="矩形 472"/>
            <p:cNvSpPr/>
            <p:nvPr/>
          </p:nvSpPr>
          <p:spPr>
            <a:xfrm>
              <a:off x="236800" y="2348019"/>
              <a:ext cx="7956224" cy="3441584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anchor="t"/>
            <a:lstStyle/>
            <a:p>
              <a:pPr marL="0" marR="0" lvl="0" indent="0" algn="ctr" defTabSz="8007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Tx/>
                <a:buFontTx/>
                <a:buNone/>
                <a:defRPr/>
              </a:pPr>
              <a:r>
                <a:rPr kumimoji="0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F497D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 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1F497D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74" name="矩形 473"/>
            <p:cNvSpPr/>
            <p:nvPr/>
          </p:nvSpPr>
          <p:spPr>
            <a:xfrm>
              <a:off x="5587201" y="4072191"/>
              <a:ext cx="2515707" cy="556224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6350" cap="flat" cmpd="sng" algn="ctr">
              <a:solidFill>
                <a:srgbClr val="CCC1DA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75" name="矩形 474"/>
            <p:cNvSpPr/>
            <p:nvPr/>
          </p:nvSpPr>
          <p:spPr>
            <a:xfrm>
              <a:off x="5590544" y="2502047"/>
              <a:ext cx="2507201" cy="536406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6350" cap="flat" cmpd="sng" algn="ctr">
              <a:solidFill>
                <a:srgbClr val="CCC1DA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76" name="矩形 475"/>
            <p:cNvSpPr/>
            <p:nvPr/>
          </p:nvSpPr>
          <p:spPr>
            <a:xfrm>
              <a:off x="5590544" y="3300934"/>
              <a:ext cx="2507201" cy="542659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6350" cap="flat" cmpd="sng" algn="ctr">
              <a:solidFill>
                <a:srgbClr val="CCC1DA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77" name="矩形 476"/>
            <p:cNvSpPr/>
            <p:nvPr/>
          </p:nvSpPr>
          <p:spPr>
            <a:xfrm>
              <a:off x="5587200" y="4946373"/>
              <a:ext cx="2515706" cy="542659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6350" cap="flat" cmpd="sng" algn="ctr">
              <a:solidFill>
                <a:srgbClr val="CCC1DA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78" name="矩形 477"/>
            <p:cNvSpPr/>
            <p:nvPr/>
          </p:nvSpPr>
          <p:spPr>
            <a:xfrm>
              <a:off x="4401401" y="5177561"/>
              <a:ext cx="838241" cy="543749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 w="6350" cap="flat" cmpd="sng" algn="ctr">
              <a:solidFill>
                <a:srgbClr val="CCC1DA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0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79" name="Rectangle 52"/>
            <p:cNvSpPr>
              <a:spLocks noChangeArrowheads="1"/>
            </p:cNvSpPr>
            <p:nvPr/>
          </p:nvSpPr>
          <p:spPr bwMode="auto">
            <a:xfrm>
              <a:off x="2733687" y="3320386"/>
              <a:ext cx="1942179" cy="857259"/>
            </a:xfrm>
            <a:prstGeom prst="rect">
              <a:avLst/>
            </a:prstGeom>
            <a:solidFill>
              <a:srgbClr val="C00000">
                <a:alpha val="12000"/>
              </a:srgbClr>
            </a:solidFill>
            <a:ln w="9525" cap="flat" cmpd="sng" algn="ctr">
              <a:noFill/>
              <a:prstDash val="solid"/>
              <a:headEnd type="none" w="med" len="med"/>
              <a:tailEnd type="none" w="med" len="med"/>
            </a:ln>
            <a:effectLst/>
          </p:spPr>
          <p:txBody>
            <a:bodyPr anchor="ctr"/>
            <a:lstStyle/>
            <a:p>
              <a:pPr marL="0" marR="0" lvl="0" indent="0" algn="ctr" defTabSz="8007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Tx/>
                <a:buFontTx/>
                <a:buNone/>
                <a:defRPr/>
              </a:pPr>
              <a:r>
                <a:rPr kumimoji="0" lang="en-US" altLang="zh-CN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EDW</a:t>
              </a:r>
              <a:r>
                <a:rPr kumimoji="0" lang="zh-CN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：</a:t>
              </a:r>
              <a:endPara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  <a:p>
              <a:pPr marL="0" marR="0" lvl="0" indent="0" algn="ctr" defTabSz="800735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C9900"/>
                </a:buClr>
                <a:buSzTx/>
                <a:buFontTx/>
                <a:buNone/>
                <a:defRPr/>
              </a:pPr>
              <a:endPara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480" name="曲线连接符 479"/>
            <p:cNvCxnSpPr>
              <a:stCxn id="479" idx="1"/>
              <a:endCxn id="481" idx="3"/>
            </p:cNvCxnSpPr>
            <p:nvPr/>
          </p:nvCxnSpPr>
          <p:spPr>
            <a:xfrm rot="10800000">
              <a:off x="2478621" y="3113790"/>
              <a:ext cx="255067" cy="635226"/>
            </a:xfrm>
            <a:prstGeom prst="curvedConnector3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481" name="Rectangle 63"/>
            <p:cNvSpPr>
              <a:spLocks noChangeArrowheads="1"/>
            </p:cNvSpPr>
            <p:nvPr/>
          </p:nvSpPr>
          <p:spPr bwMode="auto">
            <a:xfrm>
              <a:off x="1946924" y="2929171"/>
              <a:ext cx="531696" cy="369237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CNBG</a:t>
              </a:r>
              <a:endPara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algun Gothic" panose="020B0503020000020004" pitchFamily="34" charset="-127"/>
                <a:cs typeface="+mn-cs"/>
              </a:endParaRPr>
            </a:p>
          </p:txBody>
        </p:sp>
        <p:sp>
          <p:nvSpPr>
            <p:cNvPr id="482" name="Rectangle 63"/>
            <p:cNvSpPr>
              <a:spLocks noChangeArrowheads="1"/>
            </p:cNvSpPr>
            <p:nvPr/>
          </p:nvSpPr>
          <p:spPr bwMode="auto">
            <a:xfrm>
              <a:off x="1950521" y="3905959"/>
              <a:ext cx="531696" cy="369237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EBG</a:t>
              </a:r>
              <a:endPara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algun Gothic" panose="020B0503020000020004" pitchFamily="34" charset="-127"/>
                <a:cs typeface="+mn-cs"/>
              </a:endParaRPr>
            </a:p>
          </p:txBody>
        </p:sp>
        <p:cxnSp>
          <p:nvCxnSpPr>
            <p:cNvPr id="483" name="曲线连接符 482"/>
            <p:cNvCxnSpPr>
              <a:stCxn id="479" idx="1"/>
              <a:endCxn id="482" idx="3"/>
            </p:cNvCxnSpPr>
            <p:nvPr/>
          </p:nvCxnSpPr>
          <p:spPr>
            <a:xfrm rot="10800000" flipV="1">
              <a:off x="2482217" y="3749016"/>
              <a:ext cx="251470" cy="341562"/>
            </a:xfrm>
            <a:prstGeom prst="curvedConnector3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484" name="曲线连接符 483"/>
            <p:cNvCxnSpPr>
              <a:stCxn id="482" idx="1"/>
              <a:endCxn id="545" idx="3"/>
            </p:cNvCxnSpPr>
            <p:nvPr/>
          </p:nvCxnSpPr>
          <p:spPr>
            <a:xfrm rot="10800000">
              <a:off x="1658639" y="4037566"/>
              <a:ext cx="291882" cy="53013"/>
            </a:xfrm>
            <a:prstGeom prst="curvedConnector3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485" name="Rectangle 63"/>
            <p:cNvSpPr>
              <a:spLocks noChangeArrowheads="1"/>
            </p:cNvSpPr>
            <p:nvPr/>
          </p:nvSpPr>
          <p:spPr bwMode="auto">
            <a:xfrm>
              <a:off x="1950520" y="4742429"/>
              <a:ext cx="531696" cy="288122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zh-CN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CBG</a:t>
              </a:r>
              <a:endPara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algun Gothic" panose="020B0503020000020004" pitchFamily="34" charset="-127"/>
                <a:cs typeface="+mn-cs"/>
              </a:endParaRPr>
            </a:p>
          </p:txBody>
        </p:sp>
        <p:cxnSp>
          <p:nvCxnSpPr>
            <p:cNvPr id="486" name="曲线连接符 485"/>
            <p:cNvCxnSpPr>
              <a:stCxn id="485" idx="1"/>
              <a:endCxn id="546" idx="3"/>
            </p:cNvCxnSpPr>
            <p:nvPr/>
          </p:nvCxnSpPr>
          <p:spPr>
            <a:xfrm rot="10800000" flipV="1">
              <a:off x="1663420" y="4886490"/>
              <a:ext cx="287100" cy="298288"/>
            </a:xfrm>
            <a:prstGeom prst="curvedConnector3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487" name="曲线连接符 486"/>
            <p:cNvCxnSpPr>
              <a:stCxn id="479" idx="1"/>
              <a:endCxn id="485" idx="3"/>
            </p:cNvCxnSpPr>
            <p:nvPr/>
          </p:nvCxnSpPr>
          <p:spPr>
            <a:xfrm rot="10800000" flipV="1">
              <a:off x="2482217" y="3749016"/>
              <a:ext cx="251471" cy="1137474"/>
            </a:xfrm>
            <a:prstGeom prst="curvedConnector3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488" name="Rectangle 63"/>
            <p:cNvSpPr>
              <a:spLocks noChangeArrowheads="1"/>
            </p:cNvSpPr>
            <p:nvPr/>
          </p:nvSpPr>
          <p:spPr bwMode="auto">
            <a:xfrm>
              <a:off x="2805926" y="4745900"/>
              <a:ext cx="648767" cy="281156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SD</a:t>
              </a:r>
              <a:endPara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algun Gothic" panose="020B0503020000020004" pitchFamily="34" charset="-127"/>
                <a:cs typeface="+mn-cs"/>
              </a:endParaRPr>
            </a:p>
          </p:txBody>
        </p:sp>
        <p:cxnSp>
          <p:nvCxnSpPr>
            <p:cNvPr id="489" name="曲线连接符 488"/>
            <p:cNvCxnSpPr>
              <a:stCxn id="479" idx="2"/>
              <a:endCxn id="488" idx="0"/>
            </p:cNvCxnSpPr>
            <p:nvPr/>
          </p:nvCxnSpPr>
          <p:spPr>
            <a:xfrm rot="5400000">
              <a:off x="3133417" y="4174539"/>
              <a:ext cx="568255" cy="574467"/>
            </a:xfrm>
            <a:prstGeom prst="curvedConnector3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490" name="Rectangle 63"/>
            <p:cNvSpPr>
              <a:spLocks noChangeArrowheads="1"/>
            </p:cNvSpPr>
            <p:nvPr/>
          </p:nvSpPr>
          <p:spPr bwMode="auto">
            <a:xfrm>
              <a:off x="4893094" y="2900685"/>
              <a:ext cx="531696" cy="369237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ISC</a:t>
              </a:r>
              <a:endPara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algun Gothic" panose="020B0503020000020004" pitchFamily="34" charset="-127"/>
                <a:cs typeface="+mn-cs"/>
              </a:endParaRPr>
            </a:p>
          </p:txBody>
        </p:sp>
        <p:sp>
          <p:nvSpPr>
            <p:cNvPr id="491" name="矩形 490"/>
            <p:cNvSpPr/>
            <p:nvPr/>
          </p:nvSpPr>
          <p:spPr>
            <a:xfrm>
              <a:off x="6829705" y="2542619"/>
              <a:ext cx="1212697" cy="217134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供应链</a:t>
              </a:r>
              <a:r>
                <a:rPr kumimoji="0" lang="en-US" altLang="zh-CN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BI</a:t>
              </a:r>
              <a:endPara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92" name="Rectangle 63"/>
            <p:cNvSpPr>
              <a:spLocks noChangeArrowheads="1"/>
            </p:cNvSpPr>
            <p:nvPr/>
          </p:nvSpPr>
          <p:spPr bwMode="auto">
            <a:xfrm>
              <a:off x="4902250" y="3492080"/>
              <a:ext cx="531696" cy="369237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HR</a:t>
              </a:r>
              <a:endPara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algun Gothic" panose="020B0503020000020004" pitchFamily="34" charset="-127"/>
                <a:cs typeface="+mn-cs"/>
              </a:endParaRPr>
            </a:p>
          </p:txBody>
        </p:sp>
        <p:sp>
          <p:nvSpPr>
            <p:cNvPr id="493" name="矩形 492"/>
            <p:cNvSpPr/>
            <p:nvPr/>
          </p:nvSpPr>
          <p:spPr>
            <a:xfrm>
              <a:off x="5655068" y="3347195"/>
              <a:ext cx="1123534" cy="217134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HR iReport</a:t>
              </a:r>
              <a:endPara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94" name="矩形 493"/>
            <p:cNvSpPr/>
            <p:nvPr/>
          </p:nvSpPr>
          <p:spPr>
            <a:xfrm>
              <a:off x="6829705" y="3332117"/>
              <a:ext cx="1212697" cy="217134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HR </a:t>
              </a:r>
              <a:r>
                <a: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人力预核算</a:t>
              </a:r>
              <a:endPara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95" name="矩形 494"/>
            <p:cNvSpPr/>
            <p:nvPr/>
          </p:nvSpPr>
          <p:spPr>
            <a:xfrm>
              <a:off x="5655068" y="3583588"/>
              <a:ext cx="1123534" cy="217134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HR DSTE</a:t>
              </a:r>
              <a:endPara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496" name="矩形 495"/>
            <p:cNvSpPr/>
            <p:nvPr/>
          </p:nvSpPr>
          <p:spPr>
            <a:xfrm>
              <a:off x="6829705" y="3586146"/>
              <a:ext cx="1212697" cy="217134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HR </a:t>
              </a:r>
              <a:r>
                <a: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学发费分析</a:t>
              </a:r>
              <a:endPara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497" name="曲线连接符 496"/>
            <p:cNvCxnSpPr>
              <a:stCxn id="479" idx="3"/>
              <a:endCxn id="492" idx="1"/>
            </p:cNvCxnSpPr>
            <p:nvPr/>
          </p:nvCxnSpPr>
          <p:spPr>
            <a:xfrm flipV="1">
              <a:off x="4675866" y="3676699"/>
              <a:ext cx="226384" cy="72317"/>
            </a:xfrm>
            <a:prstGeom prst="curvedConnector3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498" name="曲线连接符 497"/>
            <p:cNvCxnSpPr>
              <a:stCxn id="492" idx="3"/>
              <a:endCxn id="476" idx="1"/>
            </p:cNvCxnSpPr>
            <p:nvPr/>
          </p:nvCxnSpPr>
          <p:spPr>
            <a:xfrm flipV="1">
              <a:off x="5433946" y="3572261"/>
              <a:ext cx="156598" cy="104437"/>
            </a:xfrm>
            <a:prstGeom prst="curvedConnector3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499" name="Rectangle 63"/>
            <p:cNvSpPr>
              <a:spLocks noChangeArrowheads="1"/>
            </p:cNvSpPr>
            <p:nvPr/>
          </p:nvSpPr>
          <p:spPr bwMode="auto">
            <a:xfrm>
              <a:off x="4902250" y="4084919"/>
              <a:ext cx="531696" cy="369237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MU</a:t>
              </a:r>
              <a:endPara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algun Gothic" panose="020B0503020000020004" pitchFamily="34" charset="-127"/>
                <a:cs typeface="+mn-cs"/>
              </a:endParaRPr>
            </a:p>
          </p:txBody>
        </p:sp>
        <p:sp>
          <p:nvSpPr>
            <p:cNvPr id="500" name="矩形 499"/>
            <p:cNvSpPr/>
            <p:nvPr/>
          </p:nvSpPr>
          <p:spPr>
            <a:xfrm>
              <a:off x="5655068" y="4112791"/>
              <a:ext cx="1123534" cy="217134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中国数字化运营</a:t>
              </a:r>
              <a:endPara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01" name="矩形 500"/>
            <p:cNvSpPr/>
            <p:nvPr/>
          </p:nvSpPr>
          <p:spPr>
            <a:xfrm>
              <a:off x="5655068" y="4367789"/>
              <a:ext cx="1123534" cy="217134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拉美数字化运营</a:t>
              </a:r>
              <a:endPara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02" name="矩形 501"/>
            <p:cNvSpPr/>
            <p:nvPr/>
          </p:nvSpPr>
          <p:spPr>
            <a:xfrm>
              <a:off x="6829705" y="4116159"/>
              <a:ext cx="1212697" cy="217134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东北欧数字化运营</a:t>
              </a:r>
              <a:endPara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503" name="曲线连接符 502"/>
            <p:cNvCxnSpPr>
              <a:stCxn id="479" idx="3"/>
              <a:endCxn id="499" idx="1"/>
            </p:cNvCxnSpPr>
            <p:nvPr/>
          </p:nvCxnSpPr>
          <p:spPr>
            <a:xfrm>
              <a:off x="4675866" y="3749016"/>
              <a:ext cx="226384" cy="520522"/>
            </a:xfrm>
            <a:prstGeom prst="curvedConnector3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504" name="曲线连接符 503"/>
            <p:cNvCxnSpPr>
              <a:stCxn id="499" idx="3"/>
              <a:endCxn id="474" idx="1"/>
            </p:cNvCxnSpPr>
            <p:nvPr/>
          </p:nvCxnSpPr>
          <p:spPr>
            <a:xfrm>
              <a:off x="5433947" y="4269538"/>
              <a:ext cx="153254" cy="80765"/>
            </a:xfrm>
            <a:prstGeom prst="curvedConnector3">
              <a:avLst>
                <a:gd name="adj1" fmla="val 50000"/>
              </a:avLst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505" name="Rectangle 63"/>
            <p:cNvSpPr>
              <a:spLocks noChangeArrowheads="1"/>
            </p:cNvSpPr>
            <p:nvPr/>
          </p:nvSpPr>
          <p:spPr bwMode="auto">
            <a:xfrm>
              <a:off x="3917925" y="4729091"/>
              <a:ext cx="531696" cy="296443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IPD</a:t>
              </a:r>
              <a:endParaRPr kumimoji="1" lang="ko-KR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algun Gothic" panose="020B0503020000020004" pitchFamily="34" charset="-127"/>
                <a:cs typeface="+mn-cs"/>
              </a:endParaRPr>
            </a:p>
          </p:txBody>
        </p:sp>
        <p:cxnSp>
          <p:nvCxnSpPr>
            <p:cNvPr id="506" name="曲线连接符 505"/>
            <p:cNvCxnSpPr>
              <a:stCxn id="479" idx="2"/>
              <a:endCxn id="505" idx="0"/>
            </p:cNvCxnSpPr>
            <p:nvPr/>
          </p:nvCxnSpPr>
          <p:spPr>
            <a:xfrm rot="16200000" flipH="1">
              <a:off x="3668552" y="4213870"/>
              <a:ext cx="551446" cy="478996"/>
            </a:xfrm>
            <a:prstGeom prst="curvedConnector3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507" name="矩形 506"/>
            <p:cNvSpPr/>
            <p:nvPr/>
          </p:nvSpPr>
          <p:spPr>
            <a:xfrm>
              <a:off x="4454149" y="5203499"/>
              <a:ext cx="723685" cy="217134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iLeader</a:t>
              </a:r>
              <a:endPara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08" name="矩形 507"/>
            <p:cNvSpPr/>
            <p:nvPr/>
          </p:nvSpPr>
          <p:spPr>
            <a:xfrm>
              <a:off x="4467964" y="5466918"/>
              <a:ext cx="709871" cy="217134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mSight</a:t>
              </a:r>
              <a:endPara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09" name="矩形 508"/>
            <p:cNvSpPr/>
            <p:nvPr/>
          </p:nvSpPr>
          <p:spPr>
            <a:xfrm>
              <a:off x="5655068" y="2546158"/>
              <a:ext cx="1123534" cy="217134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采购</a:t>
              </a:r>
              <a:r>
                <a:rPr kumimoji="0" lang="en-US" altLang="zh-CN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BI</a:t>
              </a:r>
              <a:endPara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10" name="矩形 509"/>
            <p:cNvSpPr/>
            <p:nvPr/>
          </p:nvSpPr>
          <p:spPr>
            <a:xfrm>
              <a:off x="5655068" y="2785642"/>
              <a:ext cx="1123534" cy="217134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供应保障大屏</a:t>
              </a:r>
              <a:endPara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11" name="矩形 510"/>
            <p:cNvSpPr/>
            <p:nvPr/>
          </p:nvSpPr>
          <p:spPr>
            <a:xfrm>
              <a:off x="6829705" y="2785642"/>
              <a:ext cx="1212697" cy="217134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….</a:t>
              </a:r>
              <a:endPara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512" name="曲线连接符 511"/>
            <p:cNvCxnSpPr>
              <a:stCxn id="490" idx="3"/>
              <a:endCxn id="475" idx="1"/>
            </p:cNvCxnSpPr>
            <p:nvPr/>
          </p:nvCxnSpPr>
          <p:spPr>
            <a:xfrm flipV="1">
              <a:off x="5424791" y="2770250"/>
              <a:ext cx="165754" cy="315055"/>
            </a:xfrm>
            <a:prstGeom prst="curvedConnector3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513" name="曲线连接符 512"/>
            <p:cNvCxnSpPr>
              <a:stCxn id="479" idx="3"/>
              <a:endCxn id="490" idx="1"/>
            </p:cNvCxnSpPr>
            <p:nvPr/>
          </p:nvCxnSpPr>
          <p:spPr>
            <a:xfrm flipV="1">
              <a:off x="4675866" y="3085304"/>
              <a:ext cx="217228" cy="663712"/>
            </a:xfrm>
            <a:prstGeom prst="curvedConnector3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514" name="Rectangle 63"/>
            <p:cNvSpPr>
              <a:spLocks noChangeArrowheads="1"/>
            </p:cNvSpPr>
            <p:nvPr/>
          </p:nvSpPr>
          <p:spPr bwMode="auto">
            <a:xfrm>
              <a:off x="4906930" y="4705393"/>
              <a:ext cx="531696" cy="369237"/>
            </a:xfrm>
            <a:prstGeom prst="rect">
              <a:avLst/>
            </a:prstGeom>
            <a:solidFill>
              <a:sysClr val="window" lastClr="FFFFFF">
                <a:lumMod val="85000"/>
              </a:sysClr>
            </a:solidFill>
            <a:ln>
              <a:noFill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1" fontAlgn="base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1" lang="en-US" altLang="ko-KR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Others</a:t>
              </a:r>
              <a:endParaRPr kumimoji="1" lang="ko-KR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Malgun Gothic" panose="020B0503020000020004" pitchFamily="34" charset="-127"/>
                <a:cs typeface="+mn-cs"/>
              </a:endParaRPr>
            </a:p>
          </p:txBody>
        </p:sp>
        <p:sp>
          <p:nvSpPr>
            <p:cNvPr id="515" name="矩形 514"/>
            <p:cNvSpPr/>
            <p:nvPr/>
          </p:nvSpPr>
          <p:spPr>
            <a:xfrm>
              <a:off x="5655068" y="4995960"/>
              <a:ext cx="1123534" cy="217134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内审</a:t>
              </a:r>
              <a:endPara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16" name="矩形 515"/>
            <p:cNvSpPr/>
            <p:nvPr/>
          </p:nvSpPr>
          <p:spPr>
            <a:xfrm>
              <a:off x="5655068" y="5244897"/>
              <a:ext cx="1123534" cy="217134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ERP-PC</a:t>
              </a:r>
              <a:endPara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17" name="矩形 516"/>
            <p:cNvSpPr/>
            <p:nvPr/>
          </p:nvSpPr>
          <p:spPr>
            <a:xfrm>
              <a:off x="6829705" y="4992334"/>
              <a:ext cx="1212697" cy="217134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OCC</a:t>
              </a:r>
              <a:r>
                <a: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数字化运营</a:t>
              </a:r>
              <a:endPara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518" name="曲线连接符 517"/>
            <p:cNvCxnSpPr>
              <a:stCxn id="479" idx="3"/>
              <a:endCxn id="514" idx="1"/>
            </p:cNvCxnSpPr>
            <p:nvPr/>
          </p:nvCxnSpPr>
          <p:spPr>
            <a:xfrm>
              <a:off x="4675866" y="3749016"/>
              <a:ext cx="231064" cy="1140996"/>
            </a:xfrm>
            <a:prstGeom prst="curvedConnector3">
              <a:avLst>
                <a:gd name="adj1" fmla="val 50000"/>
              </a:avLst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519" name="曲线连接符 518"/>
            <p:cNvCxnSpPr>
              <a:stCxn id="514" idx="3"/>
              <a:endCxn id="477" idx="1"/>
            </p:cNvCxnSpPr>
            <p:nvPr/>
          </p:nvCxnSpPr>
          <p:spPr>
            <a:xfrm>
              <a:off x="5438626" y="4890014"/>
              <a:ext cx="148575" cy="327690"/>
            </a:xfrm>
            <a:prstGeom prst="curvedConnector3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520" name="矩形 519"/>
            <p:cNvSpPr/>
            <p:nvPr/>
          </p:nvSpPr>
          <p:spPr>
            <a:xfrm>
              <a:off x="6829705" y="5239491"/>
              <a:ext cx="1212697" cy="217134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….</a:t>
              </a:r>
              <a:endPara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521" name="曲线连接符 520"/>
            <p:cNvCxnSpPr>
              <a:stCxn id="481" idx="1"/>
              <a:endCxn id="544" idx="3"/>
            </p:cNvCxnSpPr>
            <p:nvPr/>
          </p:nvCxnSpPr>
          <p:spPr>
            <a:xfrm rot="10800000">
              <a:off x="1670966" y="2920072"/>
              <a:ext cx="275958" cy="193718"/>
            </a:xfrm>
            <a:prstGeom prst="curvedConnector3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  <a:tailEnd type="triangle"/>
            </a:ln>
            <a:effectLst/>
          </p:spPr>
        </p:cxnSp>
        <p:grpSp>
          <p:nvGrpSpPr>
            <p:cNvPr id="522" name="组合 521"/>
            <p:cNvGrpSpPr/>
            <p:nvPr/>
          </p:nvGrpSpPr>
          <p:grpSpPr>
            <a:xfrm>
              <a:off x="277549" y="2405384"/>
              <a:ext cx="1393417" cy="3315927"/>
              <a:chOff x="424215" y="2296509"/>
              <a:chExt cx="1263162" cy="3773926"/>
            </a:xfrm>
          </p:grpSpPr>
          <p:sp>
            <p:nvSpPr>
              <p:cNvPr id="544" name="矩形 543"/>
              <p:cNvSpPr/>
              <p:nvPr/>
            </p:nvSpPr>
            <p:spPr>
              <a:xfrm>
                <a:off x="431056" y="2296509"/>
                <a:ext cx="1256321" cy="1171554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noFill/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45" name="矩形 544"/>
              <p:cNvSpPr/>
              <p:nvPr/>
            </p:nvSpPr>
            <p:spPr>
              <a:xfrm>
                <a:off x="431057" y="3559119"/>
                <a:ext cx="1245145" cy="1190019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noFill/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46" name="矩形 545"/>
              <p:cNvSpPr/>
              <p:nvPr/>
            </p:nvSpPr>
            <p:spPr>
              <a:xfrm>
                <a:off x="424215" y="4849155"/>
                <a:ext cx="1256321" cy="1221280"/>
              </a:xfrm>
              <a:prstGeom prst="rect">
                <a:avLst/>
              </a:prstGeom>
              <a:solidFill>
                <a:sysClr val="window" lastClr="FFFFFF"/>
              </a:solidFill>
              <a:ln w="6350" cap="flat" cmpd="sng" algn="ctr">
                <a:noFill/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47" name="矩形 546"/>
              <p:cNvSpPr/>
              <p:nvPr/>
            </p:nvSpPr>
            <p:spPr>
              <a:xfrm>
                <a:off x="470834" y="4188794"/>
                <a:ext cx="1162640" cy="247124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EBG</a:t>
                </a:r>
                <a:r>
                  <a:rPr kumimoji="0" lang="zh-CN" alt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经营</a:t>
                </a:r>
                <a:r>
                  <a:rPr kumimoji="0" lang="en-US" altLang="zh-CN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IOC</a:t>
                </a:r>
                <a:endPara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48" name="矩形 547"/>
              <p:cNvSpPr/>
              <p:nvPr/>
            </p:nvSpPr>
            <p:spPr>
              <a:xfrm>
                <a:off x="470834" y="4477306"/>
                <a:ext cx="1162640" cy="247124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…</a:t>
                </a:r>
                <a:endPara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49" name="矩形 548"/>
              <p:cNvSpPr/>
              <p:nvPr/>
            </p:nvSpPr>
            <p:spPr>
              <a:xfrm>
                <a:off x="470834" y="3620454"/>
                <a:ext cx="1162640" cy="247124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Wisdom</a:t>
                </a:r>
                <a:endPara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50" name="矩形 549"/>
              <p:cNvSpPr/>
              <p:nvPr/>
            </p:nvSpPr>
            <p:spPr>
              <a:xfrm>
                <a:off x="470834" y="3904624"/>
                <a:ext cx="1162640" cy="247124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PSI</a:t>
                </a:r>
                <a:endPara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51" name="矩形 550"/>
              <p:cNvSpPr/>
              <p:nvPr/>
            </p:nvSpPr>
            <p:spPr>
              <a:xfrm>
                <a:off x="470834" y="4920928"/>
                <a:ext cx="1162640" cy="247124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CBG Workplace</a:t>
                </a:r>
                <a:endPara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52" name="矩形 551"/>
              <p:cNvSpPr/>
              <p:nvPr/>
            </p:nvSpPr>
            <p:spPr>
              <a:xfrm>
                <a:off x="470834" y="5204459"/>
                <a:ext cx="1162640" cy="247124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消费者云平台</a:t>
                </a:r>
                <a:endPara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53" name="矩形 552"/>
              <p:cNvSpPr/>
              <p:nvPr/>
            </p:nvSpPr>
            <p:spPr>
              <a:xfrm>
                <a:off x="470834" y="5495983"/>
                <a:ext cx="1162640" cy="247124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9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CBG</a:t>
                </a:r>
                <a:r>
                  <a:rPr kumimoji="0" lang="zh-CN" altLang="en-US" sz="9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供应链销量预测</a:t>
                </a:r>
                <a:endPara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54" name="矩形 553"/>
              <p:cNvSpPr/>
              <p:nvPr/>
            </p:nvSpPr>
            <p:spPr>
              <a:xfrm>
                <a:off x="470834" y="5787506"/>
                <a:ext cx="1162640" cy="247124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…</a:t>
                </a:r>
                <a:endPara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55" name="矩形 554"/>
              <p:cNvSpPr/>
              <p:nvPr/>
            </p:nvSpPr>
            <p:spPr>
              <a:xfrm>
                <a:off x="470834" y="2349220"/>
                <a:ext cx="1162511" cy="247096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实时看板</a:t>
                </a:r>
                <a:endPara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56" name="矩形 555"/>
              <p:cNvSpPr/>
              <p:nvPr/>
            </p:nvSpPr>
            <p:spPr>
              <a:xfrm>
                <a:off x="470834" y="2627263"/>
                <a:ext cx="1162511" cy="247096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经营</a:t>
                </a:r>
                <a:r>
                  <a:rPr kumimoji="0" lang="en-US" altLang="zh-CN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/</a:t>
                </a:r>
                <a:r>
                  <a:rPr kumimoji="0" lang="zh-CN" alt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运营高维分析</a:t>
                </a:r>
                <a:endPara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57" name="矩形 556"/>
              <p:cNvSpPr/>
              <p:nvPr/>
            </p:nvSpPr>
            <p:spPr>
              <a:xfrm>
                <a:off x="470834" y="2905307"/>
                <a:ext cx="1162511" cy="247489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在线会议</a:t>
                </a:r>
                <a:endPara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58" name="矩形 557"/>
              <p:cNvSpPr/>
              <p:nvPr/>
            </p:nvSpPr>
            <p:spPr>
              <a:xfrm>
                <a:off x="470834" y="3183742"/>
                <a:ext cx="1162511" cy="247489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决策指挥</a:t>
                </a:r>
                <a:endPara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grpSp>
          <p:nvGrpSpPr>
            <p:cNvPr id="523" name="组合 522"/>
            <p:cNvGrpSpPr/>
            <p:nvPr/>
          </p:nvGrpSpPr>
          <p:grpSpPr>
            <a:xfrm>
              <a:off x="2265998" y="5027055"/>
              <a:ext cx="1843321" cy="694256"/>
              <a:chOff x="2602988" y="5280288"/>
              <a:chExt cx="1683411" cy="790148"/>
            </a:xfrm>
          </p:grpSpPr>
          <p:sp>
            <p:nvSpPr>
              <p:cNvPr id="538" name="矩形 537"/>
              <p:cNvSpPr/>
              <p:nvPr/>
            </p:nvSpPr>
            <p:spPr>
              <a:xfrm>
                <a:off x="2602988" y="5452390"/>
                <a:ext cx="1683411" cy="618046"/>
              </a:xfrm>
              <a:prstGeom prst="rect">
                <a:avLst/>
              </a:prstGeom>
              <a:solidFill>
                <a:sysClr val="window" lastClr="FFFFFF">
                  <a:lumMod val="85000"/>
                </a:sysClr>
              </a:solidFill>
              <a:ln w="6350" cap="flat" cmpd="sng" algn="ctr">
                <a:solidFill>
                  <a:srgbClr val="CCC1DA"/>
                </a:solidFill>
                <a:prstDash val="sysDash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000" b="1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39" name="矩形 538"/>
              <p:cNvSpPr/>
              <p:nvPr/>
            </p:nvSpPr>
            <p:spPr>
              <a:xfrm>
                <a:off x="2655144" y="5504738"/>
                <a:ext cx="956589" cy="247124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9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GTS</a:t>
                </a:r>
                <a:r>
                  <a:rPr kumimoji="0" lang="zh-CN" altLang="en-US" sz="9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数字化运营</a:t>
                </a:r>
                <a:endParaRPr kumimoji="0" lang="zh-CN" altLang="en-US" sz="9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40" name="矩形 539"/>
              <p:cNvSpPr/>
              <p:nvPr/>
            </p:nvSpPr>
            <p:spPr>
              <a:xfrm>
                <a:off x="3680046" y="5495983"/>
                <a:ext cx="552063" cy="247124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ISDP</a:t>
                </a:r>
                <a:endPara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sp>
            <p:nvSpPr>
              <p:cNvPr id="541" name="矩形 540"/>
              <p:cNvSpPr/>
              <p:nvPr/>
            </p:nvSpPr>
            <p:spPr>
              <a:xfrm>
                <a:off x="3687146" y="5784274"/>
                <a:ext cx="552064" cy="247124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...</a:t>
                </a:r>
                <a:endPara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  <p:cxnSp>
            <p:nvCxnSpPr>
              <p:cNvPr id="542" name="曲线连接符 541"/>
              <p:cNvCxnSpPr>
                <a:stCxn id="488" idx="2"/>
                <a:endCxn id="538" idx="0"/>
              </p:cNvCxnSpPr>
              <p:nvPr/>
            </p:nvCxnSpPr>
            <p:spPr>
              <a:xfrm rot="16200000" flipH="1">
                <a:off x="3329117" y="5336812"/>
                <a:ext cx="172101" cy="59054"/>
              </a:xfrm>
              <a:prstGeom prst="curvedConnector3">
                <a:avLst/>
              </a:prstGeom>
              <a:noFill/>
              <a:ln w="6350" cap="flat" cmpd="sng" algn="ctr">
                <a:solidFill>
                  <a:srgbClr val="5B9BD5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543" name="矩形 542"/>
              <p:cNvSpPr/>
              <p:nvPr/>
            </p:nvSpPr>
            <p:spPr>
              <a:xfrm>
                <a:off x="2655144" y="5788230"/>
                <a:ext cx="956589" cy="247124"/>
              </a:xfrm>
              <a:prstGeom prst="rect">
                <a:avLst/>
              </a:prstGeom>
              <a:solidFill>
                <a:sysClr val="window" lastClr="FFFFFF">
                  <a:lumMod val="95000"/>
                </a:sysClr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0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rPr>
                  <a:t>西安大屏</a:t>
                </a:r>
                <a:endPara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endParaRPr>
              </a:p>
            </p:txBody>
          </p:sp>
        </p:grpSp>
        <p:sp>
          <p:nvSpPr>
            <p:cNvPr id="524" name="矩形 523"/>
            <p:cNvSpPr/>
            <p:nvPr/>
          </p:nvSpPr>
          <p:spPr>
            <a:xfrm>
              <a:off x="6829705" y="4367788"/>
              <a:ext cx="1212697" cy="198033"/>
            </a:xfrm>
            <a:prstGeom prst="rect">
              <a:avLst/>
            </a:prstGeom>
            <a:solidFill>
              <a:sysClr val="window" lastClr="FFFFFF">
                <a:lumMod val="95000"/>
              </a:sysClr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…</a:t>
              </a:r>
              <a:endPara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525" name="曲线连接符 524"/>
            <p:cNvCxnSpPr>
              <a:stCxn id="505" idx="2"/>
              <a:endCxn id="478" idx="1"/>
            </p:cNvCxnSpPr>
            <p:nvPr/>
          </p:nvCxnSpPr>
          <p:spPr>
            <a:xfrm rot="16200000" flipH="1">
              <a:off x="4080634" y="5128671"/>
              <a:ext cx="423903" cy="217627"/>
            </a:xfrm>
            <a:prstGeom prst="curvedConnector2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526" name="文本框 525"/>
            <p:cNvSpPr txBox="1"/>
            <p:nvPr/>
          </p:nvSpPr>
          <p:spPr>
            <a:xfrm>
              <a:off x="1576689" y="2731537"/>
              <a:ext cx="177744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2000+</a:t>
              </a: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用户，月访问量</a:t>
              </a: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10W+</a:t>
              </a:r>
              <a:endPara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27" name="文本框 526"/>
            <p:cNvSpPr txBox="1"/>
            <p:nvPr/>
          </p:nvSpPr>
          <p:spPr>
            <a:xfrm>
              <a:off x="1458410" y="3743472"/>
              <a:ext cx="15612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6000+</a:t>
              </a: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用户，月访问量</a:t>
              </a: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10W+</a:t>
              </a:r>
              <a:endPara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28" name="文本框 527"/>
            <p:cNvSpPr txBox="1"/>
            <p:nvPr/>
          </p:nvSpPr>
          <p:spPr>
            <a:xfrm>
              <a:off x="1501640" y="4581243"/>
              <a:ext cx="150691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1000+</a:t>
              </a: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用户，月访问量</a:t>
              </a: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1W+</a:t>
              </a:r>
              <a:endPara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29" name="文本框 528"/>
            <p:cNvSpPr txBox="1"/>
            <p:nvPr/>
          </p:nvSpPr>
          <p:spPr>
            <a:xfrm>
              <a:off x="2856358" y="4603131"/>
              <a:ext cx="93758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8000+</a:t>
              </a: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用户</a:t>
              </a:r>
              <a:endPara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30" name="文本框 529"/>
            <p:cNvSpPr txBox="1"/>
            <p:nvPr/>
          </p:nvSpPr>
          <p:spPr>
            <a:xfrm>
              <a:off x="4208408" y="4600296"/>
              <a:ext cx="738570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2000+</a:t>
              </a: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用户</a:t>
              </a:r>
              <a:endPara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31" name="文本框 530"/>
            <p:cNvSpPr txBox="1"/>
            <p:nvPr/>
          </p:nvSpPr>
          <p:spPr>
            <a:xfrm>
              <a:off x="4730255" y="2720429"/>
              <a:ext cx="85955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3500+</a:t>
              </a: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用户</a:t>
              </a:r>
              <a:endPara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32" name="文本框 531"/>
            <p:cNvSpPr txBox="1"/>
            <p:nvPr/>
          </p:nvSpPr>
          <p:spPr>
            <a:xfrm>
              <a:off x="4837791" y="3324797"/>
              <a:ext cx="745055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3000+</a:t>
              </a: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用户</a:t>
              </a:r>
              <a:endPara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33" name="文本框 532"/>
            <p:cNvSpPr txBox="1"/>
            <p:nvPr/>
          </p:nvSpPr>
          <p:spPr>
            <a:xfrm>
              <a:off x="4783569" y="3921213"/>
              <a:ext cx="75480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6000+</a:t>
              </a: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用户</a:t>
              </a:r>
              <a:endPara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34" name="文本框 533"/>
            <p:cNvSpPr txBox="1"/>
            <p:nvPr/>
          </p:nvSpPr>
          <p:spPr>
            <a:xfrm>
              <a:off x="4831060" y="4537290"/>
              <a:ext cx="7252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1000+</a:t>
              </a: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用户</a:t>
              </a:r>
              <a:endPara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35" name="文本框 534"/>
            <p:cNvSpPr txBox="1"/>
            <p:nvPr/>
          </p:nvSpPr>
          <p:spPr>
            <a:xfrm>
              <a:off x="2815244" y="3009469"/>
              <a:ext cx="203497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8000+</a:t>
              </a: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用户，</a:t>
              </a: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4000+</a:t>
              </a: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报告，月访问量</a:t>
              </a: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30W+</a:t>
              </a:r>
              <a:endPara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36" name="文本框 535"/>
            <p:cNvSpPr txBox="1"/>
            <p:nvPr/>
          </p:nvSpPr>
          <p:spPr>
            <a:xfrm>
              <a:off x="1399839" y="2071583"/>
              <a:ext cx="323969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消费服务总量：</a:t>
              </a:r>
              <a:r>
                <a:rPr kumimoji="0" lang="en-US" altLang="zh-CN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2000+</a:t>
              </a:r>
              <a:r>
                <a: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，年度总调用次数：</a:t>
              </a:r>
              <a:r>
                <a:rPr kumimoji="0" lang="en-US" altLang="zh-CN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1.8</a:t>
              </a:r>
              <a:r>
                <a: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亿</a:t>
              </a:r>
              <a:r>
                <a:rPr kumimoji="0" lang="en-US" altLang="zh-CN" sz="10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+</a:t>
              </a:r>
              <a:endParaRPr kumimoji="0" lang="zh-CN" altLang="en-US" sz="10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cxnSp>
          <p:nvCxnSpPr>
            <p:cNvPr id="537" name="曲线连接符 536"/>
            <p:cNvCxnSpPr>
              <a:stCxn id="479" idx="0"/>
              <a:endCxn id="559" idx="2"/>
            </p:cNvCxnSpPr>
            <p:nvPr/>
          </p:nvCxnSpPr>
          <p:spPr>
            <a:xfrm rot="5400000" flipH="1" flipV="1">
              <a:off x="3331038" y="2436513"/>
              <a:ext cx="1257612" cy="510135"/>
            </a:xfrm>
            <a:prstGeom prst="curvedConnector3">
              <a:avLst/>
            </a:prstGeom>
            <a:noFill/>
            <a:ln w="6350" cap="flat" cmpd="sng" algn="ctr">
              <a:solidFill>
                <a:srgbClr val="5B9BD5"/>
              </a:solidFill>
              <a:prstDash val="solid"/>
              <a:miter lim="800000"/>
              <a:tailEnd type="triangle"/>
            </a:ln>
            <a:effectLst/>
          </p:spPr>
        </p:cxnSp>
      </p:grp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华为集团财经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EDW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：超高性能的企业级数据底座（替换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Oracle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6" name="TextBox 22"/>
          <p:cNvSpPr txBox="1"/>
          <p:nvPr/>
        </p:nvSpPr>
        <p:spPr>
          <a:xfrm>
            <a:off x="2658228" y="3753741"/>
            <a:ext cx="1978356" cy="288108"/>
          </a:xfrm>
          <a:prstGeom prst="rect">
            <a:avLst/>
          </a:prstGeom>
          <a:noFill/>
        </p:spPr>
        <p:txBody>
          <a:bodyPr wrap="square" lIns="35981" tIns="35981" rIns="35981" bIns="35981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GaussDB(DWS)</a:t>
            </a:r>
            <a:endParaRPr kumimoji="0" lang="zh-CN" altLang="en-US" sz="14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ags/tag1.xml><?xml version="1.0" encoding="utf-8"?>
<p:tagLst xmlns:p="http://schemas.openxmlformats.org/presentationml/2006/main">
  <p:tag name="THINKCELLSHAPEDONOTDELETE" val="thinkcellActiveDocDoNotDelete"/>
</p:tagLst>
</file>

<file path=ppt/tags/tag2.xml><?xml version="1.0" encoding="utf-8"?>
<p:tagLst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结束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9_Chart page">
  <a:themeElements>
    <a:clrScheme name="Custom Pallete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4q24mci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8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15151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vert="horz" wrap="none" rtlCol="0">
        <a:spAutoFit/>
      </a:bodyPr>
      <a:lstStyle>
        <a:defPPr algn="l">
          <a:lnSpc>
            <a:spcPts val="3440"/>
          </a:lnSpc>
          <a:defRPr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Chart page">
  <a:themeElements>
    <a:clrScheme name="Custom Pallete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4q24mci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39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noFill/>
        <a:ln>
          <a:noFill/>
        </a:ln>
      </a:spPr>
      <a:bodyPr wrap="square" lIns="121855" tIns="95963" rIns="121855" bIns="95963" anchor="t" anchorCtr="0">
        <a:noAutofit/>
      </a:bodyPr>
      <a:lstStyle>
        <a:defPPr marL="180975" indent="-180975" algn="l" defTabSz="800735" eaLnBrk="0" hangingPunct="0">
          <a:spcAft>
            <a:spcPts val="800"/>
          </a:spcAft>
          <a:buClr>
            <a:srgbClr val="990000"/>
          </a:buClr>
          <a:buSzPct val="60000"/>
          <a:buFont typeface="Wingdings" panose="05000000000000000000" pitchFamily="2" charset="2"/>
          <a:buChar char="p"/>
          <a:defRPr sz="1100" dirty="0">
            <a:latin typeface="微软雅黑" panose="020B0503020204020204" pitchFamily="34" charset="-122"/>
            <a:ea typeface="微软雅黑" panose="020B0503020204020204" pitchFamily="34" charset="-122"/>
            <a:cs typeface="+mn-ea"/>
            <a:sym typeface="微软雅黑" panose="020B0503020204020204" pitchFamily="34" charset="-122"/>
          </a:defRPr>
        </a:defPPr>
      </a:lstStyle>
    </a:spDef>
    <a:txDef>
      <a:spPr>
        <a:noFill/>
      </a:spPr>
      <a:bodyPr vert="horz" wrap="none" rtlCol="0">
        <a:spAutoFit/>
      </a:bodyPr>
      <a:lstStyle>
        <a:defPPr algn="l">
          <a:lnSpc>
            <a:spcPts val="3440"/>
          </a:lnSpc>
          <a:defRPr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16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15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7_Chart page">
  <a:themeElements>
    <a:clrScheme name="Custom Pallete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4q24mci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3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21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4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4.xml><?xml version="1.0" encoding="utf-8"?>
<a:theme xmlns:a="http://schemas.openxmlformats.org/drawingml/2006/main" name="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1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6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7.xml><?xml version="1.0" encoding="utf-8"?>
<a:theme xmlns:a="http://schemas.openxmlformats.org/drawingml/2006/main" name="2_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8.xml><?xml version="1.0" encoding="utf-8"?>
<a:theme xmlns:a="http://schemas.openxmlformats.org/drawingml/2006/main" name="2_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0h30q0nd">
      <a:majorFont>
        <a:latin typeface="Microsoft YaHei UI"/>
        <a:ea typeface="微软雅黑"/>
        <a:cs typeface=""/>
      </a:majorFont>
      <a:minorFont>
        <a:latin typeface="Microsoft YaHei UI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9.xml><?xml version="1.0" encoding="utf-8"?>
<a:theme xmlns:a="http://schemas.openxmlformats.org/drawingml/2006/main" name="6_Chart page">
  <a:themeElements>
    <a:clrScheme name="Custom Pallete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4q24mci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0.xml><?xml version="1.0" encoding="utf-8"?>
<a:theme xmlns:a="http://schemas.openxmlformats.org/drawingml/2006/main" name="82_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znssj4e2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2">
            <a:lumMod val="95000"/>
          </a:schemeClr>
        </a:solidFill>
        <a:ln w="9525">
          <a:noFill/>
          <a:miter lim="800000"/>
        </a:ln>
      </a:spPr>
      <a:bodyPr wrap="square" lIns="72000" tIns="36000" rIns="72000" bIns="36000" rtlCol="0" anchor="ctr">
        <a:noAutofit/>
      </a:bodyPr>
      <a:lstStyle>
        <a:defPPr marL="0" algn="ctr" defTabSz="974090" fontAlgn="base" hangingPunct="0">
          <a:lnSpc>
            <a:spcPct val="150000"/>
          </a:lnSpc>
          <a:spcBef>
            <a:spcPct val="0"/>
          </a:spcBef>
          <a:spcAft>
            <a:spcPct val="0"/>
          </a:spcAft>
          <a:buClr>
            <a:srgbClr val="FF0066"/>
          </a:buClr>
          <a:buSzPct val="75000"/>
          <a:defRPr sz="1400" b="1" dirty="0">
            <a:solidFill>
              <a:schemeClr val="tx1">
                <a:lumMod val="95000"/>
                <a:lumOff val="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  <a:cs typeface="+mn-ea"/>
            <a:sym typeface="+mn-lt"/>
          </a:defRPr>
        </a:defPPr>
      </a:lst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1.xml><?xml version="1.0" encoding="utf-8"?>
<a:theme xmlns:a="http://schemas.openxmlformats.org/drawingml/2006/main" name="28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4q24mci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2.xml><?xml version="1.0" encoding="utf-8"?>
<a:theme xmlns:a="http://schemas.openxmlformats.org/drawingml/2006/main" name="4_Chart page">
  <a:themeElements>
    <a:clrScheme name="Custom Pallete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4q24mci5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3.xml><?xml version="1.0" encoding="utf-8"?>
<a:theme xmlns:a="http://schemas.openxmlformats.org/drawingml/2006/main" name="22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4.xml><?xml version="1.0" encoding="utf-8"?>
<a:theme xmlns:a="http://schemas.openxmlformats.org/drawingml/2006/main" name="27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prstDash val="dashDot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5.xml><?xml version="1.0" encoding="utf-8"?>
<a:theme xmlns:a="http://schemas.openxmlformats.org/drawingml/2006/main" name="12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6.xml><?xml version="1.0" encoding="utf-8"?>
<a:theme xmlns:a="http://schemas.openxmlformats.org/drawingml/2006/main" name="1_目录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2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7.xml><?xml version="1.0" encoding="utf-8"?>
<a:theme xmlns:a="http://schemas.openxmlformats.org/drawingml/2006/main" name="1_封面页_图片版 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sz="3200" dirty="0" smtClean="0">
            <a:solidFill>
              <a:srgbClr val="000000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Light Personal Template Colors</Template>
  <TotalTime>0</TotalTime>
  <Words>3370</Words>
  <Application>WPS 演示</Application>
  <PresentationFormat>自定义</PresentationFormat>
  <Paragraphs>571</Paragraphs>
  <Slides>9</Slides>
  <Notes>7</Notes>
  <HiddenSlides>0</HiddenSlides>
  <MMClips>0</MMClips>
  <ScaleCrop>false</ScaleCrop>
  <HeadingPairs>
    <vt:vector size="8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27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58" baseType="lpstr">
      <vt:lpstr>Arial</vt:lpstr>
      <vt:lpstr>宋体</vt:lpstr>
      <vt:lpstr>Wingdings</vt:lpstr>
      <vt:lpstr>微软雅黑</vt:lpstr>
      <vt:lpstr>Arial</vt:lpstr>
      <vt:lpstr>华文细黑</vt:lpstr>
      <vt:lpstr>FrutigerNext LT Regular</vt:lpstr>
      <vt:lpstr>Calibri</vt:lpstr>
      <vt:lpstr>黑体</vt:lpstr>
      <vt:lpstr>.AppleSystemUIFont</vt:lpstr>
      <vt:lpstr>Segoe Print</vt:lpstr>
      <vt:lpstr>Calibri</vt:lpstr>
      <vt:lpstr>等线</vt:lpstr>
      <vt:lpstr>Calibri Light</vt:lpstr>
      <vt:lpstr>Huawei Sans</vt:lpstr>
      <vt:lpstr>DejaVu Math TeX Gyre</vt:lpstr>
      <vt:lpstr>FrutigerNext LT Medium</vt:lpstr>
      <vt:lpstr>方正兰亭黑简体</vt:lpstr>
      <vt:lpstr>Malgun Gothic</vt:lpstr>
      <vt:lpstr>Arial Unicode MS</vt:lpstr>
      <vt:lpstr>结束页</vt:lpstr>
      <vt:lpstr>封面页_图片版 </vt:lpstr>
      <vt:lpstr>1_章节页</vt:lpstr>
      <vt:lpstr>9_Chart page</vt:lpstr>
      <vt:lpstr>38_Chart page</vt:lpstr>
      <vt:lpstr>5_Chart page</vt:lpstr>
      <vt:lpstr>39_Chart page</vt:lpstr>
      <vt:lpstr>16_章节页</vt:lpstr>
      <vt:lpstr>15_章节页</vt:lpstr>
      <vt:lpstr>7_Chart page</vt:lpstr>
      <vt:lpstr>13_Chart page</vt:lpstr>
      <vt:lpstr>21_章节页</vt:lpstr>
      <vt:lpstr>4_章节页</vt:lpstr>
      <vt:lpstr>目录页</vt:lpstr>
      <vt:lpstr>11_Chart page</vt:lpstr>
      <vt:lpstr>3_Custom Design</vt:lpstr>
      <vt:lpstr>2_目录页</vt:lpstr>
      <vt:lpstr>2_封面页_图片版 </vt:lpstr>
      <vt:lpstr>6_Chart page</vt:lpstr>
      <vt:lpstr>82_Chart page</vt:lpstr>
      <vt:lpstr>28_Chart page</vt:lpstr>
      <vt:lpstr>4_Chart page</vt:lpstr>
      <vt:lpstr>22_章节页</vt:lpstr>
      <vt:lpstr>27_Chart page</vt:lpstr>
      <vt:lpstr>12_章节页</vt:lpstr>
      <vt:lpstr>1_目录页</vt:lpstr>
      <vt:lpstr>1_封面页_图片版 </vt:lpstr>
      <vt:lpstr>TCLayout.ActiveDocument.1</vt:lpstr>
      <vt:lpstr>TCLayout.ActiveDocument.1</vt:lpstr>
      <vt:lpstr>PowerPoint 演示文稿</vt:lpstr>
      <vt:lpstr>Oracle迁移上云GaussDB（DWS）：竞争力</vt:lpstr>
      <vt:lpstr>Oracle迁移上DWS</vt:lpstr>
      <vt:lpstr>一键式迁移工具DSC，业务无感知迁移</vt:lpstr>
      <vt:lpstr>Oracle迁移上DWS：表结构迁移、应用迁移、数据迁移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Click to edit Master title style</dc:title>
  <dc:creator>BROVASHOV ILYA (Eli)</dc:creator>
  <cp:lastModifiedBy>霍亮~上海</cp:lastModifiedBy>
  <cp:revision>4157</cp:revision>
  <dcterms:created xsi:type="dcterms:W3CDTF">2019-06-21T09:31:00Z</dcterms:created>
  <dcterms:modified xsi:type="dcterms:W3CDTF">2026-02-06T09:59:44Z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(3)QmhVfe9hSDmtcC62U3KosE8HrWiPexJBIY6/75wYt8YjKJ4Nq8l5sH4XauenEBfpUj/JpR0N
DlYnyT38Hr8jRznMxEzfnUgjMk2VKBTz1x8nsCOzfr+wSXkiNo+A+dz6YBgDOCHoyHMHJiN9
0Avjv+VgLiFt2wOG945LDYe5mq6l2qewLKcGRzNIA6ULtWW9Ad3ctfQeYqclJsXfDCaM/Oag
cuF/tkCpn18qztXGiX</vt:lpwstr>
  </property>
  <property fmtid="{D5CDD505-2E9C-101B-9397-08002B2CF9AE}" pid="3" name="_2015_ms_pID_7253431">
    <vt:lpwstr>dyy+KFPi/+ug81IyFaFLk5r8d4/RFcfGHOQ28pV/CjJPAYaBI1hFQW
6If4Aj1lJNzF4NvQixFcHNI6x6Q4ig0TX2wHBj6Cdt7+aAT1NBk5OmFAIKFaTElehySREsDX
+5k0UOjpGvOxow0ddZkb8SBsX892NtEoX8NDyBpaUB0Z9fkgxQ8ThEUjCWTBO4trRqVWUQpY
xoUFVftpHAbGzSpviR2Bxp+XaUy7wa5oCJ4F</vt:lpwstr>
  </property>
  <property fmtid="{D5CDD505-2E9C-101B-9397-08002B2CF9AE}" pid="4" name="_2015_ms_pID_7253432">
    <vt:lpwstr>IQ==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1680486401</vt:lpwstr>
  </property>
  <property fmtid="{D5CDD505-2E9C-101B-9397-08002B2CF9AE}" pid="9" name="ICV">
    <vt:lpwstr>2DEC83B33A3E42BF8482F32323A1848C_13</vt:lpwstr>
  </property>
  <property fmtid="{D5CDD505-2E9C-101B-9397-08002B2CF9AE}" pid="10" name="KSOProductBuildVer">
    <vt:lpwstr>2052-12.1.0.24657</vt:lpwstr>
  </property>
</Properties>
</file>